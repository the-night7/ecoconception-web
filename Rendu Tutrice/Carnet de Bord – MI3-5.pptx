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 id="2147483660" r:id="rId5"/>
  </p:sldMasterIdLst>
  <p:notesMasterIdLst>
    <p:notesMasterId r:id="rId61"/>
  </p:notesMasterIdLst>
  <p:sldIdLst>
    <p:sldId id="256" r:id="rId6"/>
    <p:sldId id="324" r:id="rId7"/>
    <p:sldId id="258" r:id="rId8"/>
    <p:sldId id="305" r:id="rId9"/>
    <p:sldId id="304" r:id="rId10"/>
    <p:sldId id="257" r:id="rId11"/>
    <p:sldId id="259" r:id="rId12"/>
    <p:sldId id="260" r:id="rId13"/>
    <p:sldId id="261" r:id="rId14"/>
    <p:sldId id="317" r:id="rId15"/>
    <p:sldId id="318" r:id="rId16"/>
    <p:sldId id="321" r:id="rId17"/>
    <p:sldId id="320" r:id="rId18"/>
    <p:sldId id="265" r:id="rId19"/>
    <p:sldId id="266" r:id="rId20"/>
    <p:sldId id="312" r:id="rId21"/>
    <p:sldId id="268" r:id="rId22"/>
    <p:sldId id="270" r:id="rId23"/>
    <p:sldId id="271" r:id="rId24"/>
    <p:sldId id="272" r:id="rId25"/>
    <p:sldId id="273" r:id="rId26"/>
    <p:sldId id="274" r:id="rId27"/>
    <p:sldId id="284" r:id="rId28"/>
    <p:sldId id="327" r:id="rId29"/>
    <p:sldId id="328" r:id="rId30"/>
    <p:sldId id="287" r:id="rId31"/>
    <p:sldId id="329" r:id="rId32"/>
    <p:sldId id="330" r:id="rId33"/>
    <p:sldId id="290" r:id="rId34"/>
    <p:sldId id="308" r:id="rId35"/>
    <p:sldId id="282" r:id="rId36"/>
    <p:sldId id="309" r:id="rId37"/>
    <p:sldId id="283" r:id="rId38"/>
    <p:sldId id="332" r:id="rId39"/>
    <p:sldId id="334" r:id="rId40"/>
    <p:sldId id="335" r:id="rId41"/>
    <p:sldId id="285" r:id="rId42"/>
    <p:sldId id="286" r:id="rId43"/>
    <p:sldId id="310" r:id="rId44"/>
    <p:sldId id="288" r:id="rId45"/>
    <p:sldId id="289" r:id="rId46"/>
    <p:sldId id="331" r:id="rId47"/>
    <p:sldId id="291" r:id="rId48"/>
    <p:sldId id="292" r:id="rId49"/>
    <p:sldId id="325" r:id="rId50"/>
    <p:sldId id="323" r:id="rId51"/>
    <p:sldId id="296" r:id="rId52"/>
    <p:sldId id="313" r:id="rId53"/>
    <p:sldId id="297" r:id="rId54"/>
    <p:sldId id="315" r:id="rId55"/>
    <p:sldId id="314" r:id="rId56"/>
    <p:sldId id="300" r:id="rId57"/>
    <p:sldId id="336" r:id="rId58"/>
    <p:sldId id="337" r:id="rId59"/>
    <p:sldId id="301" r:id="rId6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ucas Zufic" initials="" lastIdx="2" clrIdx="0"/>
  <p:cmAuthor id="1" name="lucas.zufic" initials="lu" lastIdx="16" clrIdx="1">
    <p:extLst>
      <p:ext uri="{19B8F6BF-5375-455C-9EA6-DF929625EA0E}">
        <p15:presenceInfo xmlns:p15="http://schemas.microsoft.com/office/powerpoint/2012/main" userId="S::lucas.zufic_gmail.com#ext#@ucergyfr.onmicrosoft.com::93679c8d-ff48-4b34-bc90-5d49c971f56b" providerId="AD"/>
      </p:ext>
    </p:extLst>
  </p:cmAuthor>
  <p:cmAuthor id="2" name="teo.saal" initials="te" lastIdx="12" clrIdx="2">
    <p:extLst>
      <p:ext uri="{19B8F6BF-5375-455C-9EA6-DF929625EA0E}">
        <p15:presenceInfo xmlns:p15="http://schemas.microsoft.com/office/powerpoint/2012/main" userId="S::teo.saal_gmail.com#ext#@ucergyfr.onmicrosoft.com::0682e81f-3404-4267-adf9-2d6a836c612a" providerId="AD"/>
      </p:ext>
    </p:extLst>
  </p:cmAuthor>
  <p:cmAuthor id="3" name="Damien FAUGERE-BATTIATO" initials="DF" lastIdx="1" clrIdx="3">
    <p:extLst>
      <p:ext uri="{19B8F6BF-5375-455C-9EA6-DF929625EA0E}">
        <p15:presenceInfo xmlns:p15="http://schemas.microsoft.com/office/powerpoint/2012/main" userId="S::dfo@teams.eisti.fr::8f3006e3-8b84-4f60-b9c5-7d27abad62a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CD689B-5D1F-E848-8624-7EC7FEF153C4}" v="87" dt="2025-05-31T09:57:29.454"/>
    <p1510:client id="{11336986-6D4C-FF52-D738-550F08510032}" v="2523" dt="2025-05-31T20:59:29.181"/>
    <p1510:client id="{3F5BC119-99BC-3DCE-CB16-662BF6C2A78E}" v="518" dt="2025-05-31T14:24:30.759"/>
    <p1510:client id="{560FF730-6B67-6BCC-FC56-F55555C44921}" v="84" dt="2025-05-31T21:14:11.925"/>
    <p1510:client id="{656A798D-0B04-4A66-BD4D-34B0180159B0}" v="206" dt="2025-05-31T21:05:52.280"/>
    <p1510:client id="{67AAC8D2-D8DB-EE4F-A271-81068450086B}" v="527" dt="2025-05-31T15:03:51.487"/>
    <p1510:client id="{7F7D4E9C-FC0E-3CC0-A7C4-B7894652C503}" v="1147" dt="2025-05-31T18:58:02.446"/>
    <p1510:client id="{957E2377-7657-7BD7-3D64-A443BE9192D7}" v="73" dt="2025-05-31T18:12:07.850"/>
    <p1510:client id="{A37C6446-A309-FA46-8712-7EE1EE9312F1}" v="178" dt="2025-05-31T18:41:33.955"/>
    <p1510:client id="{B374E2AA-4AF7-DB4B-9F40-884E5E1AEA40}" v="62" dt="2025-05-31T09:41:37.216"/>
    <p1510:client id="{C2F1DBD2-6479-C6DD-9C7E-08FD1117F73C}" v="100" dt="2025-05-30T21:12:11.6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notesMaster" Target="notesMasters/notes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Jaffrain" userId="S::tom.jaffrain@etu.cyu.fr::3465d130-e37b-4363-a46a-94c5b2166a36" providerId="AD" clId="Web-{7F7D4E9C-FC0E-3CC0-A7C4-B7894652C503}"/>
    <pc:docChg chg="modSld">
      <pc:chgData name="Tom Jaffrain" userId="S::tom.jaffrain@etu.cyu.fr::3465d130-e37b-4363-a46a-94c5b2166a36" providerId="AD" clId="Web-{7F7D4E9C-FC0E-3CC0-A7C4-B7894652C503}" dt="2025-05-31T18:58:02.430" v="1007" actId="20577"/>
      <pc:docMkLst>
        <pc:docMk/>
      </pc:docMkLst>
      <pc:sldChg chg="modSp">
        <pc:chgData name="Tom Jaffrain" userId="S::tom.jaffrain@etu.cyu.fr::3465d130-e37b-4363-a46a-94c5b2166a36" providerId="AD" clId="Web-{7F7D4E9C-FC0E-3CC0-A7C4-B7894652C503}" dt="2025-05-31T09:22:46.517" v="49" actId="20577"/>
        <pc:sldMkLst>
          <pc:docMk/>
          <pc:sldMk cId="0" sldId="273"/>
        </pc:sldMkLst>
        <pc:spChg chg="mod">
          <ac:chgData name="Tom Jaffrain" userId="S::tom.jaffrain@etu.cyu.fr::3465d130-e37b-4363-a46a-94c5b2166a36" providerId="AD" clId="Web-{7F7D4E9C-FC0E-3CC0-A7C4-B7894652C503}" dt="2025-05-31T09:22:46.517" v="49" actId="20577"/>
          <ac:spMkLst>
            <pc:docMk/>
            <pc:sldMk cId="0" sldId="273"/>
            <ac:spMk id="239" creationId="{00000000-0000-0000-0000-000000000000}"/>
          </ac:spMkLst>
        </pc:spChg>
      </pc:sldChg>
      <pc:sldChg chg="modSp">
        <pc:chgData name="Tom Jaffrain" userId="S::tom.jaffrain@etu.cyu.fr::3465d130-e37b-4363-a46a-94c5b2166a36" providerId="AD" clId="Web-{7F7D4E9C-FC0E-3CC0-A7C4-B7894652C503}" dt="2025-05-31T13:18:06.754" v="775" actId="20577"/>
        <pc:sldMkLst>
          <pc:docMk/>
          <pc:sldMk cId="0" sldId="274"/>
        </pc:sldMkLst>
        <pc:spChg chg="mod">
          <ac:chgData name="Tom Jaffrain" userId="S::tom.jaffrain@etu.cyu.fr::3465d130-e37b-4363-a46a-94c5b2166a36" providerId="AD" clId="Web-{7F7D4E9C-FC0E-3CC0-A7C4-B7894652C503}" dt="2025-05-31T13:18:06.754" v="775" actId="20577"/>
          <ac:spMkLst>
            <pc:docMk/>
            <pc:sldMk cId="0" sldId="274"/>
            <ac:spMk id="252" creationId="{00000000-0000-0000-0000-000000000000}"/>
          </ac:spMkLst>
        </pc:spChg>
      </pc:sldChg>
      <pc:sldChg chg="modSp">
        <pc:chgData name="Tom Jaffrain" userId="S::tom.jaffrain@etu.cyu.fr::3465d130-e37b-4363-a46a-94c5b2166a36" providerId="AD" clId="Web-{7F7D4E9C-FC0E-3CC0-A7C4-B7894652C503}" dt="2025-05-31T13:38:57.221" v="879" actId="20577"/>
        <pc:sldMkLst>
          <pc:docMk/>
          <pc:sldMk cId="3020516142" sldId="283"/>
        </pc:sldMkLst>
        <pc:spChg chg="mod">
          <ac:chgData name="Tom Jaffrain" userId="S::tom.jaffrain@etu.cyu.fr::3465d130-e37b-4363-a46a-94c5b2166a36" providerId="AD" clId="Web-{7F7D4E9C-FC0E-3CC0-A7C4-B7894652C503}" dt="2025-05-31T13:38:57.221" v="879" actId="20577"/>
          <ac:spMkLst>
            <pc:docMk/>
            <pc:sldMk cId="3020516142" sldId="283"/>
            <ac:spMk id="342" creationId="{00000000-0000-0000-0000-000000000000}"/>
          </ac:spMkLst>
        </pc:spChg>
      </pc:sldChg>
      <pc:sldChg chg="modSp">
        <pc:chgData name="Tom Jaffrain" userId="S::tom.jaffrain@etu.cyu.fr::3465d130-e37b-4363-a46a-94c5b2166a36" providerId="AD" clId="Web-{7F7D4E9C-FC0E-3CC0-A7C4-B7894652C503}" dt="2025-05-31T13:28:42.159" v="804" actId="20577"/>
        <pc:sldMkLst>
          <pc:docMk/>
          <pc:sldMk cId="2744507468" sldId="285"/>
        </pc:sldMkLst>
        <pc:spChg chg="mod">
          <ac:chgData name="Tom Jaffrain" userId="S::tom.jaffrain@etu.cyu.fr::3465d130-e37b-4363-a46a-94c5b2166a36" providerId="AD" clId="Web-{7F7D4E9C-FC0E-3CC0-A7C4-B7894652C503}" dt="2025-05-31T13:28:42.159" v="804" actId="20577"/>
          <ac:spMkLst>
            <pc:docMk/>
            <pc:sldMk cId="2744507468" sldId="285"/>
            <ac:spMk id="364" creationId="{00000000-0000-0000-0000-000000000000}"/>
          </ac:spMkLst>
        </pc:spChg>
      </pc:sldChg>
      <pc:sldChg chg="modSp">
        <pc:chgData name="Tom Jaffrain" userId="S::tom.jaffrain@etu.cyu.fr::3465d130-e37b-4363-a46a-94c5b2166a36" providerId="AD" clId="Web-{7F7D4E9C-FC0E-3CC0-A7C4-B7894652C503}" dt="2025-05-31T18:58:02.430" v="1007" actId="20577"/>
        <pc:sldMkLst>
          <pc:docMk/>
          <pc:sldMk cId="0" sldId="301"/>
        </pc:sldMkLst>
        <pc:spChg chg="mod">
          <ac:chgData name="Tom Jaffrain" userId="S::tom.jaffrain@etu.cyu.fr::3465d130-e37b-4363-a46a-94c5b2166a36" providerId="AD" clId="Web-{7F7D4E9C-FC0E-3CC0-A7C4-B7894652C503}" dt="2025-05-31T18:58:02.430" v="1007" actId="20577"/>
          <ac:spMkLst>
            <pc:docMk/>
            <pc:sldMk cId="0" sldId="301"/>
            <ac:spMk id="547" creationId="{00000000-0000-0000-0000-000000000000}"/>
          </ac:spMkLst>
        </pc:spChg>
      </pc:sldChg>
      <pc:sldChg chg="modSp">
        <pc:chgData name="Tom Jaffrain" userId="S::tom.jaffrain@etu.cyu.fr::3465d130-e37b-4363-a46a-94c5b2166a36" providerId="AD" clId="Web-{7F7D4E9C-FC0E-3CC0-A7C4-B7894652C503}" dt="2025-05-31T13:26:28.874" v="800" actId="20577"/>
        <pc:sldMkLst>
          <pc:docMk/>
          <pc:sldMk cId="1805407456" sldId="309"/>
        </pc:sldMkLst>
        <pc:spChg chg="mod">
          <ac:chgData name="Tom Jaffrain" userId="S::tom.jaffrain@etu.cyu.fr::3465d130-e37b-4363-a46a-94c5b2166a36" providerId="AD" clId="Web-{7F7D4E9C-FC0E-3CC0-A7C4-B7894652C503}" dt="2025-05-31T13:26:28.874" v="800" actId="20577"/>
          <ac:spMkLst>
            <pc:docMk/>
            <pc:sldMk cId="1805407456" sldId="309"/>
            <ac:spMk id="212" creationId="{00000000-0000-0000-0000-000000000000}"/>
          </ac:spMkLst>
        </pc:spChg>
      </pc:sldChg>
      <pc:sldChg chg="modSp">
        <pc:chgData name="Tom Jaffrain" userId="S::tom.jaffrain@etu.cyu.fr::3465d130-e37b-4363-a46a-94c5b2166a36" providerId="AD" clId="Web-{7F7D4E9C-FC0E-3CC0-A7C4-B7894652C503}" dt="2025-05-31T18:52:56.169" v="891" actId="20577"/>
        <pc:sldMkLst>
          <pc:docMk/>
          <pc:sldMk cId="21491271" sldId="312"/>
        </pc:sldMkLst>
        <pc:spChg chg="mod">
          <ac:chgData name="Tom Jaffrain" userId="S::tom.jaffrain@etu.cyu.fr::3465d130-e37b-4363-a46a-94c5b2166a36" providerId="AD" clId="Web-{7F7D4E9C-FC0E-3CC0-A7C4-B7894652C503}" dt="2025-05-31T18:52:56.169" v="891" actId="20577"/>
          <ac:spMkLst>
            <pc:docMk/>
            <pc:sldMk cId="21491271" sldId="312"/>
            <ac:spMk id="212" creationId="{00000000-0000-0000-0000-000000000000}"/>
          </ac:spMkLst>
        </pc:spChg>
      </pc:sldChg>
      <pc:sldChg chg="modSp">
        <pc:chgData name="Tom Jaffrain" userId="S::tom.jaffrain@etu.cyu.fr::3465d130-e37b-4363-a46a-94c5b2166a36" providerId="AD" clId="Web-{7F7D4E9C-FC0E-3CC0-A7C4-B7894652C503}" dt="2025-05-31T09:49:13.239" v="111" actId="20577"/>
        <pc:sldMkLst>
          <pc:docMk/>
          <pc:sldMk cId="1436089403" sldId="324"/>
        </pc:sldMkLst>
        <pc:spChg chg="mod">
          <ac:chgData name="Tom Jaffrain" userId="S::tom.jaffrain@etu.cyu.fr::3465d130-e37b-4363-a46a-94c5b2166a36" providerId="AD" clId="Web-{7F7D4E9C-FC0E-3CC0-A7C4-B7894652C503}" dt="2025-05-31T09:49:13.239" v="111" actId="20577"/>
          <ac:spMkLst>
            <pc:docMk/>
            <pc:sldMk cId="1436089403" sldId="324"/>
            <ac:spMk id="6" creationId="{37D07A7C-BD4D-E344-7AB1-E6A129D40142}"/>
          </ac:spMkLst>
        </pc:spChg>
      </pc:sldChg>
      <pc:sldChg chg="modSp">
        <pc:chgData name="Tom Jaffrain" userId="S::tom.jaffrain@etu.cyu.fr::3465d130-e37b-4363-a46a-94c5b2166a36" providerId="AD" clId="Web-{7F7D4E9C-FC0E-3CC0-A7C4-B7894652C503}" dt="2025-05-31T10:42:00.907" v="499" actId="20577"/>
        <pc:sldMkLst>
          <pc:docMk/>
          <pc:sldMk cId="2320380756" sldId="334"/>
        </pc:sldMkLst>
        <pc:spChg chg="mod">
          <ac:chgData name="Tom Jaffrain" userId="S::tom.jaffrain@etu.cyu.fr::3465d130-e37b-4363-a46a-94c5b2166a36" providerId="AD" clId="Web-{7F7D4E9C-FC0E-3CC0-A7C4-B7894652C503}" dt="2025-05-31T10:42:00.907" v="499" actId="20577"/>
          <ac:spMkLst>
            <pc:docMk/>
            <pc:sldMk cId="2320380756" sldId="334"/>
            <ac:spMk id="342" creationId="{00000000-0000-0000-0000-000000000000}"/>
          </ac:spMkLst>
        </pc:spChg>
      </pc:sldChg>
      <pc:sldChg chg="modSp">
        <pc:chgData name="Tom Jaffrain" userId="S::tom.jaffrain@etu.cyu.fr::3465d130-e37b-4363-a46a-94c5b2166a36" providerId="AD" clId="Web-{7F7D4E9C-FC0E-3CC0-A7C4-B7894652C503}" dt="2025-05-31T12:11:53.591" v="760" actId="20577"/>
        <pc:sldMkLst>
          <pc:docMk/>
          <pc:sldMk cId="860575052" sldId="335"/>
        </pc:sldMkLst>
        <pc:spChg chg="mod">
          <ac:chgData name="Tom Jaffrain" userId="S::tom.jaffrain@etu.cyu.fr::3465d130-e37b-4363-a46a-94c5b2166a36" providerId="AD" clId="Web-{7F7D4E9C-FC0E-3CC0-A7C4-B7894652C503}" dt="2025-05-31T12:11:53.591" v="760" actId="20577"/>
          <ac:spMkLst>
            <pc:docMk/>
            <pc:sldMk cId="860575052" sldId="335"/>
            <ac:spMk id="212" creationId="{00000000-0000-0000-0000-000000000000}"/>
          </ac:spMkLst>
        </pc:spChg>
      </pc:sldChg>
    </pc:docChg>
  </pc:docChgLst>
  <pc:docChgLst>
    <pc:chgData name="Tom Jaffrain" userId="S::tom.jaffrain@etu.cyu.fr::3465d130-e37b-4363-a46a-94c5b2166a36" providerId="AD" clId="Web-{560FF730-6B67-6BCC-FC56-F55555C44921}"/>
    <pc:docChg chg="modSld">
      <pc:chgData name="Tom Jaffrain" userId="S::tom.jaffrain@etu.cyu.fr::3465d130-e37b-4363-a46a-94c5b2166a36" providerId="AD" clId="Web-{560FF730-6B67-6BCC-FC56-F55555C44921}" dt="2025-05-31T21:14:11.925" v="50" actId="20577"/>
      <pc:docMkLst>
        <pc:docMk/>
      </pc:docMkLst>
      <pc:sldChg chg="modSp">
        <pc:chgData name="Tom Jaffrain" userId="S::tom.jaffrain@etu.cyu.fr::3465d130-e37b-4363-a46a-94c5b2166a36" providerId="AD" clId="Web-{560FF730-6B67-6BCC-FC56-F55555C44921}" dt="2025-05-31T21:10:37.870" v="43" actId="20577"/>
        <pc:sldMkLst>
          <pc:docMk/>
          <pc:sldMk cId="1805407456" sldId="309"/>
        </pc:sldMkLst>
        <pc:spChg chg="mod">
          <ac:chgData name="Tom Jaffrain" userId="S::tom.jaffrain@etu.cyu.fr::3465d130-e37b-4363-a46a-94c5b2166a36" providerId="AD" clId="Web-{560FF730-6B67-6BCC-FC56-F55555C44921}" dt="2025-05-31T21:10:37.870" v="43" actId="20577"/>
          <ac:spMkLst>
            <pc:docMk/>
            <pc:sldMk cId="1805407456" sldId="309"/>
            <ac:spMk id="212" creationId="{00000000-0000-0000-0000-000000000000}"/>
          </ac:spMkLst>
        </pc:spChg>
      </pc:sldChg>
      <pc:sldChg chg="modSp">
        <pc:chgData name="Tom Jaffrain" userId="S::tom.jaffrain@etu.cyu.fr::3465d130-e37b-4363-a46a-94c5b2166a36" providerId="AD" clId="Web-{560FF730-6B67-6BCC-FC56-F55555C44921}" dt="2025-05-31T21:14:11.925" v="50" actId="20577"/>
        <pc:sldMkLst>
          <pc:docMk/>
          <pc:sldMk cId="1436089403" sldId="324"/>
        </pc:sldMkLst>
        <pc:spChg chg="mod">
          <ac:chgData name="Tom Jaffrain" userId="S::tom.jaffrain@etu.cyu.fr::3465d130-e37b-4363-a46a-94c5b2166a36" providerId="AD" clId="Web-{560FF730-6B67-6BCC-FC56-F55555C44921}" dt="2025-05-31T21:09:31.648" v="36" actId="20577"/>
          <ac:spMkLst>
            <pc:docMk/>
            <pc:sldMk cId="1436089403" sldId="324"/>
            <ac:spMk id="4" creationId="{788685D0-243A-222F-B88C-6C0ACF0E3052}"/>
          </ac:spMkLst>
        </pc:spChg>
        <pc:spChg chg="mod">
          <ac:chgData name="Tom Jaffrain" userId="S::tom.jaffrain@etu.cyu.fr::3465d130-e37b-4363-a46a-94c5b2166a36" providerId="AD" clId="Web-{560FF730-6B67-6BCC-FC56-F55555C44921}" dt="2025-05-31T21:14:11.925" v="50" actId="20577"/>
          <ac:spMkLst>
            <pc:docMk/>
            <pc:sldMk cId="1436089403" sldId="324"/>
            <ac:spMk id="6" creationId="{37D07A7C-BD4D-E344-7AB1-E6A129D40142}"/>
          </ac:spMkLst>
        </pc:spChg>
      </pc:sldChg>
      <pc:sldChg chg="modSp">
        <pc:chgData name="Tom Jaffrain" userId="S::tom.jaffrain@etu.cyu.fr::3465d130-e37b-4363-a46a-94c5b2166a36" providerId="AD" clId="Web-{560FF730-6B67-6BCC-FC56-F55555C44921}" dt="2025-05-31T21:10:16.869" v="38" actId="20577"/>
        <pc:sldMkLst>
          <pc:docMk/>
          <pc:sldMk cId="860575052" sldId="335"/>
        </pc:sldMkLst>
        <pc:spChg chg="mod">
          <ac:chgData name="Tom Jaffrain" userId="S::tom.jaffrain@etu.cyu.fr::3465d130-e37b-4363-a46a-94c5b2166a36" providerId="AD" clId="Web-{560FF730-6B67-6BCC-FC56-F55555C44921}" dt="2025-05-31T21:10:16.869" v="38" actId="20577"/>
          <ac:spMkLst>
            <pc:docMk/>
            <pc:sldMk cId="860575052" sldId="335"/>
            <ac:spMk id="212" creationId="{00000000-0000-0000-0000-000000000000}"/>
          </ac:spMkLst>
        </pc:spChg>
      </pc:sldChg>
    </pc:docChg>
  </pc:docChgLst>
  <pc:docChgLst>
    <pc:chgData name="Tom Jaffrain" userId="S::tom.jaffrain@etu.cyu.fr::3465d130-e37b-4363-a46a-94c5b2166a36" providerId="AD" clId="Web-{1A0B84A6-016C-0565-C819-DF425A02D959}"/>
    <pc:docChg chg="modSld">
      <pc:chgData name="Tom Jaffrain" userId="S::tom.jaffrain@etu.cyu.fr::3465d130-e37b-4363-a46a-94c5b2166a36" providerId="AD" clId="Web-{1A0B84A6-016C-0565-C819-DF425A02D959}" dt="2025-05-30T19:45:24.854" v="0" actId="1076"/>
      <pc:docMkLst>
        <pc:docMk/>
      </pc:docMkLst>
      <pc:sldChg chg="modSp">
        <pc:chgData name="Tom Jaffrain" userId="S::tom.jaffrain@etu.cyu.fr::3465d130-e37b-4363-a46a-94c5b2166a36" providerId="AD" clId="Web-{1A0B84A6-016C-0565-C819-DF425A02D959}" dt="2025-05-30T19:45:24.854" v="0" actId="1076"/>
        <pc:sldMkLst>
          <pc:docMk/>
          <pc:sldMk cId="3969347066" sldId="332"/>
        </pc:sldMkLst>
        <pc:picChg chg="mod">
          <ac:chgData name="Tom Jaffrain" userId="S::tom.jaffrain@etu.cyu.fr::3465d130-e37b-4363-a46a-94c5b2166a36" providerId="AD" clId="Web-{1A0B84A6-016C-0565-C819-DF425A02D959}" dt="2025-05-30T19:45:24.854" v="0" actId="1076"/>
          <ac:picMkLst>
            <pc:docMk/>
            <pc:sldMk cId="3969347066" sldId="332"/>
            <ac:picMk id="3" creationId="{5A892470-6598-41CA-ADF4-02298955A8AD}"/>
          </ac:picMkLst>
        </pc:picChg>
      </pc:sldChg>
    </pc:docChg>
  </pc:docChgLst>
  <pc:docChgLst>
    <pc:chgData name="Tom Jaffrain" userId="S::tom.jaffrain@etu.cyu.fr::3465d130-e37b-4363-a46a-94c5b2166a36" providerId="AD" clId="Web-{11336986-6D4C-FF52-D738-550F08510032}"/>
    <pc:docChg chg="modSld">
      <pc:chgData name="Tom Jaffrain" userId="S::tom.jaffrain@etu.cyu.fr::3465d130-e37b-4363-a46a-94c5b2166a36" providerId="AD" clId="Web-{11336986-6D4C-FF52-D738-550F08510032}" dt="2025-05-31T20:59:27.899" v="2492" actId="20577"/>
      <pc:docMkLst>
        <pc:docMk/>
      </pc:docMkLst>
      <pc:sldChg chg="modSp">
        <pc:chgData name="Tom Jaffrain" userId="S::tom.jaffrain@etu.cyu.fr::3465d130-e37b-4363-a46a-94c5b2166a36" providerId="AD" clId="Web-{11336986-6D4C-FF52-D738-550F08510032}" dt="2025-05-31T20:54:46.064" v="2440" actId="20577"/>
        <pc:sldMkLst>
          <pc:docMk/>
          <pc:sldMk cId="0" sldId="261"/>
        </pc:sldMkLst>
        <pc:spChg chg="mod">
          <ac:chgData name="Tom Jaffrain" userId="S::tom.jaffrain@etu.cyu.fr::3465d130-e37b-4363-a46a-94c5b2166a36" providerId="AD" clId="Web-{11336986-6D4C-FF52-D738-550F08510032}" dt="2025-05-31T20:54:41.452" v="2438" actId="20577"/>
          <ac:spMkLst>
            <pc:docMk/>
            <pc:sldMk cId="0" sldId="261"/>
            <ac:spMk id="110" creationId="{00000000-0000-0000-0000-000000000000}"/>
          </ac:spMkLst>
        </pc:spChg>
        <pc:spChg chg="mod">
          <ac:chgData name="Tom Jaffrain" userId="S::tom.jaffrain@etu.cyu.fr::3465d130-e37b-4363-a46a-94c5b2166a36" providerId="AD" clId="Web-{11336986-6D4C-FF52-D738-550F08510032}" dt="2025-05-31T20:54:46.064" v="2440" actId="20577"/>
          <ac:spMkLst>
            <pc:docMk/>
            <pc:sldMk cId="0" sldId="261"/>
            <ac:spMk id="111" creationId="{00000000-0000-0000-0000-000000000000}"/>
          </ac:spMkLst>
        </pc:spChg>
      </pc:sldChg>
      <pc:sldChg chg="modSp">
        <pc:chgData name="Tom Jaffrain" userId="S::tom.jaffrain@etu.cyu.fr::3465d130-e37b-4363-a46a-94c5b2166a36" providerId="AD" clId="Web-{11336986-6D4C-FF52-D738-550F08510032}" dt="2025-05-31T20:56:42.973" v="2466" actId="20577"/>
        <pc:sldMkLst>
          <pc:docMk/>
          <pc:sldMk cId="0" sldId="268"/>
        </pc:sldMkLst>
        <pc:spChg chg="mod">
          <ac:chgData name="Tom Jaffrain" userId="S::tom.jaffrain@etu.cyu.fr::3465d130-e37b-4363-a46a-94c5b2166a36" providerId="AD" clId="Web-{11336986-6D4C-FF52-D738-550F08510032}" dt="2025-05-31T20:56:42.973" v="2466" actId="20577"/>
          <ac:spMkLst>
            <pc:docMk/>
            <pc:sldMk cId="0" sldId="268"/>
            <ac:spMk id="183" creationId="{00000000-0000-0000-0000-000000000000}"/>
          </ac:spMkLst>
        </pc:spChg>
      </pc:sldChg>
      <pc:sldChg chg="modSp">
        <pc:chgData name="Tom Jaffrain" userId="S::tom.jaffrain@etu.cyu.fr::3465d130-e37b-4363-a46a-94c5b2166a36" providerId="AD" clId="Web-{11336986-6D4C-FF52-D738-550F08510032}" dt="2025-05-31T20:59:27.899" v="2492" actId="20577"/>
        <pc:sldMkLst>
          <pc:docMk/>
          <pc:sldMk cId="0" sldId="271"/>
        </pc:sldMkLst>
        <pc:spChg chg="mod">
          <ac:chgData name="Tom Jaffrain" userId="S::tom.jaffrain@etu.cyu.fr::3465d130-e37b-4363-a46a-94c5b2166a36" providerId="AD" clId="Web-{11336986-6D4C-FF52-D738-550F08510032}" dt="2025-05-31T20:59:27.899" v="2492" actId="20577"/>
          <ac:spMkLst>
            <pc:docMk/>
            <pc:sldMk cId="0" sldId="271"/>
            <ac:spMk id="212" creationId="{00000000-0000-0000-0000-000000000000}"/>
          </ac:spMkLst>
        </pc:spChg>
      </pc:sldChg>
      <pc:sldChg chg="modSp">
        <pc:chgData name="Tom Jaffrain" userId="S::tom.jaffrain@etu.cyu.fr::3465d130-e37b-4363-a46a-94c5b2166a36" providerId="AD" clId="Web-{11336986-6D4C-FF52-D738-550F08510032}" dt="2025-05-31T20:56:53.583" v="2471" actId="20577"/>
        <pc:sldMkLst>
          <pc:docMk/>
          <pc:sldMk cId="0" sldId="272"/>
        </pc:sldMkLst>
        <pc:spChg chg="mod">
          <ac:chgData name="Tom Jaffrain" userId="S::tom.jaffrain@etu.cyu.fr::3465d130-e37b-4363-a46a-94c5b2166a36" providerId="AD" clId="Web-{11336986-6D4C-FF52-D738-550F08510032}" dt="2025-05-31T20:56:53.583" v="2471" actId="20577"/>
          <ac:spMkLst>
            <pc:docMk/>
            <pc:sldMk cId="0" sldId="272"/>
            <ac:spMk id="225" creationId="{00000000-0000-0000-0000-000000000000}"/>
          </ac:spMkLst>
        </pc:spChg>
      </pc:sldChg>
      <pc:sldChg chg="modSp">
        <pc:chgData name="Tom Jaffrain" userId="S::tom.jaffrain@etu.cyu.fr::3465d130-e37b-4363-a46a-94c5b2166a36" providerId="AD" clId="Web-{11336986-6D4C-FF52-D738-550F08510032}" dt="2025-05-31T20:58:00.444" v="2473" actId="20577"/>
        <pc:sldMkLst>
          <pc:docMk/>
          <pc:sldMk cId="0" sldId="273"/>
        </pc:sldMkLst>
        <pc:spChg chg="mod">
          <ac:chgData name="Tom Jaffrain" userId="S::tom.jaffrain@etu.cyu.fr::3465d130-e37b-4363-a46a-94c5b2166a36" providerId="AD" clId="Web-{11336986-6D4C-FF52-D738-550F08510032}" dt="2025-05-31T20:58:00.444" v="2473" actId="20577"/>
          <ac:spMkLst>
            <pc:docMk/>
            <pc:sldMk cId="0" sldId="273"/>
            <ac:spMk id="239" creationId="{00000000-0000-0000-0000-000000000000}"/>
          </ac:spMkLst>
        </pc:spChg>
        <pc:spChg chg="mod">
          <ac:chgData name="Tom Jaffrain" userId="S::tom.jaffrain@etu.cyu.fr::3465d130-e37b-4363-a46a-94c5b2166a36" providerId="AD" clId="Web-{11336986-6D4C-FF52-D738-550F08510032}" dt="2025-05-31T20:41:15.906" v="2266" actId="1076"/>
          <ac:spMkLst>
            <pc:docMk/>
            <pc:sldMk cId="0" sldId="273"/>
            <ac:spMk id="240" creationId="{00000000-0000-0000-0000-000000000000}"/>
          </ac:spMkLst>
        </pc:spChg>
        <pc:picChg chg="mod">
          <ac:chgData name="Tom Jaffrain" userId="S::tom.jaffrain@etu.cyu.fr::3465d130-e37b-4363-a46a-94c5b2166a36" providerId="AD" clId="Web-{11336986-6D4C-FF52-D738-550F08510032}" dt="2025-05-31T20:41:10.781" v="2265" actId="1076"/>
          <ac:picMkLst>
            <pc:docMk/>
            <pc:sldMk cId="0" sldId="273"/>
            <ac:picMk id="237" creationId="{00000000-0000-0000-0000-000000000000}"/>
          </ac:picMkLst>
        </pc:picChg>
      </pc:sldChg>
      <pc:sldChg chg="modSp">
        <pc:chgData name="Tom Jaffrain" userId="S::tom.jaffrain@etu.cyu.fr::3465d130-e37b-4363-a46a-94c5b2166a36" providerId="AD" clId="Web-{11336986-6D4C-FF52-D738-550F08510032}" dt="2025-05-31T20:58:05.241" v="2475" actId="20577"/>
        <pc:sldMkLst>
          <pc:docMk/>
          <pc:sldMk cId="0" sldId="274"/>
        </pc:sldMkLst>
        <pc:spChg chg="mod">
          <ac:chgData name="Tom Jaffrain" userId="S::tom.jaffrain@etu.cyu.fr::3465d130-e37b-4363-a46a-94c5b2166a36" providerId="AD" clId="Web-{11336986-6D4C-FF52-D738-550F08510032}" dt="2025-05-31T20:58:05.241" v="2475" actId="20577"/>
          <ac:spMkLst>
            <pc:docMk/>
            <pc:sldMk cId="0" sldId="274"/>
            <ac:spMk id="252" creationId="{00000000-0000-0000-0000-000000000000}"/>
          </ac:spMkLst>
        </pc:spChg>
      </pc:sldChg>
      <pc:sldChg chg="modSp">
        <pc:chgData name="Tom Jaffrain" userId="S::tom.jaffrain@etu.cyu.fr::3465d130-e37b-4363-a46a-94c5b2166a36" providerId="AD" clId="Web-{11336986-6D4C-FF52-D738-550F08510032}" dt="2025-05-31T20:58:57.399" v="2486" actId="20577"/>
        <pc:sldMkLst>
          <pc:docMk/>
          <pc:sldMk cId="1254373664" sldId="286"/>
        </pc:sldMkLst>
        <pc:spChg chg="mod">
          <ac:chgData name="Tom Jaffrain" userId="S::tom.jaffrain@etu.cyu.fr::3465d130-e37b-4363-a46a-94c5b2166a36" providerId="AD" clId="Web-{11336986-6D4C-FF52-D738-550F08510032}" dt="2025-05-31T20:58:57.399" v="2486" actId="20577"/>
          <ac:spMkLst>
            <pc:docMk/>
            <pc:sldMk cId="1254373664" sldId="286"/>
            <ac:spMk id="371" creationId="{00000000-0000-0000-0000-000000000000}"/>
          </ac:spMkLst>
        </pc:spChg>
      </pc:sldChg>
      <pc:sldChg chg="modSp">
        <pc:chgData name="Tom Jaffrain" userId="S::tom.jaffrain@etu.cyu.fr::3465d130-e37b-4363-a46a-94c5b2166a36" providerId="AD" clId="Web-{11336986-6D4C-FF52-D738-550F08510032}" dt="2025-05-31T20:59:04.211" v="2488" actId="20577"/>
        <pc:sldMkLst>
          <pc:docMk/>
          <pc:sldMk cId="4032560816" sldId="310"/>
        </pc:sldMkLst>
        <pc:spChg chg="mod">
          <ac:chgData name="Tom Jaffrain" userId="S::tom.jaffrain@etu.cyu.fr::3465d130-e37b-4363-a46a-94c5b2166a36" providerId="AD" clId="Web-{11336986-6D4C-FF52-D738-550F08510032}" dt="2025-05-31T20:59:04.211" v="2488" actId="20577"/>
          <ac:spMkLst>
            <pc:docMk/>
            <pc:sldMk cId="4032560816" sldId="310"/>
            <ac:spMk id="212" creationId="{00000000-0000-0000-0000-000000000000}"/>
          </ac:spMkLst>
        </pc:spChg>
      </pc:sldChg>
      <pc:sldChg chg="modSp">
        <pc:chgData name="Tom Jaffrain" userId="S::tom.jaffrain@etu.cyu.fr::3465d130-e37b-4363-a46a-94c5b2166a36" providerId="AD" clId="Web-{11336986-6D4C-FF52-D738-550F08510032}" dt="2025-05-31T20:19:25.509" v="1718" actId="1076"/>
        <pc:sldMkLst>
          <pc:docMk/>
          <pc:sldMk cId="21491271" sldId="312"/>
        </pc:sldMkLst>
        <pc:spChg chg="mod">
          <ac:chgData name="Tom Jaffrain" userId="S::tom.jaffrain@etu.cyu.fr::3465d130-e37b-4363-a46a-94c5b2166a36" providerId="AD" clId="Web-{11336986-6D4C-FF52-D738-550F08510032}" dt="2025-05-31T19:48:19.111" v="761" actId="20577"/>
          <ac:spMkLst>
            <pc:docMk/>
            <pc:sldMk cId="21491271" sldId="312"/>
            <ac:spMk id="212" creationId="{00000000-0000-0000-0000-000000000000}"/>
          </ac:spMkLst>
        </pc:spChg>
        <pc:grpChg chg="mod">
          <ac:chgData name="Tom Jaffrain" userId="S::tom.jaffrain@etu.cyu.fr::3465d130-e37b-4363-a46a-94c5b2166a36" providerId="AD" clId="Web-{11336986-6D4C-FF52-D738-550F08510032}" dt="2025-05-31T20:19:25.509" v="1718" actId="1076"/>
          <ac:grpSpMkLst>
            <pc:docMk/>
            <pc:sldMk cId="21491271" sldId="312"/>
            <ac:grpSpMk id="210" creationId="{00000000-0000-0000-0000-000000000000}"/>
          </ac:grpSpMkLst>
        </pc:grpChg>
      </pc:sldChg>
      <pc:sldChg chg="modSp">
        <pc:chgData name="Tom Jaffrain" userId="S::tom.jaffrain@etu.cyu.fr::3465d130-e37b-4363-a46a-94c5b2166a36" providerId="AD" clId="Web-{11336986-6D4C-FF52-D738-550F08510032}" dt="2025-05-31T20:55:08.908" v="2444" actId="20577"/>
        <pc:sldMkLst>
          <pc:docMk/>
          <pc:sldMk cId="2707835311" sldId="317"/>
        </pc:sldMkLst>
        <pc:spChg chg="mod">
          <ac:chgData name="Tom Jaffrain" userId="S::tom.jaffrain@etu.cyu.fr::3465d130-e37b-4363-a46a-94c5b2166a36" providerId="AD" clId="Web-{11336986-6D4C-FF52-D738-550F08510032}" dt="2025-05-31T20:54:52.720" v="2442" actId="20577"/>
          <ac:spMkLst>
            <pc:docMk/>
            <pc:sldMk cId="2707835311" sldId="317"/>
            <ac:spMk id="119" creationId="{00000000-0000-0000-0000-000000000000}"/>
          </ac:spMkLst>
        </pc:spChg>
        <pc:spChg chg="mod">
          <ac:chgData name="Tom Jaffrain" userId="S::tom.jaffrain@etu.cyu.fr::3465d130-e37b-4363-a46a-94c5b2166a36" providerId="AD" clId="Web-{11336986-6D4C-FF52-D738-550F08510032}" dt="2025-05-31T20:55:08.908" v="2444" actId="20577"/>
          <ac:spMkLst>
            <pc:docMk/>
            <pc:sldMk cId="2707835311" sldId="317"/>
            <ac:spMk id="120" creationId="{00000000-0000-0000-0000-000000000000}"/>
          </ac:spMkLst>
        </pc:spChg>
      </pc:sldChg>
      <pc:sldChg chg="modSp">
        <pc:chgData name="Tom Jaffrain" userId="S::tom.jaffrain@etu.cyu.fr::3465d130-e37b-4363-a46a-94c5b2166a36" providerId="AD" clId="Web-{11336986-6D4C-FF52-D738-550F08510032}" dt="2025-05-31T20:55:50.331" v="2446" actId="20577"/>
        <pc:sldMkLst>
          <pc:docMk/>
          <pc:sldMk cId="3591920962" sldId="318"/>
        </pc:sldMkLst>
        <pc:spChg chg="mod">
          <ac:chgData name="Tom Jaffrain" userId="S::tom.jaffrain@etu.cyu.fr::3465d130-e37b-4363-a46a-94c5b2166a36" providerId="AD" clId="Web-{11336986-6D4C-FF52-D738-550F08510032}" dt="2025-05-31T20:55:50.331" v="2446" actId="20577"/>
          <ac:spMkLst>
            <pc:docMk/>
            <pc:sldMk cId="3591920962" sldId="318"/>
            <ac:spMk id="133" creationId="{00000000-0000-0000-0000-000000000000}"/>
          </ac:spMkLst>
        </pc:spChg>
      </pc:sldChg>
      <pc:sldChg chg="modSp">
        <pc:chgData name="Tom Jaffrain" userId="S::tom.jaffrain@etu.cyu.fr::3465d130-e37b-4363-a46a-94c5b2166a36" providerId="AD" clId="Web-{11336986-6D4C-FF52-D738-550F08510032}" dt="2025-05-31T20:56:28.316" v="2462" actId="20577"/>
        <pc:sldMkLst>
          <pc:docMk/>
          <pc:sldMk cId="3349234196" sldId="320"/>
        </pc:sldMkLst>
        <pc:spChg chg="mod">
          <ac:chgData name="Tom Jaffrain" userId="S::tom.jaffrain@etu.cyu.fr::3465d130-e37b-4363-a46a-94c5b2166a36" providerId="AD" clId="Web-{11336986-6D4C-FF52-D738-550F08510032}" dt="2025-05-31T20:56:28.316" v="2462" actId="20577"/>
          <ac:spMkLst>
            <pc:docMk/>
            <pc:sldMk cId="3349234196" sldId="320"/>
            <ac:spMk id="119" creationId="{00000000-0000-0000-0000-000000000000}"/>
          </ac:spMkLst>
        </pc:spChg>
      </pc:sldChg>
      <pc:sldChg chg="modSp">
        <pc:chgData name="Tom Jaffrain" userId="S::tom.jaffrain@etu.cyu.fr::3465d130-e37b-4363-a46a-94c5b2166a36" providerId="AD" clId="Web-{11336986-6D4C-FF52-D738-550F08510032}" dt="2025-05-31T20:56:07.566" v="2451" actId="20577"/>
        <pc:sldMkLst>
          <pc:docMk/>
          <pc:sldMk cId="3733290588" sldId="321"/>
        </pc:sldMkLst>
        <pc:spChg chg="mod">
          <ac:chgData name="Tom Jaffrain" userId="S::tom.jaffrain@etu.cyu.fr::3465d130-e37b-4363-a46a-94c5b2166a36" providerId="AD" clId="Web-{11336986-6D4C-FF52-D738-550F08510032}" dt="2025-05-31T20:55:56.409" v="2448" actId="20577"/>
          <ac:spMkLst>
            <pc:docMk/>
            <pc:sldMk cId="3733290588" sldId="321"/>
            <ac:spMk id="110" creationId="{00000000-0000-0000-0000-000000000000}"/>
          </ac:spMkLst>
        </pc:spChg>
        <pc:spChg chg="mod">
          <ac:chgData name="Tom Jaffrain" userId="S::tom.jaffrain@etu.cyu.fr::3465d130-e37b-4363-a46a-94c5b2166a36" providerId="AD" clId="Web-{11336986-6D4C-FF52-D738-550F08510032}" dt="2025-05-31T20:56:07.566" v="2451" actId="20577"/>
          <ac:spMkLst>
            <pc:docMk/>
            <pc:sldMk cId="3733290588" sldId="321"/>
            <ac:spMk id="111" creationId="{00000000-0000-0000-0000-000000000000}"/>
          </ac:spMkLst>
        </pc:spChg>
      </pc:sldChg>
      <pc:sldChg chg="modSp">
        <pc:chgData name="Tom Jaffrain" userId="S::tom.jaffrain@etu.cyu.fr::3465d130-e37b-4363-a46a-94c5b2166a36" providerId="AD" clId="Web-{11336986-6D4C-FF52-D738-550F08510032}" dt="2025-05-31T19:25:07.260" v="18" actId="20577"/>
        <pc:sldMkLst>
          <pc:docMk/>
          <pc:sldMk cId="1436089403" sldId="324"/>
        </pc:sldMkLst>
        <pc:spChg chg="mod">
          <ac:chgData name="Tom Jaffrain" userId="S::tom.jaffrain@etu.cyu.fr::3465d130-e37b-4363-a46a-94c5b2166a36" providerId="AD" clId="Web-{11336986-6D4C-FF52-D738-550F08510032}" dt="2025-05-31T19:25:07.260" v="18" actId="20577"/>
          <ac:spMkLst>
            <pc:docMk/>
            <pc:sldMk cId="1436089403" sldId="324"/>
            <ac:spMk id="6" creationId="{37D07A7C-BD4D-E344-7AB1-E6A129D40142}"/>
          </ac:spMkLst>
        </pc:spChg>
      </pc:sldChg>
      <pc:sldChg chg="modSp">
        <pc:chgData name="Tom Jaffrain" userId="S::tom.jaffrain@etu.cyu.fr::3465d130-e37b-4363-a46a-94c5b2166a36" providerId="AD" clId="Web-{11336986-6D4C-FF52-D738-550F08510032}" dt="2025-05-31T20:58:37.570" v="2479" actId="20577"/>
        <pc:sldMkLst>
          <pc:docMk/>
          <pc:sldMk cId="2320380756" sldId="334"/>
        </pc:sldMkLst>
        <pc:spChg chg="mod">
          <ac:chgData name="Tom Jaffrain" userId="S::tom.jaffrain@etu.cyu.fr::3465d130-e37b-4363-a46a-94c5b2166a36" providerId="AD" clId="Web-{11336986-6D4C-FF52-D738-550F08510032}" dt="2025-05-31T20:58:37.570" v="2479" actId="20577"/>
          <ac:spMkLst>
            <pc:docMk/>
            <pc:sldMk cId="2320380756" sldId="334"/>
            <ac:spMk id="342" creationId="{00000000-0000-0000-0000-000000000000}"/>
          </ac:spMkLst>
        </pc:spChg>
      </pc:sldChg>
      <pc:sldChg chg="modSp">
        <pc:chgData name="Tom Jaffrain" userId="S::tom.jaffrain@etu.cyu.fr::3465d130-e37b-4363-a46a-94c5b2166a36" providerId="AD" clId="Web-{11336986-6D4C-FF52-D738-550F08510032}" dt="2025-05-31T20:58:47.726" v="2482" actId="20577"/>
        <pc:sldMkLst>
          <pc:docMk/>
          <pc:sldMk cId="860575052" sldId="335"/>
        </pc:sldMkLst>
        <pc:spChg chg="mod">
          <ac:chgData name="Tom Jaffrain" userId="S::tom.jaffrain@etu.cyu.fr::3465d130-e37b-4363-a46a-94c5b2166a36" providerId="AD" clId="Web-{11336986-6D4C-FF52-D738-550F08510032}" dt="2025-05-31T20:58:47.726" v="2482" actId="20577"/>
          <ac:spMkLst>
            <pc:docMk/>
            <pc:sldMk cId="860575052" sldId="335"/>
            <ac:spMk id="212" creationId="{00000000-0000-0000-0000-000000000000}"/>
          </ac:spMkLst>
        </pc:spChg>
      </pc:sldChg>
    </pc:docChg>
  </pc:docChgLst>
  <pc:docChgLst>
    <pc:chgData name="Maria-Danielle Boula" userId="S::maria-danielle.boula@etu.cyu.fr::859cf926-bdfd-4a6e-8ea5-01bbdb4ec499" providerId="AD" clId="Web-{3F5BC119-99BC-3DCE-CB16-662BF6C2A78E}"/>
    <pc:docChg chg="addSld delSld modSld">
      <pc:chgData name="Maria-Danielle Boula" userId="S::maria-danielle.boula@etu.cyu.fr::859cf926-bdfd-4a6e-8ea5-01bbdb4ec499" providerId="AD" clId="Web-{3F5BC119-99BC-3DCE-CB16-662BF6C2A78E}" dt="2025-05-31T14:24:30.759" v="514" actId="20577"/>
      <pc:docMkLst>
        <pc:docMk/>
      </pc:docMkLst>
      <pc:sldChg chg="modSp">
        <pc:chgData name="Maria-Danielle Boula" userId="S::maria-danielle.boula@etu.cyu.fr::859cf926-bdfd-4a6e-8ea5-01bbdb4ec499" providerId="AD" clId="Web-{3F5BC119-99BC-3DCE-CB16-662BF6C2A78E}" dt="2025-05-31T13:56:21.866" v="303" actId="20577"/>
        <pc:sldMkLst>
          <pc:docMk/>
          <pc:sldMk cId="0" sldId="287"/>
        </pc:sldMkLst>
        <pc:spChg chg="mod">
          <ac:chgData name="Maria-Danielle Boula" userId="S::maria-danielle.boula@etu.cyu.fr::859cf926-bdfd-4a6e-8ea5-01bbdb4ec499" providerId="AD" clId="Web-{3F5BC119-99BC-3DCE-CB16-662BF6C2A78E}" dt="2025-05-31T13:56:21.866" v="303" actId="20577"/>
          <ac:spMkLst>
            <pc:docMk/>
            <pc:sldMk cId="0" sldId="287"/>
            <ac:spMk id="471" creationId="{00000000-0000-0000-0000-000000000000}"/>
          </ac:spMkLst>
        </pc:spChg>
      </pc:sldChg>
      <pc:sldChg chg="modSp">
        <pc:chgData name="Maria-Danielle Boula" userId="S::maria-danielle.boula@etu.cyu.fr::859cf926-bdfd-4a6e-8ea5-01bbdb4ec499" providerId="AD" clId="Web-{3F5BC119-99BC-3DCE-CB16-662BF6C2A78E}" dt="2025-05-31T14:24:30.759" v="514" actId="20577"/>
        <pc:sldMkLst>
          <pc:docMk/>
          <pc:sldMk cId="1277295038" sldId="289"/>
        </pc:sldMkLst>
        <pc:spChg chg="mod">
          <ac:chgData name="Maria-Danielle Boula" userId="S::maria-danielle.boula@etu.cyu.fr::859cf926-bdfd-4a6e-8ea5-01bbdb4ec499" providerId="AD" clId="Web-{3F5BC119-99BC-3DCE-CB16-662BF6C2A78E}" dt="2025-05-31T14:24:30.759" v="514" actId="20577"/>
          <ac:spMkLst>
            <pc:docMk/>
            <pc:sldMk cId="1277295038" sldId="289"/>
            <ac:spMk id="401" creationId="{00000000-0000-0000-0000-000000000000}"/>
          </ac:spMkLst>
        </pc:spChg>
      </pc:sldChg>
      <pc:sldChg chg="modSp">
        <pc:chgData name="Maria-Danielle Boula" userId="S::maria-danielle.boula@etu.cyu.fr::859cf926-bdfd-4a6e-8ea5-01bbdb4ec499" providerId="AD" clId="Web-{3F5BC119-99BC-3DCE-CB16-662BF6C2A78E}" dt="2025-05-31T14:14:09.381" v="411" actId="20577"/>
        <pc:sldMkLst>
          <pc:docMk/>
          <pc:sldMk cId="0" sldId="290"/>
        </pc:sldMkLst>
        <pc:spChg chg="mod">
          <ac:chgData name="Maria-Danielle Boula" userId="S::maria-danielle.boula@etu.cyu.fr::859cf926-bdfd-4a6e-8ea5-01bbdb4ec499" providerId="AD" clId="Web-{3F5BC119-99BC-3DCE-CB16-662BF6C2A78E}" dt="2025-05-31T14:14:09.381" v="411" actId="20577"/>
          <ac:spMkLst>
            <pc:docMk/>
            <pc:sldMk cId="0" sldId="290"/>
            <ac:spMk id="510" creationId="{00000000-0000-0000-0000-000000000000}"/>
          </ac:spMkLst>
        </pc:spChg>
      </pc:sldChg>
      <pc:sldChg chg="modSp">
        <pc:chgData name="Maria-Danielle Boula" userId="S::maria-danielle.boula@etu.cyu.fr::859cf926-bdfd-4a6e-8ea5-01bbdb4ec499" providerId="AD" clId="Web-{3F5BC119-99BC-3DCE-CB16-662BF6C2A78E}" dt="2025-05-31T14:17:25.155" v="436" actId="20577"/>
        <pc:sldMkLst>
          <pc:docMk/>
          <pc:sldMk cId="1142318517" sldId="308"/>
        </pc:sldMkLst>
        <pc:spChg chg="mod">
          <ac:chgData name="Maria-Danielle Boula" userId="S::maria-danielle.boula@etu.cyu.fr::859cf926-bdfd-4a6e-8ea5-01bbdb4ec499" providerId="AD" clId="Web-{3F5BC119-99BC-3DCE-CB16-662BF6C2A78E}" dt="2025-05-31T14:17:25.155" v="436" actId="20577"/>
          <ac:spMkLst>
            <pc:docMk/>
            <pc:sldMk cId="1142318517" sldId="308"/>
            <ac:spMk id="212" creationId="{00000000-0000-0000-0000-000000000000}"/>
          </ac:spMkLst>
        </pc:spChg>
      </pc:sldChg>
      <pc:sldChg chg="modSp">
        <pc:chgData name="Maria-Danielle Boula" userId="S::maria-danielle.boula@etu.cyu.fr::859cf926-bdfd-4a6e-8ea5-01bbdb4ec499" providerId="AD" clId="Web-{3F5BC119-99BC-3DCE-CB16-662BF6C2A78E}" dt="2025-05-31T13:16:09.845" v="9" actId="20577"/>
        <pc:sldMkLst>
          <pc:docMk/>
          <pc:sldMk cId="1436089403" sldId="324"/>
        </pc:sldMkLst>
        <pc:spChg chg="mod">
          <ac:chgData name="Maria-Danielle Boula" userId="S::maria-danielle.boula@etu.cyu.fr::859cf926-bdfd-4a6e-8ea5-01bbdb4ec499" providerId="AD" clId="Web-{3F5BC119-99BC-3DCE-CB16-662BF6C2A78E}" dt="2025-05-31T13:16:09.845" v="9" actId="20577"/>
          <ac:spMkLst>
            <pc:docMk/>
            <pc:sldMk cId="1436089403" sldId="324"/>
            <ac:spMk id="6" creationId="{37D07A7C-BD4D-E344-7AB1-E6A129D40142}"/>
          </ac:spMkLst>
        </pc:spChg>
      </pc:sldChg>
      <pc:sldChg chg="modSp">
        <pc:chgData name="Maria-Danielle Boula" userId="S::maria-danielle.boula@etu.cyu.fr::859cf926-bdfd-4a6e-8ea5-01bbdb4ec499" providerId="AD" clId="Web-{3F5BC119-99BC-3DCE-CB16-662BF6C2A78E}" dt="2025-05-31T13:59:58.179" v="345" actId="20577"/>
        <pc:sldMkLst>
          <pc:docMk/>
          <pc:sldMk cId="0" sldId="327"/>
        </pc:sldMkLst>
        <pc:spChg chg="mod">
          <ac:chgData name="Maria-Danielle Boula" userId="S::maria-danielle.boula@etu.cyu.fr::859cf926-bdfd-4a6e-8ea5-01bbdb4ec499" providerId="AD" clId="Web-{3F5BC119-99BC-3DCE-CB16-662BF6C2A78E}" dt="2025-05-31T13:59:58.179" v="345" actId="20577"/>
          <ac:spMkLst>
            <pc:docMk/>
            <pc:sldMk cId="0" sldId="327"/>
            <ac:spMk id="445" creationId="{00000000-0000-0000-0000-000000000000}"/>
          </ac:spMkLst>
        </pc:spChg>
        <pc:grpChg chg="mod">
          <ac:chgData name="Maria-Danielle Boula" userId="S::maria-danielle.boula@etu.cyu.fr::859cf926-bdfd-4a6e-8ea5-01bbdb4ec499" providerId="AD" clId="Web-{3F5BC119-99BC-3DCE-CB16-662BF6C2A78E}" dt="2025-05-31T13:38:44.838" v="137" actId="1076"/>
          <ac:grpSpMkLst>
            <pc:docMk/>
            <pc:sldMk cId="0" sldId="327"/>
            <ac:grpSpMk id="446" creationId="{00000000-0000-0000-0000-000000000000}"/>
          </ac:grpSpMkLst>
        </pc:grpChg>
      </pc:sldChg>
      <pc:sldChg chg="modSp">
        <pc:chgData name="Maria-Danielle Boula" userId="S::maria-danielle.boula@etu.cyu.fr::859cf926-bdfd-4a6e-8ea5-01bbdb4ec499" providerId="AD" clId="Web-{3F5BC119-99BC-3DCE-CB16-662BF6C2A78E}" dt="2025-05-31T13:50:38.477" v="283" actId="20577"/>
        <pc:sldMkLst>
          <pc:docMk/>
          <pc:sldMk cId="0" sldId="328"/>
        </pc:sldMkLst>
        <pc:spChg chg="mod">
          <ac:chgData name="Maria-Danielle Boula" userId="S::maria-danielle.boula@etu.cyu.fr::859cf926-bdfd-4a6e-8ea5-01bbdb4ec499" providerId="AD" clId="Web-{3F5BC119-99BC-3DCE-CB16-662BF6C2A78E}" dt="2025-05-31T13:50:38.477" v="283" actId="20577"/>
          <ac:spMkLst>
            <pc:docMk/>
            <pc:sldMk cId="0" sldId="328"/>
            <ac:spMk id="458" creationId="{00000000-0000-0000-0000-000000000000}"/>
          </ac:spMkLst>
        </pc:spChg>
      </pc:sldChg>
      <pc:sldChg chg="modSp">
        <pc:chgData name="Maria-Danielle Boula" userId="S::maria-danielle.boula@etu.cyu.fr::859cf926-bdfd-4a6e-8ea5-01bbdb4ec499" providerId="AD" clId="Web-{3F5BC119-99BC-3DCE-CB16-662BF6C2A78E}" dt="2025-05-31T14:09:43.229" v="371" actId="20577"/>
        <pc:sldMkLst>
          <pc:docMk/>
          <pc:sldMk cId="0" sldId="329"/>
        </pc:sldMkLst>
        <pc:spChg chg="mod">
          <ac:chgData name="Maria-Danielle Boula" userId="S::maria-danielle.boula@etu.cyu.fr::859cf926-bdfd-4a6e-8ea5-01bbdb4ec499" providerId="AD" clId="Web-{3F5BC119-99BC-3DCE-CB16-662BF6C2A78E}" dt="2025-05-31T14:09:43.229" v="371" actId="20577"/>
          <ac:spMkLst>
            <pc:docMk/>
            <pc:sldMk cId="0" sldId="329"/>
            <ac:spMk id="484" creationId="{00000000-0000-0000-0000-000000000000}"/>
          </ac:spMkLst>
        </pc:spChg>
      </pc:sldChg>
      <pc:sldChg chg="modSp">
        <pc:chgData name="Maria-Danielle Boula" userId="S::maria-danielle.boula@etu.cyu.fr::859cf926-bdfd-4a6e-8ea5-01bbdb4ec499" providerId="AD" clId="Web-{3F5BC119-99BC-3DCE-CB16-662BF6C2A78E}" dt="2025-05-31T14:02:09.357" v="359" actId="20577"/>
        <pc:sldMkLst>
          <pc:docMk/>
          <pc:sldMk cId="0" sldId="330"/>
        </pc:sldMkLst>
        <pc:spChg chg="mod">
          <ac:chgData name="Maria-Danielle Boula" userId="S::maria-danielle.boula@etu.cyu.fr::859cf926-bdfd-4a6e-8ea5-01bbdb4ec499" providerId="AD" clId="Web-{3F5BC119-99BC-3DCE-CB16-662BF6C2A78E}" dt="2025-05-31T14:02:09.357" v="359" actId="20577"/>
          <ac:spMkLst>
            <pc:docMk/>
            <pc:sldMk cId="0" sldId="330"/>
            <ac:spMk id="497" creationId="{00000000-0000-0000-0000-000000000000}"/>
          </ac:spMkLst>
        </pc:spChg>
      </pc:sldChg>
      <pc:sldChg chg="modSp">
        <pc:chgData name="Maria-Danielle Boula" userId="S::maria-danielle.boula@etu.cyu.fr::859cf926-bdfd-4a6e-8ea5-01bbdb4ec499" providerId="AD" clId="Web-{3F5BC119-99BC-3DCE-CB16-662BF6C2A78E}" dt="2025-05-31T14:23:05.060" v="472" actId="20577"/>
        <pc:sldMkLst>
          <pc:docMk/>
          <pc:sldMk cId="3939122876" sldId="331"/>
        </pc:sldMkLst>
        <pc:spChg chg="mod">
          <ac:chgData name="Maria-Danielle Boula" userId="S::maria-danielle.boula@etu.cyu.fr::859cf926-bdfd-4a6e-8ea5-01bbdb4ec499" providerId="AD" clId="Web-{3F5BC119-99BC-3DCE-CB16-662BF6C2A78E}" dt="2025-05-31T14:23:05.060" v="472" actId="20577"/>
          <ac:spMkLst>
            <pc:docMk/>
            <pc:sldMk cId="3939122876" sldId="331"/>
            <ac:spMk id="212" creationId="{00000000-0000-0000-0000-000000000000}"/>
          </ac:spMkLst>
        </pc:spChg>
      </pc:sldChg>
      <pc:sldChg chg="new del">
        <pc:chgData name="Maria-Danielle Boula" userId="S::maria-danielle.boula@etu.cyu.fr::859cf926-bdfd-4a6e-8ea5-01bbdb4ec499" providerId="AD" clId="Web-{3F5BC119-99BC-3DCE-CB16-662BF6C2A78E}" dt="2025-05-31T14:09:00.665" v="361"/>
        <pc:sldMkLst>
          <pc:docMk/>
          <pc:sldMk cId="3193851581" sldId="338"/>
        </pc:sldMkLst>
      </pc:sldChg>
    </pc:docChg>
  </pc:docChgLst>
  <pc:docChgLst>
    <pc:chgData clId="Web-{957E2377-7657-7BD7-3D64-A443BE9192D7}"/>
    <pc:docChg chg="modSld">
      <pc:chgData name="" userId="" providerId="" clId="Web-{957E2377-7657-7BD7-3D64-A443BE9192D7}" dt="2025-05-31T18:02:46.075" v="0" actId="20577"/>
      <pc:docMkLst>
        <pc:docMk/>
      </pc:docMkLst>
      <pc:sldChg chg="modSp">
        <pc:chgData name="" userId="" providerId="" clId="Web-{957E2377-7657-7BD7-3D64-A443BE9192D7}" dt="2025-05-31T18:02:46.075" v="0" actId="20577"/>
        <pc:sldMkLst>
          <pc:docMk/>
          <pc:sldMk cId="0" sldId="273"/>
        </pc:sldMkLst>
        <pc:spChg chg="mod">
          <ac:chgData name="" userId="" providerId="" clId="Web-{957E2377-7657-7BD7-3D64-A443BE9192D7}" dt="2025-05-31T18:02:46.075" v="0" actId="20577"/>
          <ac:spMkLst>
            <pc:docMk/>
            <pc:sldMk cId="0" sldId="273"/>
            <ac:spMk id="239" creationId="{00000000-0000-0000-0000-000000000000}"/>
          </ac:spMkLst>
        </pc:spChg>
      </pc:sldChg>
    </pc:docChg>
  </pc:docChgLst>
  <pc:docChgLst>
    <pc:chgData name="Ibrahim Fridjine" userId="S::ibrahim.fridjine@etu.cyu.fr::67dc31e2-e662-4518-b469-c9f45de4918e" providerId="AD" clId="Web-{04923C84-AE5D-5F50-814F-6C8F0D420C39}"/>
    <pc:docChg chg="modSld">
      <pc:chgData name="Ibrahim Fridjine" userId="S::ibrahim.fridjine@etu.cyu.fr::67dc31e2-e662-4518-b469-c9f45de4918e" providerId="AD" clId="Web-{04923C84-AE5D-5F50-814F-6C8F0D420C39}" dt="2025-05-30T18:38:23.148" v="741" actId="20577"/>
      <pc:docMkLst>
        <pc:docMk/>
      </pc:docMkLst>
      <pc:sldChg chg="modSp">
        <pc:chgData name="Ibrahim Fridjine" userId="S::ibrahim.fridjine@etu.cyu.fr::67dc31e2-e662-4518-b469-c9f45de4918e" providerId="AD" clId="Web-{04923C84-AE5D-5F50-814F-6C8F0D420C39}" dt="2025-05-30T18:15:05.447" v="192" actId="20577"/>
        <pc:sldMkLst>
          <pc:docMk/>
          <pc:sldMk cId="0" sldId="261"/>
        </pc:sldMkLst>
        <pc:spChg chg="mod">
          <ac:chgData name="Ibrahim Fridjine" userId="S::ibrahim.fridjine@etu.cyu.fr::67dc31e2-e662-4518-b469-c9f45de4918e" providerId="AD" clId="Web-{04923C84-AE5D-5F50-814F-6C8F0D420C39}" dt="2025-05-30T18:11:55.361" v="71" actId="20577"/>
          <ac:spMkLst>
            <pc:docMk/>
            <pc:sldMk cId="0" sldId="261"/>
            <ac:spMk id="110" creationId="{00000000-0000-0000-0000-000000000000}"/>
          </ac:spMkLst>
        </pc:spChg>
        <pc:spChg chg="mod">
          <ac:chgData name="Ibrahim Fridjine" userId="S::ibrahim.fridjine@etu.cyu.fr::67dc31e2-e662-4518-b469-c9f45de4918e" providerId="AD" clId="Web-{04923C84-AE5D-5F50-814F-6C8F0D420C39}" dt="2025-05-30T18:15:05.447" v="192" actId="20577"/>
          <ac:spMkLst>
            <pc:docMk/>
            <pc:sldMk cId="0" sldId="261"/>
            <ac:spMk id="111" creationId="{00000000-0000-0000-0000-000000000000}"/>
          </ac:spMkLst>
        </pc:spChg>
        <pc:picChg chg="mod">
          <ac:chgData name="Ibrahim Fridjine" userId="S::ibrahim.fridjine@etu.cyu.fr::67dc31e2-e662-4518-b469-c9f45de4918e" providerId="AD" clId="Web-{04923C84-AE5D-5F50-814F-6C8F0D420C39}" dt="2025-05-30T18:11:58.955" v="73" actId="1076"/>
          <ac:picMkLst>
            <pc:docMk/>
            <pc:sldMk cId="0" sldId="261"/>
            <ac:picMk id="113" creationId="{00000000-0000-0000-0000-000000000000}"/>
          </ac:picMkLst>
        </pc:picChg>
      </pc:sldChg>
      <pc:sldChg chg="modSp">
        <pc:chgData name="Ibrahim Fridjine" userId="S::ibrahim.fridjine@etu.cyu.fr::67dc31e2-e662-4518-b469-c9f45de4918e" providerId="AD" clId="Web-{04923C84-AE5D-5F50-814F-6C8F0D420C39}" dt="2025-05-30T18:19:54.006" v="423" actId="20577"/>
        <pc:sldMkLst>
          <pc:docMk/>
          <pc:sldMk cId="2707835311" sldId="317"/>
        </pc:sldMkLst>
        <pc:spChg chg="mod">
          <ac:chgData name="Ibrahim Fridjine" userId="S::ibrahim.fridjine@etu.cyu.fr::67dc31e2-e662-4518-b469-c9f45de4918e" providerId="AD" clId="Web-{04923C84-AE5D-5F50-814F-6C8F0D420C39}" dt="2025-05-30T18:17:31.484" v="308" actId="20577"/>
          <ac:spMkLst>
            <pc:docMk/>
            <pc:sldMk cId="2707835311" sldId="317"/>
            <ac:spMk id="119" creationId="{00000000-0000-0000-0000-000000000000}"/>
          </ac:spMkLst>
        </pc:spChg>
        <pc:spChg chg="mod">
          <ac:chgData name="Ibrahim Fridjine" userId="S::ibrahim.fridjine@etu.cyu.fr::67dc31e2-e662-4518-b469-c9f45de4918e" providerId="AD" clId="Web-{04923C84-AE5D-5F50-814F-6C8F0D420C39}" dt="2025-05-30T18:19:54.006" v="423" actId="20577"/>
          <ac:spMkLst>
            <pc:docMk/>
            <pc:sldMk cId="2707835311" sldId="317"/>
            <ac:spMk id="120" creationId="{00000000-0000-0000-0000-000000000000}"/>
          </ac:spMkLst>
        </pc:spChg>
      </pc:sldChg>
      <pc:sldChg chg="modSp">
        <pc:chgData name="Ibrahim Fridjine" userId="S::ibrahim.fridjine@etu.cyu.fr::67dc31e2-e662-4518-b469-c9f45de4918e" providerId="AD" clId="Web-{04923C84-AE5D-5F50-814F-6C8F0D420C39}" dt="2025-05-30T18:23:36.267" v="464" actId="1076"/>
        <pc:sldMkLst>
          <pc:docMk/>
          <pc:sldMk cId="3591920962" sldId="318"/>
        </pc:sldMkLst>
        <pc:spChg chg="mod">
          <ac:chgData name="Ibrahim Fridjine" userId="S::ibrahim.fridjine@etu.cyu.fr::67dc31e2-e662-4518-b469-c9f45de4918e" providerId="AD" clId="Web-{04923C84-AE5D-5F50-814F-6C8F0D420C39}" dt="2025-05-30T18:23:36.267" v="464" actId="1076"/>
          <ac:spMkLst>
            <pc:docMk/>
            <pc:sldMk cId="3591920962" sldId="318"/>
            <ac:spMk id="133" creationId="{00000000-0000-0000-0000-000000000000}"/>
          </ac:spMkLst>
        </pc:spChg>
      </pc:sldChg>
      <pc:sldChg chg="modSp">
        <pc:chgData name="Ibrahim Fridjine" userId="S::ibrahim.fridjine@etu.cyu.fr::67dc31e2-e662-4518-b469-c9f45de4918e" providerId="AD" clId="Web-{04923C84-AE5D-5F50-814F-6C8F0D420C39}" dt="2025-05-30T18:38:23.148" v="741" actId="20577"/>
        <pc:sldMkLst>
          <pc:docMk/>
          <pc:sldMk cId="3349234196" sldId="320"/>
        </pc:sldMkLst>
        <pc:spChg chg="mod">
          <ac:chgData name="Ibrahim Fridjine" userId="S::ibrahim.fridjine@etu.cyu.fr::67dc31e2-e662-4518-b469-c9f45de4918e" providerId="AD" clId="Web-{04923C84-AE5D-5F50-814F-6C8F0D420C39}" dt="2025-05-30T18:35:25.333" v="634" actId="20577"/>
          <ac:spMkLst>
            <pc:docMk/>
            <pc:sldMk cId="3349234196" sldId="320"/>
            <ac:spMk id="118" creationId="{00000000-0000-0000-0000-000000000000}"/>
          </ac:spMkLst>
        </pc:spChg>
        <pc:spChg chg="mod">
          <ac:chgData name="Ibrahim Fridjine" userId="S::ibrahim.fridjine@etu.cyu.fr::67dc31e2-e662-4518-b469-c9f45de4918e" providerId="AD" clId="Web-{04923C84-AE5D-5F50-814F-6C8F0D420C39}" dt="2025-05-30T18:38:23.148" v="741" actId="20577"/>
          <ac:spMkLst>
            <pc:docMk/>
            <pc:sldMk cId="3349234196" sldId="320"/>
            <ac:spMk id="119" creationId="{00000000-0000-0000-0000-000000000000}"/>
          </ac:spMkLst>
        </pc:spChg>
      </pc:sldChg>
      <pc:sldChg chg="modSp">
        <pc:chgData name="Ibrahim Fridjine" userId="S::ibrahim.fridjine@etu.cyu.fr::67dc31e2-e662-4518-b469-c9f45de4918e" providerId="AD" clId="Web-{04923C84-AE5D-5F50-814F-6C8F0D420C39}" dt="2025-05-30T18:30:36.790" v="584" actId="20577"/>
        <pc:sldMkLst>
          <pc:docMk/>
          <pc:sldMk cId="3733290588" sldId="321"/>
        </pc:sldMkLst>
        <pc:spChg chg="mod">
          <ac:chgData name="Ibrahim Fridjine" userId="S::ibrahim.fridjine@etu.cyu.fr::67dc31e2-e662-4518-b469-c9f45de4918e" providerId="AD" clId="Web-{04923C84-AE5D-5F50-814F-6C8F0D420C39}" dt="2025-05-30T18:27:36.186" v="560" actId="20577"/>
          <ac:spMkLst>
            <pc:docMk/>
            <pc:sldMk cId="3733290588" sldId="321"/>
            <ac:spMk id="110" creationId="{00000000-0000-0000-0000-000000000000}"/>
          </ac:spMkLst>
        </pc:spChg>
        <pc:spChg chg="mod">
          <ac:chgData name="Ibrahim Fridjine" userId="S::ibrahim.fridjine@etu.cyu.fr::67dc31e2-e662-4518-b469-c9f45de4918e" providerId="AD" clId="Web-{04923C84-AE5D-5F50-814F-6C8F0D420C39}" dt="2025-05-30T18:30:36.790" v="584" actId="20577"/>
          <ac:spMkLst>
            <pc:docMk/>
            <pc:sldMk cId="3733290588" sldId="321"/>
            <ac:spMk id="111" creationId="{00000000-0000-0000-0000-000000000000}"/>
          </ac:spMkLst>
        </pc:spChg>
      </pc:sldChg>
      <pc:sldChg chg="modSp">
        <pc:chgData name="Ibrahim Fridjine" userId="S::ibrahim.fridjine@etu.cyu.fr::67dc31e2-e662-4518-b469-c9f45de4918e" providerId="AD" clId="Web-{04923C84-AE5D-5F50-814F-6C8F0D420C39}" dt="2025-05-30T18:04:17.624" v="19" actId="20577"/>
        <pc:sldMkLst>
          <pc:docMk/>
          <pc:sldMk cId="1436089403" sldId="324"/>
        </pc:sldMkLst>
        <pc:spChg chg="mod">
          <ac:chgData name="Ibrahim Fridjine" userId="S::ibrahim.fridjine@etu.cyu.fr::67dc31e2-e662-4518-b469-c9f45de4918e" providerId="AD" clId="Web-{04923C84-AE5D-5F50-814F-6C8F0D420C39}" dt="2025-05-30T18:04:17.624" v="19" actId="20577"/>
          <ac:spMkLst>
            <pc:docMk/>
            <pc:sldMk cId="1436089403" sldId="324"/>
            <ac:spMk id="6" creationId="{37D07A7C-BD4D-E344-7AB1-E6A129D40142}"/>
          </ac:spMkLst>
        </pc:spChg>
      </pc:sldChg>
    </pc:docChg>
  </pc:docChgLst>
  <pc:docChgLst>
    <pc:chgData name="Ambrine Abdouni" userId="3f54f8c1-fdad-4576-a545-567edebaaded" providerId="ADAL" clId="{67AAC8D2-D8DB-EE4F-A271-81068450086B}"/>
    <pc:docChg chg="undo custSel modSld">
      <pc:chgData name="Ambrine Abdouni" userId="3f54f8c1-fdad-4576-a545-567edebaaded" providerId="ADAL" clId="{67AAC8D2-D8DB-EE4F-A271-81068450086B}" dt="2025-05-31T15:03:51.487" v="526" actId="20577"/>
      <pc:docMkLst>
        <pc:docMk/>
      </pc:docMkLst>
      <pc:sldChg chg="modSp">
        <pc:chgData name="Ambrine Abdouni" userId="3f54f8c1-fdad-4576-a545-567edebaaded" providerId="ADAL" clId="{67AAC8D2-D8DB-EE4F-A271-81068450086B}" dt="2025-05-31T14:59:44.656" v="428" actId="20577"/>
        <pc:sldMkLst>
          <pc:docMk/>
          <pc:sldMk cId="0" sldId="273"/>
        </pc:sldMkLst>
        <pc:spChg chg="mod">
          <ac:chgData name="Ambrine Abdouni" userId="3f54f8c1-fdad-4576-a545-567edebaaded" providerId="ADAL" clId="{67AAC8D2-D8DB-EE4F-A271-81068450086B}" dt="2025-05-31T14:59:44.656" v="428" actId="20577"/>
          <ac:spMkLst>
            <pc:docMk/>
            <pc:sldMk cId="0" sldId="273"/>
            <ac:spMk id="239" creationId="{00000000-0000-0000-0000-000000000000}"/>
          </ac:spMkLst>
        </pc:spChg>
      </pc:sldChg>
      <pc:sldChg chg="modSp">
        <pc:chgData name="Ambrine Abdouni" userId="3f54f8c1-fdad-4576-a545-567edebaaded" providerId="ADAL" clId="{67AAC8D2-D8DB-EE4F-A271-81068450086B}" dt="2025-05-31T15:03:51.487" v="526" actId="20577"/>
        <pc:sldMkLst>
          <pc:docMk/>
          <pc:sldMk cId="0" sldId="274"/>
        </pc:sldMkLst>
        <pc:spChg chg="mod">
          <ac:chgData name="Ambrine Abdouni" userId="3f54f8c1-fdad-4576-a545-567edebaaded" providerId="ADAL" clId="{67AAC8D2-D8DB-EE4F-A271-81068450086B}" dt="2025-05-31T15:03:51.487" v="526" actId="20577"/>
          <ac:spMkLst>
            <pc:docMk/>
            <pc:sldMk cId="0" sldId="274"/>
            <ac:spMk id="252" creationId="{00000000-0000-0000-0000-000000000000}"/>
          </ac:spMkLst>
        </pc:spChg>
      </pc:sldChg>
      <pc:sldChg chg="modSp">
        <pc:chgData name="Ambrine Abdouni" userId="3f54f8c1-fdad-4576-a545-567edebaaded" providerId="ADAL" clId="{67AAC8D2-D8DB-EE4F-A271-81068450086B}" dt="2025-05-31T14:38:25.825" v="317" actId="1076"/>
        <pc:sldMkLst>
          <pc:docMk/>
          <pc:sldMk cId="3020516142" sldId="283"/>
        </pc:sldMkLst>
        <pc:spChg chg="mod">
          <ac:chgData name="Ambrine Abdouni" userId="3f54f8c1-fdad-4576-a545-567edebaaded" providerId="ADAL" clId="{67AAC8D2-D8DB-EE4F-A271-81068450086B}" dt="2025-05-31T14:38:25.825" v="317" actId="1076"/>
          <ac:spMkLst>
            <pc:docMk/>
            <pc:sldMk cId="3020516142" sldId="283"/>
            <ac:spMk id="341" creationId="{00000000-0000-0000-0000-000000000000}"/>
          </ac:spMkLst>
        </pc:spChg>
        <pc:spChg chg="mod">
          <ac:chgData name="Ambrine Abdouni" userId="3f54f8c1-fdad-4576-a545-567edebaaded" providerId="ADAL" clId="{67AAC8D2-D8DB-EE4F-A271-81068450086B}" dt="2025-05-31T14:38:20.751" v="316" actId="255"/>
          <ac:spMkLst>
            <pc:docMk/>
            <pc:sldMk cId="3020516142" sldId="283"/>
            <ac:spMk id="342" creationId="{00000000-0000-0000-0000-000000000000}"/>
          </ac:spMkLst>
        </pc:spChg>
      </pc:sldChg>
      <pc:sldChg chg="modSp">
        <pc:chgData name="Ambrine Abdouni" userId="3f54f8c1-fdad-4576-a545-567edebaaded" providerId="ADAL" clId="{67AAC8D2-D8DB-EE4F-A271-81068450086B}" dt="2025-05-31T14:41:04.473" v="345" actId="255"/>
        <pc:sldMkLst>
          <pc:docMk/>
          <pc:sldMk cId="209937667" sldId="323"/>
        </pc:sldMkLst>
        <pc:spChg chg="mod">
          <ac:chgData name="Ambrine Abdouni" userId="3f54f8c1-fdad-4576-a545-567edebaaded" providerId="ADAL" clId="{67AAC8D2-D8DB-EE4F-A271-81068450086B}" dt="2025-05-31T14:41:04.473" v="345" actId="255"/>
          <ac:spMkLst>
            <pc:docMk/>
            <pc:sldMk cId="209937667" sldId="323"/>
            <ac:spMk id="434" creationId="{00000000-0000-0000-0000-000000000000}"/>
          </ac:spMkLst>
        </pc:spChg>
      </pc:sldChg>
      <pc:sldChg chg="modSp">
        <pc:chgData name="Ambrine Abdouni" userId="3f54f8c1-fdad-4576-a545-567edebaaded" providerId="ADAL" clId="{67AAC8D2-D8DB-EE4F-A271-81068450086B}" dt="2025-05-31T14:20:59.864" v="15" actId="20577"/>
        <pc:sldMkLst>
          <pc:docMk/>
          <pc:sldMk cId="1436089403" sldId="324"/>
        </pc:sldMkLst>
        <pc:spChg chg="mod">
          <ac:chgData name="Ambrine Abdouni" userId="3f54f8c1-fdad-4576-a545-567edebaaded" providerId="ADAL" clId="{67AAC8D2-D8DB-EE4F-A271-81068450086B}" dt="2025-05-31T14:20:59.864" v="15" actId="20577"/>
          <ac:spMkLst>
            <pc:docMk/>
            <pc:sldMk cId="1436089403" sldId="324"/>
            <ac:spMk id="6" creationId="{37D07A7C-BD4D-E344-7AB1-E6A129D40142}"/>
          </ac:spMkLst>
        </pc:spChg>
      </pc:sldChg>
    </pc:docChg>
  </pc:docChgLst>
  <pc:docChgLst>
    <pc:chgData name="Tom Jaffrain" userId="S::tom.jaffrain@etu.cyu.fr::3465d130-e37b-4363-a46a-94c5b2166a36" providerId="AD" clId="Web-{C2F1DBD2-6479-C6DD-9C7E-08FD1117F73C}"/>
    <pc:docChg chg="modSld">
      <pc:chgData name="Tom Jaffrain" userId="S::tom.jaffrain@etu.cyu.fr::3465d130-e37b-4363-a46a-94c5b2166a36" providerId="AD" clId="Web-{C2F1DBD2-6479-C6DD-9C7E-08FD1117F73C}" dt="2025-05-30T21:12:11.613" v="99" actId="20577"/>
      <pc:docMkLst>
        <pc:docMk/>
      </pc:docMkLst>
      <pc:sldChg chg="modSp">
        <pc:chgData name="Tom Jaffrain" userId="S::tom.jaffrain@etu.cyu.fr::3465d130-e37b-4363-a46a-94c5b2166a36" providerId="AD" clId="Web-{C2F1DBD2-6479-C6DD-9C7E-08FD1117F73C}" dt="2025-05-30T21:05:48.945" v="1" actId="20577"/>
        <pc:sldMkLst>
          <pc:docMk/>
          <pc:sldMk cId="1805407456" sldId="309"/>
        </pc:sldMkLst>
        <pc:spChg chg="mod">
          <ac:chgData name="Tom Jaffrain" userId="S::tom.jaffrain@etu.cyu.fr::3465d130-e37b-4363-a46a-94c5b2166a36" providerId="AD" clId="Web-{C2F1DBD2-6479-C6DD-9C7E-08FD1117F73C}" dt="2025-05-30T21:05:48.945" v="1" actId="20577"/>
          <ac:spMkLst>
            <pc:docMk/>
            <pc:sldMk cId="1805407456" sldId="309"/>
            <ac:spMk id="212" creationId="{00000000-0000-0000-0000-000000000000}"/>
          </ac:spMkLst>
        </pc:spChg>
      </pc:sldChg>
      <pc:sldChg chg="modSp">
        <pc:chgData name="Tom Jaffrain" userId="S::tom.jaffrain@etu.cyu.fr::3465d130-e37b-4363-a46a-94c5b2166a36" providerId="AD" clId="Web-{C2F1DBD2-6479-C6DD-9C7E-08FD1117F73C}" dt="2025-05-30T21:12:11.613" v="99" actId="20577"/>
        <pc:sldMkLst>
          <pc:docMk/>
          <pc:sldMk cId="2320380756" sldId="334"/>
        </pc:sldMkLst>
        <pc:spChg chg="mod">
          <ac:chgData name="Tom Jaffrain" userId="S::tom.jaffrain@etu.cyu.fr::3465d130-e37b-4363-a46a-94c5b2166a36" providerId="AD" clId="Web-{C2F1DBD2-6479-C6DD-9C7E-08FD1117F73C}" dt="2025-05-30T21:12:11.613" v="99" actId="20577"/>
          <ac:spMkLst>
            <pc:docMk/>
            <pc:sldMk cId="2320380756" sldId="334"/>
            <ac:spMk id="342" creationId="{00000000-0000-0000-0000-000000000000}"/>
          </ac:spMkLst>
        </pc:spChg>
      </pc:sldChg>
    </pc:docChg>
  </pc:docChgLst>
  <pc:docChgLst>
    <pc:chgData name="Maria-Danielle Boula" userId="S::maria-danielle.boula@etu.cyu.fr::859cf926-bdfd-4a6e-8ea5-01bbdb4ec499" providerId="AD" clId="Web-{957E2377-7657-7BD7-3D64-A443BE9192D7}"/>
    <pc:docChg chg="modSld">
      <pc:chgData name="Maria-Danielle Boula" userId="S::maria-danielle.boula@etu.cyu.fr::859cf926-bdfd-4a6e-8ea5-01bbdb4ec499" providerId="AD" clId="Web-{957E2377-7657-7BD7-3D64-A443BE9192D7}" dt="2025-05-31T18:12:07.850" v="70" actId="20577"/>
      <pc:docMkLst>
        <pc:docMk/>
      </pc:docMkLst>
      <pc:sldChg chg="modSp">
        <pc:chgData name="Maria-Danielle Boula" userId="S::maria-danielle.boula@etu.cyu.fr::859cf926-bdfd-4a6e-8ea5-01bbdb4ec499" providerId="AD" clId="Web-{957E2377-7657-7BD7-3D64-A443BE9192D7}" dt="2025-05-31T18:11:01.535" v="39" actId="20577"/>
        <pc:sldMkLst>
          <pc:docMk/>
          <pc:sldMk cId="0" sldId="273"/>
        </pc:sldMkLst>
        <pc:spChg chg="mod">
          <ac:chgData name="Maria-Danielle Boula" userId="S::maria-danielle.boula@etu.cyu.fr::859cf926-bdfd-4a6e-8ea5-01bbdb4ec499" providerId="AD" clId="Web-{957E2377-7657-7BD7-3D64-A443BE9192D7}" dt="2025-05-31T18:11:01.535" v="39" actId="20577"/>
          <ac:spMkLst>
            <pc:docMk/>
            <pc:sldMk cId="0" sldId="273"/>
            <ac:spMk id="239" creationId="{00000000-0000-0000-0000-000000000000}"/>
          </ac:spMkLst>
        </pc:spChg>
      </pc:sldChg>
      <pc:sldChg chg="modSp">
        <pc:chgData name="Maria-Danielle Boula" userId="S::maria-danielle.boula@etu.cyu.fr::859cf926-bdfd-4a6e-8ea5-01bbdb4ec499" providerId="AD" clId="Web-{957E2377-7657-7BD7-3D64-A443BE9192D7}" dt="2025-05-31T18:12:07.850" v="70" actId="20577"/>
        <pc:sldMkLst>
          <pc:docMk/>
          <pc:sldMk cId="0" sldId="274"/>
        </pc:sldMkLst>
        <pc:spChg chg="mod">
          <ac:chgData name="Maria-Danielle Boula" userId="S::maria-danielle.boula@etu.cyu.fr::859cf926-bdfd-4a6e-8ea5-01bbdb4ec499" providerId="AD" clId="Web-{957E2377-7657-7BD7-3D64-A443BE9192D7}" dt="2025-05-31T18:12:07.850" v="70" actId="20577"/>
          <ac:spMkLst>
            <pc:docMk/>
            <pc:sldMk cId="0" sldId="274"/>
            <ac:spMk id="252" creationId="{00000000-0000-0000-0000-000000000000}"/>
          </ac:spMkLst>
        </pc:spChg>
      </pc:sldChg>
    </pc:docChg>
  </pc:docChgLst>
  <pc:docChgLst>
    <pc:chgData name="Wahiba Talantikite" userId="4d342499-98aa-4c09-9d11-ef2edea3ff94" providerId="ADAL" clId="{07CD689B-5D1F-E848-8624-7EC7FEF153C4}"/>
    <pc:docChg chg="undo custSel modSld">
      <pc:chgData name="Wahiba Talantikite" userId="4d342499-98aa-4c09-9d11-ef2edea3ff94" providerId="ADAL" clId="{07CD689B-5D1F-E848-8624-7EC7FEF153C4}" dt="2025-05-31T09:57:29.454" v="86" actId="20577"/>
      <pc:docMkLst>
        <pc:docMk/>
      </pc:docMkLst>
      <pc:sldChg chg="addSp delSp modSp">
        <pc:chgData name="Wahiba Talantikite" userId="4d342499-98aa-4c09-9d11-ef2edea3ff94" providerId="ADAL" clId="{07CD689B-5D1F-E848-8624-7EC7FEF153C4}" dt="2025-05-31T09:57:29.454" v="86" actId="20577"/>
        <pc:sldMkLst>
          <pc:docMk/>
          <pc:sldMk cId="1436089403" sldId="324"/>
        </pc:sldMkLst>
        <pc:spChg chg="add mod">
          <ac:chgData name="Wahiba Talantikite" userId="4d342499-98aa-4c09-9d11-ef2edea3ff94" providerId="ADAL" clId="{07CD689B-5D1F-E848-8624-7EC7FEF153C4}" dt="2025-05-31T09:55:14.422" v="4" actId="1076"/>
          <ac:spMkLst>
            <pc:docMk/>
            <pc:sldMk cId="1436089403" sldId="324"/>
            <ac:spMk id="5" creationId="{AEDF0298-82D7-35DB-729A-81773126DCE6}"/>
          </ac:spMkLst>
        </pc:spChg>
        <pc:spChg chg="add del mod">
          <ac:chgData name="Wahiba Talantikite" userId="4d342499-98aa-4c09-9d11-ef2edea3ff94" providerId="ADAL" clId="{07CD689B-5D1F-E848-8624-7EC7FEF153C4}" dt="2025-05-31T09:57:14.393" v="64" actId="21"/>
          <ac:spMkLst>
            <pc:docMk/>
            <pc:sldMk cId="1436089403" sldId="324"/>
            <ac:spMk id="6" creationId="{37D07A7C-BD4D-E344-7AB1-E6A129D40142}"/>
          </ac:spMkLst>
        </pc:spChg>
        <pc:spChg chg="add del mod">
          <ac:chgData name="Wahiba Talantikite" userId="4d342499-98aa-4c09-9d11-ef2edea3ff94" providerId="ADAL" clId="{07CD689B-5D1F-E848-8624-7EC7FEF153C4}" dt="2025-05-31T09:56:30.634" v="41" actId="21"/>
          <ac:spMkLst>
            <pc:docMk/>
            <pc:sldMk cId="1436089403" sldId="324"/>
            <ac:spMk id="8" creationId="{052179A2-A19F-AF38-D150-2544E2087170}"/>
          </ac:spMkLst>
        </pc:spChg>
        <pc:spChg chg="add mod">
          <ac:chgData name="Wahiba Talantikite" userId="4d342499-98aa-4c09-9d11-ef2edea3ff94" providerId="ADAL" clId="{07CD689B-5D1F-E848-8624-7EC7FEF153C4}" dt="2025-05-31T09:57:29.454" v="86" actId="20577"/>
          <ac:spMkLst>
            <pc:docMk/>
            <pc:sldMk cId="1436089403" sldId="324"/>
            <ac:spMk id="10" creationId="{B517A2FC-6F8B-9DBC-9A40-7B467E312C5F}"/>
          </ac:spMkLst>
        </pc:spChg>
      </pc:sldChg>
    </pc:docChg>
  </pc:docChgLst>
  <pc:docChgLst>
    <pc:chgData name="Myriam Bensaid" userId="6732edbd-cc17-4b25-8fa6-040ea5375654" providerId="ADAL" clId="{656A798D-0B04-4A66-BD4D-34B0180159B0}"/>
    <pc:docChg chg="undo custSel modSld">
      <pc:chgData name="Myriam Bensaid" userId="6732edbd-cc17-4b25-8fa6-040ea5375654" providerId="ADAL" clId="{656A798D-0B04-4A66-BD4D-34B0180159B0}" dt="2025-05-31T21:05:52.286" v="205" actId="20577"/>
      <pc:docMkLst>
        <pc:docMk/>
      </pc:docMkLst>
      <pc:sldChg chg="modSp">
        <pc:chgData name="Myriam Bensaid" userId="6732edbd-cc17-4b25-8fa6-040ea5375654" providerId="ADAL" clId="{656A798D-0B04-4A66-BD4D-34B0180159B0}" dt="2025-05-31T13:33:17.534" v="71"/>
        <pc:sldMkLst>
          <pc:docMk/>
          <pc:sldMk cId="0" sldId="272"/>
        </pc:sldMkLst>
        <pc:spChg chg="mod">
          <ac:chgData name="Myriam Bensaid" userId="6732edbd-cc17-4b25-8fa6-040ea5375654" providerId="ADAL" clId="{656A798D-0B04-4A66-BD4D-34B0180159B0}" dt="2025-05-31T13:33:17.534" v="71"/>
          <ac:spMkLst>
            <pc:docMk/>
            <pc:sldMk cId="0" sldId="272"/>
            <ac:spMk id="224" creationId="{00000000-0000-0000-0000-000000000000}"/>
          </ac:spMkLst>
        </pc:spChg>
      </pc:sldChg>
      <pc:sldChg chg="modSp mod">
        <pc:chgData name="Myriam Bensaid" userId="6732edbd-cc17-4b25-8fa6-040ea5375654" providerId="ADAL" clId="{656A798D-0B04-4A66-BD4D-34B0180159B0}" dt="2025-05-31T20:45:00.260" v="181" actId="1076"/>
        <pc:sldMkLst>
          <pc:docMk/>
          <pc:sldMk cId="0" sldId="274"/>
        </pc:sldMkLst>
        <pc:spChg chg="mod">
          <ac:chgData name="Myriam Bensaid" userId="6732edbd-cc17-4b25-8fa6-040ea5375654" providerId="ADAL" clId="{656A798D-0B04-4A66-BD4D-34B0180159B0}" dt="2025-05-31T20:45:00.260" v="181" actId="1076"/>
          <ac:spMkLst>
            <pc:docMk/>
            <pc:sldMk cId="0" sldId="274"/>
            <ac:spMk id="252" creationId="{00000000-0000-0000-0000-000000000000}"/>
          </ac:spMkLst>
        </pc:spChg>
      </pc:sldChg>
      <pc:sldChg chg="modSp">
        <pc:chgData name="Myriam Bensaid" userId="6732edbd-cc17-4b25-8fa6-040ea5375654" providerId="ADAL" clId="{656A798D-0B04-4A66-BD4D-34B0180159B0}" dt="2025-05-31T13:33:17.534" v="71"/>
        <pc:sldMkLst>
          <pc:docMk/>
          <pc:sldMk cId="3020516142" sldId="283"/>
        </pc:sldMkLst>
        <pc:spChg chg="mod">
          <ac:chgData name="Myriam Bensaid" userId="6732edbd-cc17-4b25-8fa6-040ea5375654" providerId="ADAL" clId="{656A798D-0B04-4A66-BD4D-34B0180159B0}" dt="2025-05-31T13:33:17.534" v="71"/>
          <ac:spMkLst>
            <pc:docMk/>
            <pc:sldMk cId="3020516142" sldId="283"/>
            <ac:spMk id="341" creationId="{00000000-0000-0000-0000-000000000000}"/>
          </ac:spMkLst>
        </pc:spChg>
      </pc:sldChg>
      <pc:sldChg chg="modSp">
        <pc:chgData name="Myriam Bensaid" userId="6732edbd-cc17-4b25-8fa6-040ea5375654" providerId="ADAL" clId="{656A798D-0B04-4A66-BD4D-34B0180159B0}" dt="2025-05-31T13:33:17.534" v="71"/>
        <pc:sldMkLst>
          <pc:docMk/>
          <pc:sldMk cId="1254373664" sldId="286"/>
        </pc:sldMkLst>
        <pc:spChg chg="mod">
          <ac:chgData name="Myriam Bensaid" userId="6732edbd-cc17-4b25-8fa6-040ea5375654" providerId="ADAL" clId="{656A798D-0B04-4A66-BD4D-34B0180159B0}" dt="2025-05-31T13:33:17.534" v="71"/>
          <ac:spMkLst>
            <pc:docMk/>
            <pc:sldMk cId="1254373664" sldId="286"/>
            <ac:spMk id="370" creationId="{00000000-0000-0000-0000-000000000000}"/>
          </ac:spMkLst>
        </pc:spChg>
      </pc:sldChg>
      <pc:sldChg chg="modSp mod">
        <pc:chgData name="Myriam Bensaid" userId="6732edbd-cc17-4b25-8fa6-040ea5375654" providerId="ADAL" clId="{656A798D-0B04-4A66-BD4D-34B0180159B0}" dt="2025-05-31T15:58:28.316" v="146" actId="5793"/>
        <pc:sldMkLst>
          <pc:docMk/>
          <pc:sldMk cId="0" sldId="287"/>
        </pc:sldMkLst>
        <pc:spChg chg="mod">
          <ac:chgData name="Myriam Bensaid" userId="6732edbd-cc17-4b25-8fa6-040ea5375654" providerId="ADAL" clId="{656A798D-0B04-4A66-BD4D-34B0180159B0}" dt="2025-05-31T15:58:28.316" v="146" actId="5793"/>
          <ac:spMkLst>
            <pc:docMk/>
            <pc:sldMk cId="0" sldId="287"/>
            <ac:spMk id="471" creationId="{00000000-0000-0000-0000-000000000000}"/>
          </ac:spMkLst>
        </pc:spChg>
      </pc:sldChg>
      <pc:sldChg chg="modSp">
        <pc:chgData name="Myriam Bensaid" userId="6732edbd-cc17-4b25-8fa6-040ea5375654" providerId="ADAL" clId="{656A798D-0B04-4A66-BD4D-34B0180159B0}" dt="2025-05-31T13:33:17.534" v="71"/>
        <pc:sldMkLst>
          <pc:docMk/>
          <pc:sldMk cId="1277295038" sldId="289"/>
        </pc:sldMkLst>
        <pc:spChg chg="mod">
          <ac:chgData name="Myriam Bensaid" userId="6732edbd-cc17-4b25-8fa6-040ea5375654" providerId="ADAL" clId="{656A798D-0B04-4A66-BD4D-34B0180159B0}" dt="2025-05-31T13:33:17.534" v="71"/>
          <ac:spMkLst>
            <pc:docMk/>
            <pc:sldMk cId="1277295038" sldId="289"/>
            <ac:spMk id="400" creationId="{00000000-0000-0000-0000-000000000000}"/>
          </ac:spMkLst>
        </pc:spChg>
      </pc:sldChg>
      <pc:sldChg chg="modSp mod">
        <pc:chgData name="Myriam Bensaid" userId="6732edbd-cc17-4b25-8fa6-040ea5375654" providerId="ADAL" clId="{656A798D-0B04-4A66-BD4D-34B0180159B0}" dt="2025-05-31T15:57:08.221" v="104" actId="20577"/>
        <pc:sldMkLst>
          <pc:docMk/>
          <pc:sldMk cId="0" sldId="290"/>
        </pc:sldMkLst>
        <pc:spChg chg="mod">
          <ac:chgData name="Myriam Bensaid" userId="6732edbd-cc17-4b25-8fa6-040ea5375654" providerId="ADAL" clId="{656A798D-0B04-4A66-BD4D-34B0180159B0}" dt="2025-05-31T15:57:08.221" v="104" actId="20577"/>
          <ac:spMkLst>
            <pc:docMk/>
            <pc:sldMk cId="0" sldId="290"/>
            <ac:spMk id="510" creationId="{00000000-0000-0000-0000-000000000000}"/>
          </ac:spMkLst>
        </pc:spChg>
      </pc:sldChg>
      <pc:sldChg chg="modSp">
        <pc:chgData name="Myriam Bensaid" userId="6732edbd-cc17-4b25-8fa6-040ea5375654" providerId="ADAL" clId="{656A798D-0B04-4A66-BD4D-34B0180159B0}" dt="2025-05-31T13:33:51.284" v="72"/>
        <pc:sldMkLst>
          <pc:docMk/>
          <pc:sldMk cId="0" sldId="296"/>
        </pc:sldMkLst>
        <pc:spChg chg="mod">
          <ac:chgData name="Myriam Bensaid" userId="6732edbd-cc17-4b25-8fa6-040ea5375654" providerId="ADAL" clId="{656A798D-0B04-4A66-BD4D-34B0180159B0}" dt="2025-05-31T13:33:51.284" v="72"/>
          <ac:spMkLst>
            <pc:docMk/>
            <pc:sldMk cId="0" sldId="296"/>
            <ac:spMk id="458" creationId="{00000000-0000-0000-0000-000000000000}"/>
          </ac:spMkLst>
        </pc:spChg>
      </pc:sldChg>
      <pc:sldChg chg="modSp">
        <pc:chgData name="Myriam Bensaid" userId="6732edbd-cc17-4b25-8fa6-040ea5375654" providerId="ADAL" clId="{656A798D-0B04-4A66-BD4D-34B0180159B0}" dt="2025-05-31T13:33:51.284" v="72"/>
        <pc:sldMkLst>
          <pc:docMk/>
          <pc:sldMk cId="967859293" sldId="305"/>
        </pc:sldMkLst>
        <pc:spChg chg="mod">
          <ac:chgData name="Myriam Bensaid" userId="6732edbd-cc17-4b25-8fa6-040ea5375654" providerId="ADAL" clId="{656A798D-0B04-4A66-BD4D-34B0180159B0}" dt="2025-05-31T13:33:51.284" v="72"/>
          <ac:spMkLst>
            <pc:docMk/>
            <pc:sldMk cId="967859293" sldId="305"/>
            <ac:spMk id="6" creationId="{37D07A7C-BD4D-E344-7AB1-E6A129D40142}"/>
          </ac:spMkLst>
        </pc:spChg>
      </pc:sldChg>
      <pc:sldChg chg="modSp mod">
        <pc:chgData name="Myriam Bensaid" userId="6732edbd-cc17-4b25-8fa6-040ea5375654" providerId="ADAL" clId="{656A798D-0B04-4A66-BD4D-34B0180159B0}" dt="2025-05-31T15:57:19.545" v="114" actId="20577"/>
        <pc:sldMkLst>
          <pc:docMk/>
          <pc:sldMk cId="1142318517" sldId="308"/>
        </pc:sldMkLst>
        <pc:spChg chg="mod">
          <ac:chgData name="Myriam Bensaid" userId="6732edbd-cc17-4b25-8fa6-040ea5375654" providerId="ADAL" clId="{656A798D-0B04-4A66-BD4D-34B0180159B0}" dt="2025-05-31T15:57:19.545" v="114" actId="20577"/>
          <ac:spMkLst>
            <pc:docMk/>
            <pc:sldMk cId="1142318517" sldId="308"/>
            <ac:spMk id="212" creationId="{00000000-0000-0000-0000-000000000000}"/>
          </ac:spMkLst>
        </pc:spChg>
      </pc:sldChg>
      <pc:sldChg chg="modSp mod">
        <pc:chgData name="Myriam Bensaid" userId="6732edbd-cc17-4b25-8fa6-040ea5375654" providerId="ADAL" clId="{656A798D-0B04-4A66-BD4D-34B0180159B0}" dt="2025-05-31T15:59:23.716" v="175" actId="20577"/>
        <pc:sldMkLst>
          <pc:docMk/>
          <pc:sldMk cId="1805407456" sldId="309"/>
        </pc:sldMkLst>
        <pc:spChg chg="mod">
          <ac:chgData name="Myriam Bensaid" userId="6732edbd-cc17-4b25-8fa6-040ea5375654" providerId="ADAL" clId="{656A798D-0B04-4A66-BD4D-34B0180159B0}" dt="2025-05-31T15:59:23.716" v="175" actId="20577"/>
          <ac:spMkLst>
            <pc:docMk/>
            <pc:sldMk cId="1805407456" sldId="309"/>
            <ac:spMk id="212" creationId="{00000000-0000-0000-0000-000000000000}"/>
          </ac:spMkLst>
        </pc:spChg>
      </pc:sldChg>
      <pc:sldChg chg="modSp">
        <pc:chgData name="Myriam Bensaid" userId="6732edbd-cc17-4b25-8fa6-040ea5375654" providerId="ADAL" clId="{656A798D-0B04-4A66-BD4D-34B0180159B0}" dt="2025-05-31T13:33:51.284" v="72"/>
        <pc:sldMkLst>
          <pc:docMk/>
          <pc:sldMk cId="4008815480" sldId="315"/>
        </pc:sldMkLst>
        <pc:spChg chg="mod">
          <ac:chgData name="Myriam Bensaid" userId="6732edbd-cc17-4b25-8fa6-040ea5375654" providerId="ADAL" clId="{656A798D-0B04-4A66-BD4D-34B0180159B0}" dt="2025-05-31T13:33:51.284" v="72"/>
          <ac:spMkLst>
            <pc:docMk/>
            <pc:sldMk cId="4008815480" sldId="315"/>
            <ac:spMk id="458" creationId="{00000000-0000-0000-0000-000000000000}"/>
          </ac:spMkLst>
        </pc:spChg>
      </pc:sldChg>
      <pc:sldChg chg="delSp modSp mod">
        <pc:chgData name="Myriam Bensaid" userId="6732edbd-cc17-4b25-8fa6-040ea5375654" providerId="ADAL" clId="{656A798D-0B04-4A66-BD4D-34B0180159B0}" dt="2025-05-31T21:05:52.286" v="205" actId="20577"/>
        <pc:sldMkLst>
          <pc:docMk/>
          <pc:sldMk cId="1436089403" sldId="324"/>
        </pc:sldMkLst>
        <pc:spChg chg="mod">
          <ac:chgData name="Myriam Bensaid" userId="6732edbd-cc17-4b25-8fa6-040ea5375654" providerId="ADAL" clId="{656A798D-0B04-4A66-BD4D-34B0180159B0}" dt="2025-05-31T20:45:58.459" v="191" actId="1035"/>
          <ac:spMkLst>
            <pc:docMk/>
            <pc:sldMk cId="1436089403" sldId="324"/>
            <ac:spMk id="2" creationId="{7A47EAE8-4620-1306-C525-52EA37C57794}"/>
          </ac:spMkLst>
        </pc:spChg>
        <pc:spChg chg="mod">
          <ac:chgData name="Myriam Bensaid" userId="6732edbd-cc17-4b25-8fa6-040ea5375654" providerId="ADAL" clId="{656A798D-0B04-4A66-BD4D-34B0180159B0}" dt="2025-05-31T21:05:52.286" v="205" actId="20577"/>
          <ac:spMkLst>
            <pc:docMk/>
            <pc:sldMk cId="1436089403" sldId="324"/>
            <ac:spMk id="4" creationId="{788685D0-243A-222F-B88C-6C0ACF0E3052}"/>
          </ac:spMkLst>
        </pc:spChg>
        <pc:spChg chg="del mod">
          <ac:chgData name="Myriam Bensaid" userId="6732edbd-cc17-4b25-8fa6-040ea5375654" providerId="ADAL" clId="{656A798D-0B04-4A66-BD4D-34B0180159B0}" dt="2025-05-31T13:20:29.760" v="3" actId="478"/>
          <ac:spMkLst>
            <pc:docMk/>
            <pc:sldMk cId="1436089403" sldId="324"/>
            <ac:spMk id="5" creationId="{AEDF0298-82D7-35DB-729A-81773126DCE6}"/>
          </ac:spMkLst>
        </pc:spChg>
        <pc:spChg chg="del mod">
          <ac:chgData name="Myriam Bensaid" userId="6732edbd-cc17-4b25-8fa6-040ea5375654" providerId="ADAL" clId="{656A798D-0B04-4A66-BD4D-34B0180159B0}" dt="2025-05-31T13:20:25.646" v="1" actId="478"/>
          <ac:spMkLst>
            <pc:docMk/>
            <pc:sldMk cId="1436089403" sldId="324"/>
            <ac:spMk id="10" creationId="{B517A2FC-6F8B-9DBC-9A40-7B467E312C5F}"/>
          </ac:spMkLst>
        </pc:spChg>
      </pc:sldChg>
      <pc:sldChg chg="modSp">
        <pc:chgData name="Myriam Bensaid" userId="6732edbd-cc17-4b25-8fa6-040ea5375654" providerId="ADAL" clId="{656A798D-0B04-4A66-BD4D-34B0180159B0}" dt="2025-05-31T13:33:17.534" v="71"/>
        <pc:sldMkLst>
          <pc:docMk/>
          <pc:sldMk cId="0" sldId="327"/>
        </pc:sldMkLst>
        <pc:spChg chg="mod">
          <ac:chgData name="Myriam Bensaid" userId="6732edbd-cc17-4b25-8fa6-040ea5375654" providerId="ADAL" clId="{656A798D-0B04-4A66-BD4D-34B0180159B0}" dt="2025-05-31T13:33:17.534" v="71"/>
          <ac:spMkLst>
            <pc:docMk/>
            <pc:sldMk cId="0" sldId="327"/>
            <ac:spMk id="444" creationId="{00000000-0000-0000-0000-000000000000}"/>
          </ac:spMkLst>
        </pc:spChg>
      </pc:sldChg>
      <pc:sldChg chg="modSp mod">
        <pc:chgData name="Myriam Bensaid" userId="6732edbd-cc17-4b25-8fa6-040ea5375654" providerId="ADAL" clId="{656A798D-0B04-4A66-BD4D-34B0180159B0}" dt="2025-05-31T15:58:54.590" v="167" actId="20577"/>
        <pc:sldMkLst>
          <pc:docMk/>
          <pc:sldMk cId="0" sldId="328"/>
        </pc:sldMkLst>
        <pc:spChg chg="mod">
          <ac:chgData name="Myriam Bensaid" userId="6732edbd-cc17-4b25-8fa6-040ea5375654" providerId="ADAL" clId="{656A798D-0B04-4A66-BD4D-34B0180159B0}" dt="2025-05-31T15:58:54.590" v="167" actId="20577"/>
          <ac:spMkLst>
            <pc:docMk/>
            <pc:sldMk cId="0" sldId="328"/>
            <ac:spMk id="458" creationId="{00000000-0000-0000-0000-000000000000}"/>
          </ac:spMkLst>
        </pc:spChg>
      </pc:sldChg>
      <pc:sldChg chg="modSp mod">
        <pc:chgData name="Myriam Bensaid" userId="6732edbd-cc17-4b25-8fa6-040ea5375654" providerId="ADAL" clId="{656A798D-0B04-4A66-BD4D-34B0180159B0}" dt="2025-05-31T15:58:09.173" v="132" actId="20577"/>
        <pc:sldMkLst>
          <pc:docMk/>
          <pc:sldMk cId="0" sldId="329"/>
        </pc:sldMkLst>
        <pc:spChg chg="mod">
          <ac:chgData name="Myriam Bensaid" userId="6732edbd-cc17-4b25-8fa6-040ea5375654" providerId="ADAL" clId="{656A798D-0B04-4A66-BD4D-34B0180159B0}" dt="2025-05-31T15:58:09.173" v="132" actId="20577"/>
          <ac:spMkLst>
            <pc:docMk/>
            <pc:sldMk cId="0" sldId="329"/>
            <ac:spMk id="484" creationId="{00000000-0000-0000-0000-000000000000}"/>
          </ac:spMkLst>
        </pc:spChg>
      </pc:sldChg>
      <pc:sldChg chg="modSp">
        <pc:chgData name="Myriam Bensaid" userId="6732edbd-cc17-4b25-8fa6-040ea5375654" providerId="ADAL" clId="{656A798D-0B04-4A66-BD4D-34B0180159B0}" dt="2025-05-31T13:33:17.534" v="71"/>
        <pc:sldMkLst>
          <pc:docMk/>
          <pc:sldMk cId="2320380756" sldId="334"/>
        </pc:sldMkLst>
        <pc:spChg chg="mod">
          <ac:chgData name="Myriam Bensaid" userId="6732edbd-cc17-4b25-8fa6-040ea5375654" providerId="ADAL" clId="{656A798D-0B04-4A66-BD4D-34B0180159B0}" dt="2025-05-31T13:33:17.534" v="71"/>
          <ac:spMkLst>
            <pc:docMk/>
            <pc:sldMk cId="2320380756" sldId="334"/>
            <ac:spMk id="341" creationId="{00000000-0000-0000-0000-000000000000}"/>
          </ac:spMkLst>
        </pc:spChg>
      </pc:sldChg>
    </pc:docChg>
  </pc:docChgLst>
  <pc:docChgLst>
    <pc:chgData name="Myriam Bensaid" userId="6732edbd-cc17-4b25-8fa6-040ea5375654" providerId="ADAL" clId="{B374E2AA-4AF7-DB4B-9F40-884E5E1AEA40}"/>
    <pc:docChg chg="modSld">
      <pc:chgData name="Myriam Bensaid" userId="6732edbd-cc17-4b25-8fa6-040ea5375654" providerId="ADAL" clId="{B374E2AA-4AF7-DB4B-9F40-884E5E1AEA40}" dt="2025-05-31T09:41:37.216" v="61" actId="20577"/>
      <pc:docMkLst>
        <pc:docMk/>
      </pc:docMkLst>
      <pc:sldChg chg="modSp">
        <pc:chgData name="Myriam Bensaid" userId="6732edbd-cc17-4b25-8fa6-040ea5375654" providerId="ADAL" clId="{B374E2AA-4AF7-DB4B-9F40-884E5E1AEA40}" dt="2025-05-31T09:41:37.216" v="61" actId="20577"/>
        <pc:sldMkLst>
          <pc:docMk/>
          <pc:sldMk cId="0" sldId="273"/>
        </pc:sldMkLst>
        <pc:spChg chg="mod">
          <ac:chgData name="Myriam Bensaid" userId="6732edbd-cc17-4b25-8fa6-040ea5375654" providerId="ADAL" clId="{B374E2AA-4AF7-DB4B-9F40-884E5E1AEA40}" dt="2025-05-31T09:41:37.216" v="61" actId="20577"/>
          <ac:spMkLst>
            <pc:docMk/>
            <pc:sldMk cId="0" sldId="273"/>
            <ac:spMk id="239" creationId="{00000000-0000-0000-0000-000000000000}"/>
          </ac:spMkLst>
        </pc:spChg>
      </pc:sldChg>
    </pc:docChg>
  </pc:docChgLst>
  <pc:docChgLst>
    <pc:chgData name="Ibrahim Fridjine" userId="67dc31e2-e662-4518-b469-c9f45de4918e" providerId="ADAL" clId="{A37C6446-A309-FA46-8712-7EE1EE9312F1}"/>
    <pc:docChg chg="custSel modSld">
      <pc:chgData name="Ibrahim Fridjine" userId="67dc31e2-e662-4518-b469-c9f45de4918e" providerId="ADAL" clId="{A37C6446-A309-FA46-8712-7EE1EE9312F1}" dt="2025-05-31T18:41:33.955" v="177" actId="1076"/>
      <pc:docMkLst>
        <pc:docMk/>
      </pc:docMkLst>
      <pc:sldChg chg="modSp">
        <pc:chgData name="Ibrahim Fridjine" userId="67dc31e2-e662-4518-b469-c9f45de4918e" providerId="ADAL" clId="{A37C6446-A309-FA46-8712-7EE1EE9312F1}" dt="2025-05-31T18:41:33.955" v="177" actId="1076"/>
        <pc:sldMkLst>
          <pc:docMk/>
          <pc:sldMk cId="0" sldId="273"/>
        </pc:sldMkLst>
        <pc:spChg chg="mod">
          <ac:chgData name="Ibrahim Fridjine" userId="67dc31e2-e662-4518-b469-c9f45de4918e" providerId="ADAL" clId="{A37C6446-A309-FA46-8712-7EE1EE9312F1}" dt="2025-05-31T18:41:33.955" v="177" actId="1076"/>
          <ac:spMkLst>
            <pc:docMk/>
            <pc:sldMk cId="0" sldId="273"/>
            <ac:spMk id="239" creationId="{00000000-0000-0000-0000-000000000000}"/>
          </ac:spMkLst>
        </pc:spChg>
      </pc:sldChg>
      <pc:sldChg chg="modSp">
        <pc:chgData name="Ibrahim Fridjine" userId="67dc31e2-e662-4518-b469-c9f45de4918e" providerId="ADAL" clId="{A37C6446-A309-FA46-8712-7EE1EE9312F1}" dt="2025-05-31T18:39:50.395" v="85" actId="20577"/>
        <pc:sldMkLst>
          <pc:docMk/>
          <pc:sldMk cId="0" sldId="274"/>
        </pc:sldMkLst>
        <pc:spChg chg="mod">
          <ac:chgData name="Ibrahim Fridjine" userId="67dc31e2-e662-4518-b469-c9f45de4918e" providerId="ADAL" clId="{A37C6446-A309-FA46-8712-7EE1EE9312F1}" dt="2025-05-31T18:39:50.395" v="85" actId="20577"/>
          <ac:spMkLst>
            <pc:docMk/>
            <pc:sldMk cId="0" sldId="274"/>
            <ac:spMk id="252"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30T12:54:04.217"/>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0,'3'0,"4"0,5 0,0 3,1 2,2-1,1-1,2 0,1-2,0 0,0 0,1-1,-4-4,-1-1,1 1,-4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30T12:54:09.540"/>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40,'3'0,"2"-3,2-1,4-1,3 2,3 1,1 0,-2-2,-1-1,1 1,1 1,0 1,1 1,1 0,-3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30T12:54:16.541"/>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13,'4'0,"3"0,5 0,3 0,3 0,1 0,1 0,0 0,0-4,0 0,-4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5e879c2833_0_2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5e879c2833_0_2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1300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5e879c2833_0_2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5e879c2833_0_2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5e879c2833_0_2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5e879c2833_0_2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7344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5e879c2833_0_2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5e879c2833_0_2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0408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15e879c2833_0_20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15e879c2833_0_20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6181f0bdce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6181f0bdce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6181f0bdc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g16181f0bdc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16181f0bdc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g16181f0bdce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6181f0bdc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g16181f0bdc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6753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16181f0bdce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g16181f0bdce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2207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16181f0bdc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g16181f0bdce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23839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6181f0bdc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g16181f0bdc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69725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15e879c2833_0_2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15e879c2833_0_2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15e879c2833_0_3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9" name="Google Shape;159;g15e879c2833_0_3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5e879c2833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 name="Google Shape;208;g15e879c2833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913707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5e879c2833_0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g15e879c2833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15e879c2833_0_3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15e879c2833_0_3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5e879c2833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 name="Google Shape;208;g15e879c2833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15e879c2833_0_1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g15e879c2833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15e879c2833_0_1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4" name="Google Shape;234;g15e879c2833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15e879c2833_0_2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8" name="Google Shape;248;g15e879c2833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3" name="Google Shape;433;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1" name="Google Shape;441;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08e272d50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4" name="Google Shape;454;g208e272d50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208e272d50e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7" name="Google Shape;467;g208e272d50e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208e272d50e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0" name="Google Shape;480;g208e272d50e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208e272d50e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3" name="Google Shape;493;g208e272d50e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6" name="Google Shape;506;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5e879c2833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 name="Google Shape;208;g15e879c2833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158048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5e879c2833_0_8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1" name="Google Shape;331;g15e879c2833_0_8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921339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5e879c2833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 name="Google Shape;208;g15e879c2833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492191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15e879c2833_0_9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8" name="Google Shape;338;g15e879c2833_0_9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692517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5e879c2833_0_8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1" name="Google Shape;331;g15e879c2833_0_8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68324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15e879c2833_0_9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8" name="Google Shape;338;g15e879c2833_0_9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320984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5e879c2833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 name="Google Shape;208;g15e879c2833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96655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15e879c2833_0_10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1" name="Google Shape;361;g15e879c2833_0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328465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15e879c2833_0_10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7" name="Google Shape;367;g15e879c2833_0_10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493434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5e879c2833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 name="Google Shape;208;g15e879c2833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906781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5e879c2833_0_11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0" name="Google Shape;390;g15e879c2833_0_1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718571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15e879c2833_0_12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7" name="Google Shape;397;g15e879c2833_0_1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89019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5e879c2833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 name="Google Shape;208;g15e879c2833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016807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15e879c2833_0_2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15e879c2833_0_2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15e879c2833_0_20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15e879c2833_0_20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16f7bfc8ce9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16f7bfc8ce9_0_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15e879c2833_0_20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15e879c2833_0_20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697231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15e879c2833_0_2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15e879c2833_0_2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15e879c2833_0_2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15e879c2833_0_2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86238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15e879c2833_0_13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1" name="Google Shape;461;g15e879c2833_0_1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15e879c2833_0_2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15e879c2833_0_2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24400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15e879c2833_0_2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15e879c2833_0_2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93673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15e879c2833_0_17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15e879c2833_0_17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a:extLst>
            <a:ext uri="{FF2B5EF4-FFF2-40B4-BE49-F238E27FC236}">
              <a16:creationId xmlns:a16="http://schemas.microsoft.com/office/drawing/2014/main" id="{3A29FCC7-FE92-E779-C173-405FDD0B20AC}"/>
            </a:ext>
          </a:extLst>
        </p:cNvPr>
        <p:cNvGrpSpPr/>
        <p:nvPr/>
      </p:nvGrpSpPr>
      <p:grpSpPr>
        <a:xfrm>
          <a:off x="0" y="0"/>
          <a:ext cx="0" cy="0"/>
          <a:chOff x="0" y="0"/>
          <a:chExt cx="0" cy="0"/>
        </a:xfrm>
      </p:grpSpPr>
      <p:sp>
        <p:nvSpPr>
          <p:cNvPr id="503" name="Google Shape;503;g15e879c2833_0_1728:notes">
            <a:extLst>
              <a:ext uri="{FF2B5EF4-FFF2-40B4-BE49-F238E27FC236}">
                <a16:creationId xmlns:a16="http://schemas.microsoft.com/office/drawing/2014/main" id="{31F4D581-EA07-1454-4358-A26059E5811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15e879c2833_0_1728:notes">
            <a:extLst>
              <a:ext uri="{FF2B5EF4-FFF2-40B4-BE49-F238E27FC236}">
                <a16:creationId xmlns:a16="http://schemas.microsoft.com/office/drawing/2014/main" id="{AC8037EB-C1AA-DD14-96C0-E6BA0D8C0E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9807688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a:extLst>
            <a:ext uri="{FF2B5EF4-FFF2-40B4-BE49-F238E27FC236}">
              <a16:creationId xmlns:a16="http://schemas.microsoft.com/office/drawing/2014/main" id="{9853E719-A23D-BFC4-2276-A05BF9C6D375}"/>
            </a:ext>
          </a:extLst>
        </p:cNvPr>
        <p:cNvGrpSpPr/>
        <p:nvPr/>
      </p:nvGrpSpPr>
      <p:grpSpPr>
        <a:xfrm>
          <a:off x="0" y="0"/>
          <a:ext cx="0" cy="0"/>
          <a:chOff x="0" y="0"/>
          <a:chExt cx="0" cy="0"/>
        </a:xfrm>
      </p:grpSpPr>
      <p:sp>
        <p:nvSpPr>
          <p:cNvPr id="503" name="Google Shape;503;g15e879c2833_0_1728:notes">
            <a:extLst>
              <a:ext uri="{FF2B5EF4-FFF2-40B4-BE49-F238E27FC236}">
                <a16:creationId xmlns:a16="http://schemas.microsoft.com/office/drawing/2014/main" id="{C9E6627F-45CC-A0C6-61B8-5F5AB7B39C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15e879c2833_0_1728:notes">
            <a:extLst>
              <a:ext uri="{FF2B5EF4-FFF2-40B4-BE49-F238E27FC236}">
                <a16:creationId xmlns:a16="http://schemas.microsoft.com/office/drawing/2014/main" id="{E687AF66-9747-80F8-4602-BB69B782F3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97858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15e879c2833_0_18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7" name="Google Shape;537;g15e879c2833_0_18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 name="Google Shape;13;p2"/>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4" name="Google Shape;14;p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7" name="Google Shape;17;p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0" name="Google Shape;30;p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5" name="Google Shape;35;p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Clr>
                <a:schemeClr val="lt1"/>
              </a:buClr>
              <a:buSzPts val="1200"/>
              <a:buChar char="●"/>
              <a:defRPr sz="1200">
                <a:solidFill>
                  <a:schemeClr val="lt1"/>
                </a:solidFill>
              </a:defRPr>
            </a:lvl1pPr>
            <a:lvl2pPr marL="914400" lvl="1" indent="-304800">
              <a:spcBef>
                <a:spcPts val="0"/>
              </a:spcBef>
              <a:spcAft>
                <a:spcPts val="0"/>
              </a:spcAft>
              <a:buClr>
                <a:schemeClr val="lt1"/>
              </a:buClr>
              <a:buSzPts val="1200"/>
              <a:buChar char="○"/>
              <a:defRPr sz="1200">
                <a:solidFill>
                  <a:schemeClr val="lt1"/>
                </a:solidFill>
              </a:defRPr>
            </a:lvl2pPr>
            <a:lvl3pPr marL="1371600" lvl="2" indent="-304800">
              <a:spcBef>
                <a:spcPts val="0"/>
              </a:spcBef>
              <a:spcAft>
                <a:spcPts val="0"/>
              </a:spcAft>
              <a:buClr>
                <a:schemeClr val="lt1"/>
              </a:buClr>
              <a:buSzPts val="1200"/>
              <a:buChar char="■"/>
              <a:defRPr sz="1200">
                <a:solidFill>
                  <a:schemeClr val="lt1"/>
                </a:solidFill>
              </a:defRPr>
            </a:lvl3pPr>
            <a:lvl4pPr marL="1828800" lvl="3" indent="-304800">
              <a:spcBef>
                <a:spcPts val="0"/>
              </a:spcBef>
              <a:spcAft>
                <a:spcPts val="0"/>
              </a:spcAft>
              <a:buClr>
                <a:schemeClr val="lt1"/>
              </a:buClr>
              <a:buSzPts val="1200"/>
              <a:buChar char="●"/>
              <a:defRPr sz="1200">
                <a:solidFill>
                  <a:schemeClr val="lt1"/>
                </a:solidFill>
              </a:defRPr>
            </a:lvl4pPr>
            <a:lvl5pPr marL="2286000" lvl="4" indent="-304800">
              <a:spcBef>
                <a:spcPts val="0"/>
              </a:spcBef>
              <a:spcAft>
                <a:spcPts val="0"/>
              </a:spcAft>
              <a:buClr>
                <a:schemeClr val="lt1"/>
              </a:buClr>
              <a:buSzPts val="1200"/>
              <a:buChar char="○"/>
              <a:defRPr sz="1200">
                <a:solidFill>
                  <a:schemeClr val="lt1"/>
                </a:solidFill>
              </a:defRPr>
            </a:lvl5pPr>
            <a:lvl6pPr marL="2743200" lvl="5" indent="-304800">
              <a:spcBef>
                <a:spcPts val="0"/>
              </a:spcBef>
              <a:spcAft>
                <a:spcPts val="0"/>
              </a:spcAft>
              <a:buClr>
                <a:schemeClr val="lt1"/>
              </a:buClr>
              <a:buSzPts val="1200"/>
              <a:buChar char="■"/>
              <a:defRPr sz="1200">
                <a:solidFill>
                  <a:schemeClr val="lt1"/>
                </a:solidFill>
              </a:defRPr>
            </a:lvl6pPr>
            <a:lvl7pPr marL="3200400" lvl="6" indent="-304800">
              <a:spcBef>
                <a:spcPts val="0"/>
              </a:spcBef>
              <a:spcAft>
                <a:spcPts val="0"/>
              </a:spcAft>
              <a:buClr>
                <a:schemeClr val="lt1"/>
              </a:buClr>
              <a:buSzPts val="1200"/>
              <a:buChar char="●"/>
              <a:defRPr sz="1200">
                <a:solidFill>
                  <a:schemeClr val="lt1"/>
                </a:solidFill>
              </a:defRPr>
            </a:lvl7pPr>
            <a:lvl8pPr marL="3657600" lvl="7" indent="-304800">
              <a:spcBef>
                <a:spcPts val="0"/>
              </a:spcBef>
              <a:spcAft>
                <a:spcPts val="0"/>
              </a:spcAft>
              <a:buClr>
                <a:schemeClr val="lt1"/>
              </a:buClr>
              <a:buSzPts val="1200"/>
              <a:buChar char="○"/>
              <a:defRPr sz="1200">
                <a:solidFill>
                  <a:schemeClr val="lt1"/>
                </a:solidFill>
              </a:defRPr>
            </a:lvl8pPr>
            <a:lvl9pPr marL="4114800" lvl="8" indent="-304800">
              <a:spcBef>
                <a:spcPts val="0"/>
              </a:spcBef>
              <a:spcAft>
                <a:spcPts val="0"/>
              </a:spcAft>
              <a:buClr>
                <a:schemeClr val="lt1"/>
              </a:buClr>
              <a:buSzPts val="1200"/>
              <a:buChar char="■"/>
              <a:defRPr sz="1200">
                <a:solidFill>
                  <a:schemeClr val="lt1"/>
                </a:solidFill>
              </a:defRPr>
            </a:lvl9pPr>
          </a:lstStyle>
          <a:p>
            <a:endParaRPr/>
          </a:p>
        </p:txBody>
      </p:sp>
      <p:sp>
        <p:nvSpPr>
          <p:cNvPr id="41" name="Google Shape;41;p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4" name="Google Shape;44;p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a:endParaRPr/>
          </a:p>
        </p:txBody>
      </p:sp>
      <p:sp>
        <p:nvSpPr>
          <p:cNvPr id="49" name="Google Shape;49;p9"/>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0"/>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56" name="Google Shape;56;p1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60" name="Google Shape;60;p1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a:t>
            </a:fld>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g16f7bfc8ce9_0_100"/>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50"/>
          </a:p>
        </p:txBody>
      </p:sp>
      <p:sp>
        <p:nvSpPr>
          <p:cNvPr id="11" name="Google Shape;11;g16f7bfc8ce9_0_100"/>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50"/>
          </a:p>
        </p:txBody>
      </p:sp>
      <p:sp>
        <p:nvSpPr>
          <p:cNvPr id="12" name="Google Shape;12;g16f7bfc8ce9_0_100"/>
          <p:cNvSpPr txBox="1">
            <a:spLocks noGrp="1"/>
          </p:cNvSpPr>
          <p:nvPr>
            <p:ph type="ctrTitle"/>
          </p:nvPr>
        </p:nvSpPr>
        <p:spPr>
          <a:xfrm>
            <a:off x="390525" y="1819275"/>
            <a:ext cx="8222100" cy="933600"/>
          </a:xfrm>
          <a:prstGeom prst="rect">
            <a:avLst/>
          </a:prstGeom>
        </p:spPr>
        <p:txBody>
          <a:bodyPr spcFirstLastPara="1" wrap="square" lIns="182850" tIns="182850" rIns="182850" bIns="182850" anchor="b" anchorCtr="0">
            <a:normAutofit/>
          </a:bodyPr>
          <a:lstStyle>
            <a:lvl1pPr lvl="0">
              <a:spcBef>
                <a:spcPts val="0"/>
              </a:spcBef>
              <a:spcAft>
                <a:spcPts val="0"/>
              </a:spcAft>
              <a:buSzPts val="9600"/>
              <a:buNone/>
              <a:defRPr sz="4800"/>
            </a:lvl1pPr>
            <a:lvl2pPr lvl="1">
              <a:spcBef>
                <a:spcPts val="0"/>
              </a:spcBef>
              <a:spcAft>
                <a:spcPts val="0"/>
              </a:spcAft>
              <a:buSzPts val="9600"/>
              <a:buNone/>
              <a:defRPr sz="4800"/>
            </a:lvl2pPr>
            <a:lvl3pPr lvl="2">
              <a:spcBef>
                <a:spcPts val="0"/>
              </a:spcBef>
              <a:spcAft>
                <a:spcPts val="0"/>
              </a:spcAft>
              <a:buSzPts val="9600"/>
              <a:buNone/>
              <a:defRPr sz="4800"/>
            </a:lvl3pPr>
            <a:lvl4pPr lvl="3">
              <a:spcBef>
                <a:spcPts val="0"/>
              </a:spcBef>
              <a:spcAft>
                <a:spcPts val="0"/>
              </a:spcAft>
              <a:buSzPts val="9600"/>
              <a:buNone/>
              <a:defRPr sz="4800"/>
            </a:lvl4pPr>
            <a:lvl5pPr lvl="4">
              <a:spcBef>
                <a:spcPts val="0"/>
              </a:spcBef>
              <a:spcAft>
                <a:spcPts val="0"/>
              </a:spcAft>
              <a:buSzPts val="9600"/>
              <a:buNone/>
              <a:defRPr sz="4800"/>
            </a:lvl5pPr>
            <a:lvl6pPr lvl="5">
              <a:spcBef>
                <a:spcPts val="0"/>
              </a:spcBef>
              <a:spcAft>
                <a:spcPts val="0"/>
              </a:spcAft>
              <a:buSzPts val="9600"/>
              <a:buNone/>
              <a:defRPr sz="4800"/>
            </a:lvl6pPr>
            <a:lvl7pPr lvl="6">
              <a:spcBef>
                <a:spcPts val="0"/>
              </a:spcBef>
              <a:spcAft>
                <a:spcPts val="0"/>
              </a:spcAft>
              <a:buSzPts val="9600"/>
              <a:buNone/>
              <a:defRPr sz="4800"/>
            </a:lvl7pPr>
            <a:lvl8pPr lvl="7">
              <a:spcBef>
                <a:spcPts val="0"/>
              </a:spcBef>
              <a:spcAft>
                <a:spcPts val="0"/>
              </a:spcAft>
              <a:buSzPts val="9600"/>
              <a:buNone/>
              <a:defRPr sz="4800"/>
            </a:lvl8pPr>
            <a:lvl9pPr lvl="8">
              <a:spcBef>
                <a:spcPts val="0"/>
              </a:spcBef>
              <a:spcAft>
                <a:spcPts val="0"/>
              </a:spcAft>
              <a:buSzPts val="9600"/>
              <a:buNone/>
              <a:defRPr sz="4800"/>
            </a:lvl9pPr>
          </a:lstStyle>
          <a:p>
            <a:endParaRPr/>
          </a:p>
        </p:txBody>
      </p:sp>
      <p:sp>
        <p:nvSpPr>
          <p:cNvPr id="13" name="Google Shape;13;g16f7bfc8ce9_0_100"/>
          <p:cNvSpPr txBox="1">
            <a:spLocks noGrp="1"/>
          </p:cNvSpPr>
          <p:nvPr>
            <p:ph type="subTitle" idx="1"/>
          </p:nvPr>
        </p:nvSpPr>
        <p:spPr>
          <a:xfrm>
            <a:off x="390525" y="2789131"/>
            <a:ext cx="8222100" cy="432900"/>
          </a:xfrm>
          <a:prstGeom prst="rect">
            <a:avLst/>
          </a:prstGeom>
        </p:spPr>
        <p:txBody>
          <a:bodyPr spcFirstLastPara="1" wrap="square" lIns="182850" tIns="182850" rIns="182850" bIns="182850" anchor="t" anchorCtr="0">
            <a:normAutofit/>
          </a:bodyPr>
          <a:lstStyle>
            <a:lvl1pPr lvl="0">
              <a:lnSpc>
                <a:spcPct val="100000"/>
              </a:lnSpc>
              <a:spcBef>
                <a:spcPts val="0"/>
              </a:spcBef>
              <a:spcAft>
                <a:spcPts val="0"/>
              </a:spcAft>
              <a:buClr>
                <a:schemeClr val="lt1"/>
              </a:buClr>
              <a:buSzPts val="3600"/>
              <a:buNone/>
              <a:defRPr>
                <a:solidFill>
                  <a:schemeClr val="lt1"/>
                </a:solidFill>
              </a:defRPr>
            </a:lvl1pPr>
            <a:lvl2pPr lvl="1">
              <a:lnSpc>
                <a:spcPct val="100000"/>
              </a:lnSpc>
              <a:spcBef>
                <a:spcPts val="0"/>
              </a:spcBef>
              <a:spcAft>
                <a:spcPts val="0"/>
              </a:spcAft>
              <a:buClr>
                <a:schemeClr val="lt1"/>
              </a:buClr>
              <a:buSzPts val="3600"/>
              <a:buNone/>
              <a:defRPr sz="1800">
                <a:solidFill>
                  <a:schemeClr val="lt1"/>
                </a:solidFill>
              </a:defRPr>
            </a:lvl2pPr>
            <a:lvl3pPr lvl="2">
              <a:lnSpc>
                <a:spcPct val="100000"/>
              </a:lnSpc>
              <a:spcBef>
                <a:spcPts val="0"/>
              </a:spcBef>
              <a:spcAft>
                <a:spcPts val="0"/>
              </a:spcAft>
              <a:buClr>
                <a:schemeClr val="lt1"/>
              </a:buClr>
              <a:buSzPts val="3600"/>
              <a:buNone/>
              <a:defRPr sz="1800">
                <a:solidFill>
                  <a:schemeClr val="lt1"/>
                </a:solidFill>
              </a:defRPr>
            </a:lvl3pPr>
            <a:lvl4pPr lvl="3">
              <a:lnSpc>
                <a:spcPct val="100000"/>
              </a:lnSpc>
              <a:spcBef>
                <a:spcPts val="0"/>
              </a:spcBef>
              <a:spcAft>
                <a:spcPts val="0"/>
              </a:spcAft>
              <a:buClr>
                <a:schemeClr val="lt1"/>
              </a:buClr>
              <a:buSzPts val="3600"/>
              <a:buNone/>
              <a:defRPr sz="1800">
                <a:solidFill>
                  <a:schemeClr val="lt1"/>
                </a:solidFill>
              </a:defRPr>
            </a:lvl4pPr>
            <a:lvl5pPr lvl="4">
              <a:lnSpc>
                <a:spcPct val="100000"/>
              </a:lnSpc>
              <a:spcBef>
                <a:spcPts val="0"/>
              </a:spcBef>
              <a:spcAft>
                <a:spcPts val="0"/>
              </a:spcAft>
              <a:buClr>
                <a:schemeClr val="lt1"/>
              </a:buClr>
              <a:buSzPts val="3600"/>
              <a:buNone/>
              <a:defRPr sz="1800">
                <a:solidFill>
                  <a:schemeClr val="lt1"/>
                </a:solidFill>
              </a:defRPr>
            </a:lvl5pPr>
            <a:lvl6pPr lvl="5">
              <a:lnSpc>
                <a:spcPct val="100000"/>
              </a:lnSpc>
              <a:spcBef>
                <a:spcPts val="0"/>
              </a:spcBef>
              <a:spcAft>
                <a:spcPts val="0"/>
              </a:spcAft>
              <a:buClr>
                <a:schemeClr val="lt1"/>
              </a:buClr>
              <a:buSzPts val="3600"/>
              <a:buNone/>
              <a:defRPr sz="1800">
                <a:solidFill>
                  <a:schemeClr val="lt1"/>
                </a:solidFill>
              </a:defRPr>
            </a:lvl6pPr>
            <a:lvl7pPr lvl="6">
              <a:lnSpc>
                <a:spcPct val="100000"/>
              </a:lnSpc>
              <a:spcBef>
                <a:spcPts val="0"/>
              </a:spcBef>
              <a:spcAft>
                <a:spcPts val="0"/>
              </a:spcAft>
              <a:buClr>
                <a:schemeClr val="lt1"/>
              </a:buClr>
              <a:buSzPts val="3600"/>
              <a:buNone/>
              <a:defRPr sz="1800">
                <a:solidFill>
                  <a:schemeClr val="lt1"/>
                </a:solidFill>
              </a:defRPr>
            </a:lvl7pPr>
            <a:lvl8pPr lvl="7">
              <a:lnSpc>
                <a:spcPct val="100000"/>
              </a:lnSpc>
              <a:spcBef>
                <a:spcPts val="0"/>
              </a:spcBef>
              <a:spcAft>
                <a:spcPts val="0"/>
              </a:spcAft>
              <a:buClr>
                <a:schemeClr val="lt1"/>
              </a:buClr>
              <a:buSzPts val="3600"/>
              <a:buNone/>
              <a:defRPr sz="1800">
                <a:solidFill>
                  <a:schemeClr val="lt1"/>
                </a:solidFill>
              </a:defRPr>
            </a:lvl8pPr>
            <a:lvl9pPr lvl="8">
              <a:lnSpc>
                <a:spcPct val="100000"/>
              </a:lnSpc>
              <a:spcBef>
                <a:spcPts val="0"/>
              </a:spcBef>
              <a:spcAft>
                <a:spcPts val="0"/>
              </a:spcAft>
              <a:buClr>
                <a:schemeClr val="lt1"/>
              </a:buClr>
              <a:buSzPts val="3600"/>
              <a:buNone/>
              <a:defRPr sz="1800">
                <a:solidFill>
                  <a:schemeClr val="lt1"/>
                </a:solidFill>
              </a:defRPr>
            </a:lvl9pPr>
          </a:lstStyle>
          <a:p>
            <a:endParaRPr/>
          </a:p>
        </p:txBody>
      </p:sp>
      <p:sp>
        <p:nvSpPr>
          <p:cNvPr id="14" name="Google Shape;14;g16f7bfc8ce9_0_100"/>
          <p:cNvSpPr txBox="1">
            <a:spLocks noGrp="1"/>
          </p:cNvSpPr>
          <p:nvPr>
            <p:ph type="sldNum" idx="12"/>
          </p:nvPr>
        </p:nvSpPr>
        <p:spPr>
          <a:xfrm>
            <a:off x="8523542" y="4695623"/>
            <a:ext cx="548700" cy="393600"/>
          </a:xfrm>
          <a:prstGeom prst="rect">
            <a:avLst/>
          </a:prstGeom>
        </p:spPr>
        <p:txBody>
          <a:bodyPr spcFirstLastPara="1" wrap="square" lIns="182850" tIns="182850" rIns="182850" bIns="1828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g16f7bfc8ce9_0_106"/>
          <p:cNvSpPr txBox="1">
            <a:spLocks noGrp="1"/>
          </p:cNvSpPr>
          <p:nvPr>
            <p:ph type="title"/>
          </p:nvPr>
        </p:nvSpPr>
        <p:spPr>
          <a:xfrm>
            <a:off x="460950" y="2065350"/>
            <a:ext cx="8222100" cy="1012800"/>
          </a:xfrm>
          <a:prstGeom prst="rect">
            <a:avLst/>
          </a:prstGeom>
        </p:spPr>
        <p:txBody>
          <a:bodyPr spcFirstLastPara="1" wrap="square" lIns="182850" tIns="182850" rIns="182850" bIns="182850" anchor="ctr" anchorCtr="0">
            <a:normAutofit/>
          </a:bodyPr>
          <a:lstStyle>
            <a:lvl1pPr lvl="0">
              <a:spcBef>
                <a:spcPts val="0"/>
              </a:spcBef>
              <a:spcAft>
                <a:spcPts val="0"/>
              </a:spcAft>
              <a:buSzPts val="8400"/>
              <a:buNone/>
              <a:defRPr sz="4200"/>
            </a:lvl1pPr>
            <a:lvl2pPr lvl="1">
              <a:spcBef>
                <a:spcPts val="0"/>
              </a:spcBef>
              <a:spcAft>
                <a:spcPts val="0"/>
              </a:spcAft>
              <a:buSzPts val="8400"/>
              <a:buNone/>
              <a:defRPr sz="4200"/>
            </a:lvl2pPr>
            <a:lvl3pPr lvl="2">
              <a:spcBef>
                <a:spcPts val="0"/>
              </a:spcBef>
              <a:spcAft>
                <a:spcPts val="0"/>
              </a:spcAft>
              <a:buSzPts val="8400"/>
              <a:buNone/>
              <a:defRPr sz="4200"/>
            </a:lvl3pPr>
            <a:lvl4pPr lvl="3">
              <a:spcBef>
                <a:spcPts val="0"/>
              </a:spcBef>
              <a:spcAft>
                <a:spcPts val="0"/>
              </a:spcAft>
              <a:buSzPts val="8400"/>
              <a:buNone/>
              <a:defRPr sz="4200"/>
            </a:lvl4pPr>
            <a:lvl5pPr lvl="4">
              <a:spcBef>
                <a:spcPts val="0"/>
              </a:spcBef>
              <a:spcAft>
                <a:spcPts val="0"/>
              </a:spcAft>
              <a:buSzPts val="8400"/>
              <a:buNone/>
              <a:defRPr sz="4200"/>
            </a:lvl5pPr>
            <a:lvl6pPr lvl="5">
              <a:spcBef>
                <a:spcPts val="0"/>
              </a:spcBef>
              <a:spcAft>
                <a:spcPts val="0"/>
              </a:spcAft>
              <a:buSzPts val="8400"/>
              <a:buNone/>
              <a:defRPr sz="4200"/>
            </a:lvl6pPr>
            <a:lvl7pPr lvl="6">
              <a:spcBef>
                <a:spcPts val="0"/>
              </a:spcBef>
              <a:spcAft>
                <a:spcPts val="0"/>
              </a:spcAft>
              <a:buSzPts val="8400"/>
              <a:buNone/>
              <a:defRPr sz="4200"/>
            </a:lvl7pPr>
            <a:lvl8pPr lvl="7">
              <a:spcBef>
                <a:spcPts val="0"/>
              </a:spcBef>
              <a:spcAft>
                <a:spcPts val="0"/>
              </a:spcAft>
              <a:buSzPts val="8400"/>
              <a:buNone/>
              <a:defRPr sz="4200"/>
            </a:lvl8pPr>
            <a:lvl9pPr lvl="8">
              <a:spcBef>
                <a:spcPts val="0"/>
              </a:spcBef>
              <a:spcAft>
                <a:spcPts val="0"/>
              </a:spcAft>
              <a:buSzPts val="8400"/>
              <a:buNone/>
              <a:defRPr sz="4200"/>
            </a:lvl9pPr>
          </a:lstStyle>
          <a:p>
            <a:endParaRPr/>
          </a:p>
        </p:txBody>
      </p:sp>
      <p:sp>
        <p:nvSpPr>
          <p:cNvPr id="17" name="Google Shape;17;g16f7bfc8ce9_0_106"/>
          <p:cNvSpPr txBox="1">
            <a:spLocks noGrp="1"/>
          </p:cNvSpPr>
          <p:nvPr>
            <p:ph type="sldNum" idx="12"/>
          </p:nvPr>
        </p:nvSpPr>
        <p:spPr>
          <a:xfrm>
            <a:off x="8523542" y="4695623"/>
            <a:ext cx="548700" cy="393600"/>
          </a:xfrm>
          <a:prstGeom prst="rect">
            <a:avLst/>
          </a:prstGeom>
        </p:spPr>
        <p:txBody>
          <a:bodyPr spcFirstLastPara="1" wrap="square" lIns="182850" tIns="182850" rIns="182850" bIns="18285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g16f7bfc8ce9_0_109"/>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50"/>
          </a:p>
        </p:txBody>
      </p:sp>
      <p:sp>
        <p:nvSpPr>
          <p:cNvPr id="20" name="Google Shape;20;g16f7bfc8ce9_0_109"/>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50"/>
          </a:p>
        </p:txBody>
      </p:sp>
      <p:sp>
        <p:nvSpPr>
          <p:cNvPr id="21" name="Google Shape;21;g16f7bfc8ce9_0_109"/>
          <p:cNvSpPr txBox="1">
            <a:spLocks noGrp="1"/>
          </p:cNvSpPr>
          <p:nvPr>
            <p:ph type="title"/>
          </p:nvPr>
        </p:nvSpPr>
        <p:spPr>
          <a:xfrm>
            <a:off x="471900" y="738725"/>
            <a:ext cx="8222100" cy="767700"/>
          </a:xfrm>
          <a:prstGeom prst="rect">
            <a:avLst/>
          </a:prstGeom>
        </p:spPr>
        <p:txBody>
          <a:bodyPr spcFirstLastPara="1" wrap="square" lIns="182850" tIns="182850" rIns="182850" bIns="182850" anchor="b" anchorCtr="0">
            <a:normAutofit/>
          </a:bodyPr>
          <a:lstStyle>
            <a:lvl1pPr lvl="0">
              <a:spcBef>
                <a:spcPts val="0"/>
              </a:spcBef>
              <a:spcAft>
                <a:spcPts val="0"/>
              </a:spcAft>
              <a:buSzPts val="6400"/>
              <a:buNone/>
              <a:defRPr/>
            </a:lvl1pPr>
            <a:lvl2pPr lvl="1">
              <a:spcBef>
                <a:spcPts val="0"/>
              </a:spcBef>
              <a:spcAft>
                <a:spcPts val="0"/>
              </a:spcAft>
              <a:buSzPts val="6400"/>
              <a:buNone/>
              <a:defRPr/>
            </a:lvl2pPr>
            <a:lvl3pPr lvl="2">
              <a:spcBef>
                <a:spcPts val="0"/>
              </a:spcBef>
              <a:spcAft>
                <a:spcPts val="0"/>
              </a:spcAft>
              <a:buSzPts val="6400"/>
              <a:buNone/>
              <a:defRPr/>
            </a:lvl3pPr>
            <a:lvl4pPr lvl="3">
              <a:spcBef>
                <a:spcPts val="0"/>
              </a:spcBef>
              <a:spcAft>
                <a:spcPts val="0"/>
              </a:spcAft>
              <a:buSzPts val="6400"/>
              <a:buNone/>
              <a:defRPr/>
            </a:lvl4pPr>
            <a:lvl5pPr lvl="4">
              <a:spcBef>
                <a:spcPts val="0"/>
              </a:spcBef>
              <a:spcAft>
                <a:spcPts val="0"/>
              </a:spcAft>
              <a:buSzPts val="6400"/>
              <a:buNone/>
              <a:defRPr/>
            </a:lvl5pPr>
            <a:lvl6pPr lvl="5">
              <a:spcBef>
                <a:spcPts val="0"/>
              </a:spcBef>
              <a:spcAft>
                <a:spcPts val="0"/>
              </a:spcAft>
              <a:buSzPts val="6400"/>
              <a:buNone/>
              <a:defRPr/>
            </a:lvl6pPr>
            <a:lvl7pPr lvl="6">
              <a:spcBef>
                <a:spcPts val="0"/>
              </a:spcBef>
              <a:spcAft>
                <a:spcPts val="0"/>
              </a:spcAft>
              <a:buSzPts val="6400"/>
              <a:buNone/>
              <a:defRPr/>
            </a:lvl7pPr>
            <a:lvl8pPr lvl="7">
              <a:spcBef>
                <a:spcPts val="0"/>
              </a:spcBef>
              <a:spcAft>
                <a:spcPts val="0"/>
              </a:spcAft>
              <a:buSzPts val="6400"/>
              <a:buNone/>
              <a:defRPr/>
            </a:lvl8pPr>
            <a:lvl9pPr lvl="8">
              <a:spcBef>
                <a:spcPts val="0"/>
              </a:spcBef>
              <a:spcAft>
                <a:spcPts val="0"/>
              </a:spcAft>
              <a:buSzPts val="6400"/>
              <a:buNone/>
              <a:defRPr/>
            </a:lvl9pPr>
          </a:lstStyle>
          <a:p>
            <a:endParaRPr/>
          </a:p>
        </p:txBody>
      </p:sp>
      <p:sp>
        <p:nvSpPr>
          <p:cNvPr id="22" name="Google Shape;22;g16f7bfc8ce9_0_109"/>
          <p:cNvSpPr txBox="1">
            <a:spLocks noGrp="1"/>
          </p:cNvSpPr>
          <p:nvPr>
            <p:ph type="body" idx="1"/>
          </p:nvPr>
        </p:nvSpPr>
        <p:spPr>
          <a:xfrm>
            <a:off x="471900" y="1919075"/>
            <a:ext cx="8222100" cy="2710200"/>
          </a:xfrm>
          <a:prstGeom prst="rect">
            <a:avLst/>
          </a:prstGeom>
        </p:spPr>
        <p:txBody>
          <a:bodyPr spcFirstLastPara="1" wrap="square" lIns="182850" tIns="182850" rIns="182850" bIns="182850" anchor="t" anchorCtr="0">
            <a:normAutofit/>
          </a:bodyPr>
          <a:lstStyle>
            <a:lvl1pPr marL="228600" lvl="0" indent="-228600">
              <a:spcBef>
                <a:spcPts val="0"/>
              </a:spcBef>
              <a:spcAft>
                <a:spcPts val="0"/>
              </a:spcAft>
              <a:buSzPts val="3600"/>
              <a:buChar char="●"/>
              <a:defRPr/>
            </a:lvl1pPr>
            <a:lvl2pPr marL="457200" lvl="1" indent="-203200">
              <a:spcBef>
                <a:spcPts val="0"/>
              </a:spcBef>
              <a:spcAft>
                <a:spcPts val="0"/>
              </a:spcAft>
              <a:buSzPts val="2800"/>
              <a:buChar char="○"/>
              <a:defRPr/>
            </a:lvl2pPr>
            <a:lvl3pPr marL="685800" lvl="2" indent="-203200">
              <a:spcBef>
                <a:spcPts val="0"/>
              </a:spcBef>
              <a:spcAft>
                <a:spcPts val="0"/>
              </a:spcAft>
              <a:buSzPts val="2800"/>
              <a:buChar char="■"/>
              <a:defRPr/>
            </a:lvl3pPr>
            <a:lvl4pPr marL="914400" lvl="3" indent="-203200">
              <a:spcBef>
                <a:spcPts val="0"/>
              </a:spcBef>
              <a:spcAft>
                <a:spcPts val="0"/>
              </a:spcAft>
              <a:buSzPts val="2800"/>
              <a:buChar char="●"/>
              <a:defRPr/>
            </a:lvl4pPr>
            <a:lvl5pPr marL="1143000" lvl="4" indent="-203200">
              <a:spcBef>
                <a:spcPts val="0"/>
              </a:spcBef>
              <a:spcAft>
                <a:spcPts val="0"/>
              </a:spcAft>
              <a:buSzPts val="2800"/>
              <a:buChar char="○"/>
              <a:defRPr/>
            </a:lvl5pPr>
            <a:lvl6pPr marL="1371600" lvl="5" indent="-203200">
              <a:spcBef>
                <a:spcPts val="0"/>
              </a:spcBef>
              <a:spcAft>
                <a:spcPts val="0"/>
              </a:spcAft>
              <a:buSzPts val="2800"/>
              <a:buChar char="■"/>
              <a:defRPr/>
            </a:lvl6pPr>
            <a:lvl7pPr marL="1600200" lvl="6" indent="-203200">
              <a:spcBef>
                <a:spcPts val="0"/>
              </a:spcBef>
              <a:spcAft>
                <a:spcPts val="0"/>
              </a:spcAft>
              <a:buSzPts val="2800"/>
              <a:buChar char="●"/>
              <a:defRPr/>
            </a:lvl7pPr>
            <a:lvl8pPr marL="1828800" lvl="7" indent="-203200">
              <a:spcBef>
                <a:spcPts val="0"/>
              </a:spcBef>
              <a:spcAft>
                <a:spcPts val="0"/>
              </a:spcAft>
              <a:buSzPts val="2800"/>
              <a:buChar char="○"/>
              <a:defRPr/>
            </a:lvl8pPr>
            <a:lvl9pPr marL="2057400" lvl="8" indent="-203200">
              <a:spcBef>
                <a:spcPts val="0"/>
              </a:spcBef>
              <a:spcAft>
                <a:spcPts val="0"/>
              </a:spcAft>
              <a:buSzPts val="2800"/>
              <a:buChar char="■"/>
              <a:defRPr/>
            </a:lvl9pPr>
          </a:lstStyle>
          <a:p>
            <a:endParaRPr/>
          </a:p>
        </p:txBody>
      </p:sp>
      <p:sp>
        <p:nvSpPr>
          <p:cNvPr id="23" name="Google Shape;23;g16f7bfc8ce9_0_109"/>
          <p:cNvSpPr txBox="1">
            <a:spLocks noGrp="1"/>
          </p:cNvSpPr>
          <p:nvPr>
            <p:ph type="sldNum" idx="12"/>
          </p:nvPr>
        </p:nvSpPr>
        <p:spPr>
          <a:xfrm>
            <a:off x="8523542" y="4695623"/>
            <a:ext cx="548700" cy="393600"/>
          </a:xfrm>
          <a:prstGeom prst="rect">
            <a:avLst/>
          </a:prstGeom>
        </p:spPr>
        <p:txBody>
          <a:bodyPr spcFirstLastPara="1" wrap="square" lIns="182850" tIns="182850" rIns="182850" bIns="1828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g16f7bfc8ce9_0_115"/>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50"/>
          </a:p>
        </p:txBody>
      </p:sp>
      <p:sp>
        <p:nvSpPr>
          <p:cNvPr id="26" name="Google Shape;26;g16f7bfc8ce9_0_11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50"/>
          </a:p>
        </p:txBody>
      </p:sp>
      <p:sp>
        <p:nvSpPr>
          <p:cNvPr id="27" name="Google Shape;27;g16f7bfc8ce9_0_115"/>
          <p:cNvSpPr txBox="1">
            <a:spLocks noGrp="1"/>
          </p:cNvSpPr>
          <p:nvPr>
            <p:ph type="title"/>
          </p:nvPr>
        </p:nvSpPr>
        <p:spPr>
          <a:xfrm>
            <a:off x="471900" y="738725"/>
            <a:ext cx="8222100" cy="767700"/>
          </a:xfrm>
          <a:prstGeom prst="rect">
            <a:avLst/>
          </a:prstGeom>
        </p:spPr>
        <p:txBody>
          <a:bodyPr spcFirstLastPara="1" wrap="square" lIns="182850" tIns="182850" rIns="182850" bIns="182850" anchor="b" anchorCtr="0">
            <a:normAutofit/>
          </a:bodyPr>
          <a:lstStyle>
            <a:lvl1pPr lvl="0">
              <a:spcBef>
                <a:spcPts val="0"/>
              </a:spcBef>
              <a:spcAft>
                <a:spcPts val="0"/>
              </a:spcAft>
              <a:buSzPts val="6400"/>
              <a:buNone/>
              <a:defRPr/>
            </a:lvl1pPr>
            <a:lvl2pPr lvl="1">
              <a:spcBef>
                <a:spcPts val="0"/>
              </a:spcBef>
              <a:spcAft>
                <a:spcPts val="0"/>
              </a:spcAft>
              <a:buSzPts val="6400"/>
              <a:buNone/>
              <a:defRPr/>
            </a:lvl2pPr>
            <a:lvl3pPr lvl="2">
              <a:spcBef>
                <a:spcPts val="0"/>
              </a:spcBef>
              <a:spcAft>
                <a:spcPts val="0"/>
              </a:spcAft>
              <a:buSzPts val="6400"/>
              <a:buNone/>
              <a:defRPr/>
            </a:lvl3pPr>
            <a:lvl4pPr lvl="3">
              <a:spcBef>
                <a:spcPts val="0"/>
              </a:spcBef>
              <a:spcAft>
                <a:spcPts val="0"/>
              </a:spcAft>
              <a:buSzPts val="6400"/>
              <a:buNone/>
              <a:defRPr/>
            </a:lvl4pPr>
            <a:lvl5pPr lvl="4">
              <a:spcBef>
                <a:spcPts val="0"/>
              </a:spcBef>
              <a:spcAft>
                <a:spcPts val="0"/>
              </a:spcAft>
              <a:buSzPts val="6400"/>
              <a:buNone/>
              <a:defRPr/>
            </a:lvl5pPr>
            <a:lvl6pPr lvl="5">
              <a:spcBef>
                <a:spcPts val="0"/>
              </a:spcBef>
              <a:spcAft>
                <a:spcPts val="0"/>
              </a:spcAft>
              <a:buSzPts val="6400"/>
              <a:buNone/>
              <a:defRPr/>
            </a:lvl6pPr>
            <a:lvl7pPr lvl="6">
              <a:spcBef>
                <a:spcPts val="0"/>
              </a:spcBef>
              <a:spcAft>
                <a:spcPts val="0"/>
              </a:spcAft>
              <a:buSzPts val="6400"/>
              <a:buNone/>
              <a:defRPr/>
            </a:lvl7pPr>
            <a:lvl8pPr lvl="7">
              <a:spcBef>
                <a:spcPts val="0"/>
              </a:spcBef>
              <a:spcAft>
                <a:spcPts val="0"/>
              </a:spcAft>
              <a:buSzPts val="6400"/>
              <a:buNone/>
              <a:defRPr/>
            </a:lvl8pPr>
            <a:lvl9pPr lvl="8">
              <a:spcBef>
                <a:spcPts val="0"/>
              </a:spcBef>
              <a:spcAft>
                <a:spcPts val="0"/>
              </a:spcAft>
              <a:buSzPts val="6400"/>
              <a:buNone/>
              <a:defRPr/>
            </a:lvl9pPr>
          </a:lstStyle>
          <a:p>
            <a:endParaRPr/>
          </a:p>
        </p:txBody>
      </p:sp>
      <p:sp>
        <p:nvSpPr>
          <p:cNvPr id="28" name="Google Shape;28;g16f7bfc8ce9_0_115"/>
          <p:cNvSpPr txBox="1">
            <a:spLocks noGrp="1"/>
          </p:cNvSpPr>
          <p:nvPr>
            <p:ph type="body" idx="1"/>
          </p:nvPr>
        </p:nvSpPr>
        <p:spPr>
          <a:xfrm>
            <a:off x="471900" y="1919076"/>
            <a:ext cx="3999900" cy="2710200"/>
          </a:xfrm>
          <a:prstGeom prst="rect">
            <a:avLst/>
          </a:prstGeom>
        </p:spPr>
        <p:txBody>
          <a:bodyPr spcFirstLastPara="1" wrap="square" lIns="182850" tIns="182850" rIns="182850" bIns="182850" anchor="t" anchorCtr="0">
            <a:normAutofit/>
          </a:bodyPr>
          <a:lstStyle>
            <a:lvl1pPr marL="228600" lvl="0" indent="-203200">
              <a:spcBef>
                <a:spcPts val="0"/>
              </a:spcBef>
              <a:spcAft>
                <a:spcPts val="0"/>
              </a:spcAft>
              <a:buSzPts val="2800"/>
              <a:buChar char="●"/>
              <a:defRPr sz="1400"/>
            </a:lvl1pPr>
            <a:lvl2pPr marL="457200" lvl="1" indent="-190500">
              <a:spcBef>
                <a:spcPts val="0"/>
              </a:spcBef>
              <a:spcAft>
                <a:spcPts val="0"/>
              </a:spcAft>
              <a:buSzPts val="2400"/>
              <a:buChar char="○"/>
              <a:defRPr sz="1200"/>
            </a:lvl2pPr>
            <a:lvl3pPr marL="685800" lvl="2" indent="-190500">
              <a:spcBef>
                <a:spcPts val="0"/>
              </a:spcBef>
              <a:spcAft>
                <a:spcPts val="0"/>
              </a:spcAft>
              <a:buSzPts val="2400"/>
              <a:buChar char="■"/>
              <a:defRPr sz="1200"/>
            </a:lvl3pPr>
            <a:lvl4pPr marL="914400" lvl="3" indent="-190500">
              <a:spcBef>
                <a:spcPts val="0"/>
              </a:spcBef>
              <a:spcAft>
                <a:spcPts val="0"/>
              </a:spcAft>
              <a:buSzPts val="2400"/>
              <a:buChar char="●"/>
              <a:defRPr sz="1200"/>
            </a:lvl4pPr>
            <a:lvl5pPr marL="1143000" lvl="4" indent="-190500">
              <a:spcBef>
                <a:spcPts val="0"/>
              </a:spcBef>
              <a:spcAft>
                <a:spcPts val="0"/>
              </a:spcAft>
              <a:buSzPts val="2400"/>
              <a:buChar char="○"/>
              <a:defRPr sz="1200"/>
            </a:lvl5pPr>
            <a:lvl6pPr marL="1371600" lvl="5" indent="-190500">
              <a:spcBef>
                <a:spcPts val="0"/>
              </a:spcBef>
              <a:spcAft>
                <a:spcPts val="0"/>
              </a:spcAft>
              <a:buSzPts val="2400"/>
              <a:buChar char="■"/>
              <a:defRPr sz="1200"/>
            </a:lvl6pPr>
            <a:lvl7pPr marL="1600200" lvl="6" indent="-190500">
              <a:spcBef>
                <a:spcPts val="0"/>
              </a:spcBef>
              <a:spcAft>
                <a:spcPts val="0"/>
              </a:spcAft>
              <a:buSzPts val="2400"/>
              <a:buChar char="●"/>
              <a:defRPr sz="1200"/>
            </a:lvl7pPr>
            <a:lvl8pPr marL="1828800" lvl="7" indent="-190500">
              <a:spcBef>
                <a:spcPts val="0"/>
              </a:spcBef>
              <a:spcAft>
                <a:spcPts val="0"/>
              </a:spcAft>
              <a:buSzPts val="2400"/>
              <a:buChar char="○"/>
              <a:defRPr sz="1200"/>
            </a:lvl8pPr>
            <a:lvl9pPr marL="2057400" lvl="8" indent="-190500">
              <a:spcBef>
                <a:spcPts val="0"/>
              </a:spcBef>
              <a:spcAft>
                <a:spcPts val="0"/>
              </a:spcAft>
              <a:buSzPts val="2400"/>
              <a:buChar char="■"/>
              <a:defRPr sz="1200"/>
            </a:lvl9pPr>
          </a:lstStyle>
          <a:p>
            <a:endParaRPr/>
          </a:p>
        </p:txBody>
      </p:sp>
      <p:sp>
        <p:nvSpPr>
          <p:cNvPr id="29" name="Google Shape;29;g16f7bfc8ce9_0_115"/>
          <p:cNvSpPr txBox="1">
            <a:spLocks noGrp="1"/>
          </p:cNvSpPr>
          <p:nvPr>
            <p:ph type="body" idx="2"/>
          </p:nvPr>
        </p:nvSpPr>
        <p:spPr>
          <a:xfrm>
            <a:off x="4694250" y="1919076"/>
            <a:ext cx="3999900" cy="2710200"/>
          </a:xfrm>
          <a:prstGeom prst="rect">
            <a:avLst/>
          </a:prstGeom>
        </p:spPr>
        <p:txBody>
          <a:bodyPr spcFirstLastPara="1" wrap="square" lIns="182850" tIns="182850" rIns="182850" bIns="182850" anchor="t" anchorCtr="0">
            <a:normAutofit/>
          </a:bodyPr>
          <a:lstStyle>
            <a:lvl1pPr marL="228600" lvl="0" indent="-203200">
              <a:spcBef>
                <a:spcPts val="0"/>
              </a:spcBef>
              <a:spcAft>
                <a:spcPts val="0"/>
              </a:spcAft>
              <a:buSzPts val="2800"/>
              <a:buChar char="●"/>
              <a:defRPr sz="1400"/>
            </a:lvl1pPr>
            <a:lvl2pPr marL="457200" lvl="1" indent="-190500">
              <a:spcBef>
                <a:spcPts val="0"/>
              </a:spcBef>
              <a:spcAft>
                <a:spcPts val="0"/>
              </a:spcAft>
              <a:buSzPts val="2400"/>
              <a:buChar char="○"/>
              <a:defRPr sz="1200"/>
            </a:lvl2pPr>
            <a:lvl3pPr marL="685800" lvl="2" indent="-190500">
              <a:spcBef>
                <a:spcPts val="0"/>
              </a:spcBef>
              <a:spcAft>
                <a:spcPts val="0"/>
              </a:spcAft>
              <a:buSzPts val="2400"/>
              <a:buChar char="■"/>
              <a:defRPr sz="1200"/>
            </a:lvl3pPr>
            <a:lvl4pPr marL="914400" lvl="3" indent="-190500">
              <a:spcBef>
                <a:spcPts val="0"/>
              </a:spcBef>
              <a:spcAft>
                <a:spcPts val="0"/>
              </a:spcAft>
              <a:buSzPts val="2400"/>
              <a:buChar char="●"/>
              <a:defRPr sz="1200"/>
            </a:lvl4pPr>
            <a:lvl5pPr marL="1143000" lvl="4" indent="-190500">
              <a:spcBef>
                <a:spcPts val="0"/>
              </a:spcBef>
              <a:spcAft>
                <a:spcPts val="0"/>
              </a:spcAft>
              <a:buSzPts val="2400"/>
              <a:buChar char="○"/>
              <a:defRPr sz="1200"/>
            </a:lvl5pPr>
            <a:lvl6pPr marL="1371600" lvl="5" indent="-190500">
              <a:spcBef>
                <a:spcPts val="0"/>
              </a:spcBef>
              <a:spcAft>
                <a:spcPts val="0"/>
              </a:spcAft>
              <a:buSzPts val="2400"/>
              <a:buChar char="■"/>
              <a:defRPr sz="1200"/>
            </a:lvl6pPr>
            <a:lvl7pPr marL="1600200" lvl="6" indent="-190500">
              <a:spcBef>
                <a:spcPts val="0"/>
              </a:spcBef>
              <a:spcAft>
                <a:spcPts val="0"/>
              </a:spcAft>
              <a:buSzPts val="2400"/>
              <a:buChar char="●"/>
              <a:defRPr sz="1200"/>
            </a:lvl7pPr>
            <a:lvl8pPr marL="1828800" lvl="7" indent="-190500">
              <a:spcBef>
                <a:spcPts val="0"/>
              </a:spcBef>
              <a:spcAft>
                <a:spcPts val="0"/>
              </a:spcAft>
              <a:buSzPts val="2400"/>
              <a:buChar char="○"/>
              <a:defRPr sz="1200"/>
            </a:lvl8pPr>
            <a:lvl9pPr marL="2057400" lvl="8" indent="-190500">
              <a:spcBef>
                <a:spcPts val="0"/>
              </a:spcBef>
              <a:spcAft>
                <a:spcPts val="0"/>
              </a:spcAft>
              <a:buSzPts val="2400"/>
              <a:buChar char="■"/>
              <a:defRPr sz="1200"/>
            </a:lvl9pPr>
          </a:lstStyle>
          <a:p>
            <a:endParaRPr/>
          </a:p>
        </p:txBody>
      </p:sp>
      <p:sp>
        <p:nvSpPr>
          <p:cNvPr id="30" name="Google Shape;30;g16f7bfc8ce9_0_115"/>
          <p:cNvSpPr txBox="1">
            <a:spLocks noGrp="1"/>
          </p:cNvSpPr>
          <p:nvPr>
            <p:ph type="sldNum" idx="12"/>
          </p:nvPr>
        </p:nvSpPr>
        <p:spPr>
          <a:xfrm>
            <a:off x="8523542" y="4695623"/>
            <a:ext cx="548700" cy="393600"/>
          </a:xfrm>
          <a:prstGeom prst="rect">
            <a:avLst/>
          </a:prstGeom>
        </p:spPr>
        <p:txBody>
          <a:bodyPr spcFirstLastPara="1" wrap="square" lIns="182850" tIns="182850" rIns="182850" bIns="1828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g16f7bfc8ce9_0_122"/>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50"/>
          </a:p>
        </p:txBody>
      </p:sp>
      <p:sp>
        <p:nvSpPr>
          <p:cNvPr id="33" name="Google Shape;33;g16f7bfc8ce9_0_12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50"/>
          </a:p>
        </p:txBody>
      </p:sp>
      <p:sp>
        <p:nvSpPr>
          <p:cNvPr id="34" name="Google Shape;34;g16f7bfc8ce9_0_122"/>
          <p:cNvSpPr txBox="1">
            <a:spLocks noGrp="1"/>
          </p:cNvSpPr>
          <p:nvPr>
            <p:ph type="title"/>
          </p:nvPr>
        </p:nvSpPr>
        <p:spPr>
          <a:xfrm>
            <a:off x="98250" y="16350"/>
            <a:ext cx="8826600" cy="602700"/>
          </a:xfrm>
          <a:prstGeom prst="rect">
            <a:avLst/>
          </a:prstGeom>
        </p:spPr>
        <p:txBody>
          <a:bodyPr spcFirstLastPara="1" wrap="square" lIns="182850" tIns="182850" rIns="182850" bIns="182850" anchor="ctr" anchorCtr="0">
            <a:normAutofit/>
          </a:bodyPr>
          <a:lstStyle>
            <a:lvl1pPr lvl="0">
              <a:spcBef>
                <a:spcPts val="0"/>
              </a:spcBef>
              <a:spcAft>
                <a:spcPts val="0"/>
              </a:spcAft>
              <a:buSzPts val="3600"/>
              <a:buNone/>
              <a:defRPr sz="1800"/>
            </a:lvl1pPr>
            <a:lvl2pPr lvl="1">
              <a:spcBef>
                <a:spcPts val="0"/>
              </a:spcBef>
              <a:spcAft>
                <a:spcPts val="0"/>
              </a:spcAft>
              <a:buSzPts val="3600"/>
              <a:buNone/>
              <a:defRPr sz="1800"/>
            </a:lvl2pPr>
            <a:lvl3pPr lvl="2">
              <a:spcBef>
                <a:spcPts val="0"/>
              </a:spcBef>
              <a:spcAft>
                <a:spcPts val="0"/>
              </a:spcAft>
              <a:buSzPts val="3600"/>
              <a:buNone/>
              <a:defRPr sz="1800"/>
            </a:lvl3pPr>
            <a:lvl4pPr lvl="3">
              <a:spcBef>
                <a:spcPts val="0"/>
              </a:spcBef>
              <a:spcAft>
                <a:spcPts val="0"/>
              </a:spcAft>
              <a:buSzPts val="3600"/>
              <a:buNone/>
              <a:defRPr sz="1800"/>
            </a:lvl4pPr>
            <a:lvl5pPr lvl="4">
              <a:spcBef>
                <a:spcPts val="0"/>
              </a:spcBef>
              <a:spcAft>
                <a:spcPts val="0"/>
              </a:spcAft>
              <a:buSzPts val="3600"/>
              <a:buNone/>
              <a:defRPr sz="1800"/>
            </a:lvl5pPr>
            <a:lvl6pPr lvl="5">
              <a:spcBef>
                <a:spcPts val="0"/>
              </a:spcBef>
              <a:spcAft>
                <a:spcPts val="0"/>
              </a:spcAft>
              <a:buSzPts val="3600"/>
              <a:buNone/>
              <a:defRPr sz="1800"/>
            </a:lvl6pPr>
            <a:lvl7pPr lvl="6">
              <a:spcBef>
                <a:spcPts val="0"/>
              </a:spcBef>
              <a:spcAft>
                <a:spcPts val="0"/>
              </a:spcAft>
              <a:buSzPts val="3600"/>
              <a:buNone/>
              <a:defRPr sz="1800"/>
            </a:lvl7pPr>
            <a:lvl8pPr lvl="7">
              <a:spcBef>
                <a:spcPts val="0"/>
              </a:spcBef>
              <a:spcAft>
                <a:spcPts val="0"/>
              </a:spcAft>
              <a:buSzPts val="3600"/>
              <a:buNone/>
              <a:defRPr sz="1800"/>
            </a:lvl8pPr>
            <a:lvl9pPr lvl="8">
              <a:spcBef>
                <a:spcPts val="0"/>
              </a:spcBef>
              <a:spcAft>
                <a:spcPts val="0"/>
              </a:spcAft>
              <a:buSzPts val="3600"/>
              <a:buNone/>
              <a:defRPr sz="1800"/>
            </a:lvl9pPr>
          </a:lstStyle>
          <a:p>
            <a:endParaRPr/>
          </a:p>
        </p:txBody>
      </p:sp>
      <p:sp>
        <p:nvSpPr>
          <p:cNvPr id="35" name="Google Shape;35;g16f7bfc8ce9_0_122"/>
          <p:cNvSpPr txBox="1">
            <a:spLocks noGrp="1"/>
          </p:cNvSpPr>
          <p:nvPr>
            <p:ph type="sldNum" idx="12"/>
          </p:nvPr>
        </p:nvSpPr>
        <p:spPr>
          <a:xfrm>
            <a:off x="8523542" y="4695623"/>
            <a:ext cx="548700" cy="393600"/>
          </a:xfrm>
          <a:prstGeom prst="rect">
            <a:avLst/>
          </a:prstGeom>
        </p:spPr>
        <p:txBody>
          <a:bodyPr spcFirstLastPara="1" wrap="square" lIns="182850" tIns="182850" rIns="182850" bIns="1828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g16f7bfc8ce9_0_12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50"/>
          </a:p>
        </p:txBody>
      </p:sp>
      <p:sp>
        <p:nvSpPr>
          <p:cNvPr id="38" name="Google Shape;38;g16f7bfc8ce9_0_127"/>
          <p:cNvSpPr/>
          <p:nvPr/>
        </p:nvSpPr>
        <p:spPr>
          <a:xfrm rot="162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50"/>
          </a:p>
        </p:txBody>
      </p:sp>
      <p:sp>
        <p:nvSpPr>
          <p:cNvPr id="39" name="Google Shape;39;g16f7bfc8ce9_0_127"/>
          <p:cNvSpPr txBox="1">
            <a:spLocks noGrp="1"/>
          </p:cNvSpPr>
          <p:nvPr>
            <p:ph type="title"/>
          </p:nvPr>
        </p:nvSpPr>
        <p:spPr>
          <a:xfrm>
            <a:off x="226078" y="357800"/>
            <a:ext cx="2808000" cy="953400"/>
          </a:xfrm>
          <a:prstGeom prst="rect">
            <a:avLst/>
          </a:prstGeom>
        </p:spPr>
        <p:txBody>
          <a:bodyPr spcFirstLastPara="1" wrap="square" lIns="182850" tIns="182850" rIns="182850" bIns="182850" anchor="b" anchorCtr="0">
            <a:normAutofit/>
          </a:bodyPr>
          <a:lstStyle>
            <a:lvl1pPr lvl="0">
              <a:spcBef>
                <a:spcPts val="0"/>
              </a:spcBef>
              <a:spcAft>
                <a:spcPts val="0"/>
              </a:spcAft>
              <a:buSzPts val="4800"/>
              <a:buNone/>
              <a:defRPr sz="2400"/>
            </a:lvl1pPr>
            <a:lvl2pPr lvl="1">
              <a:spcBef>
                <a:spcPts val="0"/>
              </a:spcBef>
              <a:spcAft>
                <a:spcPts val="0"/>
              </a:spcAft>
              <a:buSzPts val="4800"/>
              <a:buNone/>
              <a:defRPr sz="2400"/>
            </a:lvl2pPr>
            <a:lvl3pPr lvl="2">
              <a:spcBef>
                <a:spcPts val="0"/>
              </a:spcBef>
              <a:spcAft>
                <a:spcPts val="0"/>
              </a:spcAft>
              <a:buSzPts val="4800"/>
              <a:buNone/>
              <a:defRPr sz="2400"/>
            </a:lvl3pPr>
            <a:lvl4pPr lvl="3">
              <a:spcBef>
                <a:spcPts val="0"/>
              </a:spcBef>
              <a:spcAft>
                <a:spcPts val="0"/>
              </a:spcAft>
              <a:buSzPts val="4800"/>
              <a:buNone/>
              <a:defRPr sz="2400"/>
            </a:lvl4pPr>
            <a:lvl5pPr lvl="4">
              <a:spcBef>
                <a:spcPts val="0"/>
              </a:spcBef>
              <a:spcAft>
                <a:spcPts val="0"/>
              </a:spcAft>
              <a:buSzPts val="4800"/>
              <a:buNone/>
              <a:defRPr sz="2400"/>
            </a:lvl5pPr>
            <a:lvl6pPr lvl="5">
              <a:spcBef>
                <a:spcPts val="0"/>
              </a:spcBef>
              <a:spcAft>
                <a:spcPts val="0"/>
              </a:spcAft>
              <a:buSzPts val="4800"/>
              <a:buNone/>
              <a:defRPr sz="2400"/>
            </a:lvl6pPr>
            <a:lvl7pPr lvl="6">
              <a:spcBef>
                <a:spcPts val="0"/>
              </a:spcBef>
              <a:spcAft>
                <a:spcPts val="0"/>
              </a:spcAft>
              <a:buSzPts val="4800"/>
              <a:buNone/>
              <a:defRPr sz="2400"/>
            </a:lvl7pPr>
            <a:lvl8pPr lvl="7">
              <a:spcBef>
                <a:spcPts val="0"/>
              </a:spcBef>
              <a:spcAft>
                <a:spcPts val="0"/>
              </a:spcAft>
              <a:buSzPts val="4800"/>
              <a:buNone/>
              <a:defRPr sz="2400"/>
            </a:lvl8pPr>
            <a:lvl9pPr lvl="8">
              <a:spcBef>
                <a:spcPts val="0"/>
              </a:spcBef>
              <a:spcAft>
                <a:spcPts val="0"/>
              </a:spcAft>
              <a:buSzPts val="4800"/>
              <a:buNone/>
              <a:defRPr sz="2400"/>
            </a:lvl9pPr>
          </a:lstStyle>
          <a:p>
            <a:endParaRPr/>
          </a:p>
        </p:txBody>
      </p:sp>
      <p:sp>
        <p:nvSpPr>
          <p:cNvPr id="40" name="Google Shape;40;g16f7bfc8ce9_0_127"/>
          <p:cNvSpPr txBox="1">
            <a:spLocks noGrp="1"/>
          </p:cNvSpPr>
          <p:nvPr>
            <p:ph type="body" idx="1"/>
          </p:nvPr>
        </p:nvSpPr>
        <p:spPr>
          <a:xfrm>
            <a:off x="226075" y="1465800"/>
            <a:ext cx="2808000" cy="3163500"/>
          </a:xfrm>
          <a:prstGeom prst="rect">
            <a:avLst/>
          </a:prstGeom>
        </p:spPr>
        <p:txBody>
          <a:bodyPr spcFirstLastPara="1" wrap="square" lIns="182850" tIns="182850" rIns="182850" bIns="182850" anchor="t" anchorCtr="0">
            <a:normAutofit/>
          </a:bodyPr>
          <a:lstStyle>
            <a:lvl1pPr marL="228600" lvl="0" indent="-190500">
              <a:spcBef>
                <a:spcPts val="0"/>
              </a:spcBef>
              <a:spcAft>
                <a:spcPts val="0"/>
              </a:spcAft>
              <a:buClr>
                <a:schemeClr val="lt1"/>
              </a:buClr>
              <a:buSzPts val="2400"/>
              <a:buChar char="●"/>
              <a:defRPr sz="1200">
                <a:solidFill>
                  <a:schemeClr val="lt1"/>
                </a:solidFill>
              </a:defRPr>
            </a:lvl1pPr>
            <a:lvl2pPr marL="457200" lvl="1" indent="-190500">
              <a:spcBef>
                <a:spcPts val="0"/>
              </a:spcBef>
              <a:spcAft>
                <a:spcPts val="0"/>
              </a:spcAft>
              <a:buClr>
                <a:schemeClr val="lt1"/>
              </a:buClr>
              <a:buSzPts val="2400"/>
              <a:buChar char="○"/>
              <a:defRPr sz="1200">
                <a:solidFill>
                  <a:schemeClr val="lt1"/>
                </a:solidFill>
              </a:defRPr>
            </a:lvl2pPr>
            <a:lvl3pPr marL="685800" lvl="2" indent="-190500">
              <a:spcBef>
                <a:spcPts val="0"/>
              </a:spcBef>
              <a:spcAft>
                <a:spcPts val="0"/>
              </a:spcAft>
              <a:buClr>
                <a:schemeClr val="lt1"/>
              </a:buClr>
              <a:buSzPts val="2400"/>
              <a:buChar char="■"/>
              <a:defRPr sz="1200">
                <a:solidFill>
                  <a:schemeClr val="lt1"/>
                </a:solidFill>
              </a:defRPr>
            </a:lvl3pPr>
            <a:lvl4pPr marL="914400" lvl="3" indent="-190500">
              <a:spcBef>
                <a:spcPts val="0"/>
              </a:spcBef>
              <a:spcAft>
                <a:spcPts val="0"/>
              </a:spcAft>
              <a:buClr>
                <a:schemeClr val="lt1"/>
              </a:buClr>
              <a:buSzPts val="2400"/>
              <a:buChar char="●"/>
              <a:defRPr sz="1200">
                <a:solidFill>
                  <a:schemeClr val="lt1"/>
                </a:solidFill>
              </a:defRPr>
            </a:lvl4pPr>
            <a:lvl5pPr marL="1143000" lvl="4" indent="-190500">
              <a:spcBef>
                <a:spcPts val="0"/>
              </a:spcBef>
              <a:spcAft>
                <a:spcPts val="0"/>
              </a:spcAft>
              <a:buClr>
                <a:schemeClr val="lt1"/>
              </a:buClr>
              <a:buSzPts val="2400"/>
              <a:buChar char="○"/>
              <a:defRPr sz="1200">
                <a:solidFill>
                  <a:schemeClr val="lt1"/>
                </a:solidFill>
              </a:defRPr>
            </a:lvl5pPr>
            <a:lvl6pPr marL="1371600" lvl="5" indent="-190500">
              <a:spcBef>
                <a:spcPts val="0"/>
              </a:spcBef>
              <a:spcAft>
                <a:spcPts val="0"/>
              </a:spcAft>
              <a:buClr>
                <a:schemeClr val="lt1"/>
              </a:buClr>
              <a:buSzPts val="2400"/>
              <a:buChar char="■"/>
              <a:defRPr sz="1200">
                <a:solidFill>
                  <a:schemeClr val="lt1"/>
                </a:solidFill>
              </a:defRPr>
            </a:lvl6pPr>
            <a:lvl7pPr marL="1600200" lvl="6" indent="-190500">
              <a:spcBef>
                <a:spcPts val="0"/>
              </a:spcBef>
              <a:spcAft>
                <a:spcPts val="0"/>
              </a:spcAft>
              <a:buClr>
                <a:schemeClr val="lt1"/>
              </a:buClr>
              <a:buSzPts val="2400"/>
              <a:buChar char="●"/>
              <a:defRPr sz="1200">
                <a:solidFill>
                  <a:schemeClr val="lt1"/>
                </a:solidFill>
              </a:defRPr>
            </a:lvl7pPr>
            <a:lvl8pPr marL="1828800" lvl="7" indent="-190500">
              <a:spcBef>
                <a:spcPts val="0"/>
              </a:spcBef>
              <a:spcAft>
                <a:spcPts val="0"/>
              </a:spcAft>
              <a:buClr>
                <a:schemeClr val="lt1"/>
              </a:buClr>
              <a:buSzPts val="2400"/>
              <a:buChar char="○"/>
              <a:defRPr sz="1200">
                <a:solidFill>
                  <a:schemeClr val="lt1"/>
                </a:solidFill>
              </a:defRPr>
            </a:lvl8pPr>
            <a:lvl9pPr marL="2057400" lvl="8" indent="-190500">
              <a:spcBef>
                <a:spcPts val="0"/>
              </a:spcBef>
              <a:spcAft>
                <a:spcPts val="0"/>
              </a:spcAft>
              <a:buClr>
                <a:schemeClr val="lt1"/>
              </a:buClr>
              <a:buSzPts val="2400"/>
              <a:buChar char="■"/>
              <a:defRPr sz="1200">
                <a:solidFill>
                  <a:schemeClr val="lt1"/>
                </a:solidFill>
              </a:defRPr>
            </a:lvl9pPr>
          </a:lstStyle>
          <a:p>
            <a:endParaRPr/>
          </a:p>
        </p:txBody>
      </p:sp>
      <p:sp>
        <p:nvSpPr>
          <p:cNvPr id="41" name="Google Shape;41;g16f7bfc8ce9_0_127"/>
          <p:cNvSpPr txBox="1">
            <a:spLocks noGrp="1"/>
          </p:cNvSpPr>
          <p:nvPr>
            <p:ph type="sldNum" idx="12"/>
          </p:nvPr>
        </p:nvSpPr>
        <p:spPr>
          <a:xfrm>
            <a:off x="8523542" y="4695623"/>
            <a:ext cx="548700" cy="393600"/>
          </a:xfrm>
          <a:prstGeom prst="rect">
            <a:avLst/>
          </a:prstGeom>
        </p:spPr>
        <p:txBody>
          <a:bodyPr spcFirstLastPara="1" wrap="square" lIns="182850" tIns="182850" rIns="182850" bIns="1828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g16f7bfc8ce9_0_133"/>
          <p:cNvSpPr txBox="1">
            <a:spLocks noGrp="1"/>
          </p:cNvSpPr>
          <p:nvPr>
            <p:ph type="title"/>
          </p:nvPr>
        </p:nvSpPr>
        <p:spPr>
          <a:xfrm>
            <a:off x="490250" y="488250"/>
            <a:ext cx="6227100" cy="4090800"/>
          </a:xfrm>
          <a:prstGeom prst="rect">
            <a:avLst/>
          </a:prstGeom>
        </p:spPr>
        <p:txBody>
          <a:bodyPr spcFirstLastPara="1" wrap="square" lIns="182850" tIns="182850" rIns="182850" bIns="182850" anchor="ctr" anchorCtr="0">
            <a:normAutofit/>
          </a:bodyPr>
          <a:lstStyle>
            <a:lvl1pPr lvl="0">
              <a:spcBef>
                <a:spcPts val="0"/>
              </a:spcBef>
              <a:spcAft>
                <a:spcPts val="0"/>
              </a:spcAft>
              <a:buSzPts val="12000"/>
              <a:buNone/>
              <a:defRPr sz="6000"/>
            </a:lvl1pPr>
            <a:lvl2pPr lvl="1">
              <a:spcBef>
                <a:spcPts val="0"/>
              </a:spcBef>
              <a:spcAft>
                <a:spcPts val="0"/>
              </a:spcAft>
              <a:buSzPts val="12000"/>
              <a:buNone/>
              <a:defRPr sz="6000"/>
            </a:lvl2pPr>
            <a:lvl3pPr lvl="2">
              <a:spcBef>
                <a:spcPts val="0"/>
              </a:spcBef>
              <a:spcAft>
                <a:spcPts val="0"/>
              </a:spcAft>
              <a:buSzPts val="12000"/>
              <a:buNone/>
              <a:defRPr sz="6000"/>
            </a:lvl3pPr>
            <a:lvl4pPr lvl="3">
              <a:spcBef>
                <a:spcPts val="0"/>
              </a:spcBef>
              <a:spcAft>
                <a:spcPts val="0"/>
              </a:spcAft>
              <a:buSzPts val="12000"/>
              <a:buNone/>
              <a:defRPr sz="6000"/>
            </a:lvl4pPr>
            <a:lvl5pPr lvl="4">
              <a:spcBef>
                <a:spcPts val="0"/>
              </a:spcBef>
              <a:spcAft>
                <a:spcPts val="0"/>
              </a:spcAft>
              <a:buSzPts val="12000"/>
              <a:buNone/>
              <a:defRPr sz="6000"/>
            </a:lvl5pPr>
            <a:lvl6pPr lvl="5">
              <a:spcBef>
                <a:spcPts val="0"/>
              </a:spcBef>
              <a:spcAft>
                <a:spcPts val="0"/>
              </a:spcAft>
              <a:buSzPts val="12000"/>
              <a:buNone/>
              <a:defRPr sz="6000"/>
            </a:lvl6pPr>
            <a:lvl7pPr lvl="6">
              <a:spcBef>
                <a:spcPts val="0"/>
              </a:spcBef>
              <a:spcAft>
                <a:spcPts val="0"/>
              </a:spcAft>
              <a:buSzPts val="12000"/>
              <a:buNone/>
              <a:defRPr sz="6000"/>
            </a:lvl7pPr>
            <a:lvl8pPr lvl="7">
              <a:spcBef>
                <a:spcPts val="0"/>
              </a:spcBef>
              <a:spcAft>
                <a:spcPts val="0"/>
              </a:spcAft>
              <a:buSzPts val="12000"/>
              <a:buNone/>
              <a:defRPr sz="6000"/>
            </a:lvl8pPr>
            <a:lvl9pPr lvl="8">
              <a:spcBef>
                <a:spcPts val="0"/>
              </a:spcBef>
              <a:spcAft>
                <a:spcPts val="0"/>
              </a:spcAft>
              <a:buSzPts val="12000"/>
              <a:buNone/>
              <a:defRPr sz="6000"/>
            </a:lvl9pPr>
          </a:lstStyle>
          <a:p>
            <a:endParaRPr/>
          </a:p>
        </p:txBody>
      </p:sp>
      <p:sp>
        <p:nvSpPr>
          <p:cNvPr id="44" name="Google Shape;44;g16f7bfc8ce9_0_133"/>
          <p:cNvSpPr txBox="1">
            <a:spLocks noGrp="1"/>
          </p:cNvSpPr>
          <p:nvPr>
            <p:ph type="sldNum" idx="12"/>
          </p:nvPr>
        </p:nvSpPr>
        <p:spPr>
          <a:xfrm>
            <a:off x="8523542" y="4695623"/>
            <a:ext cx="548700" cy="393600"/>
          </a:xfrm>
          <a:prstGeom prst="rect">
            <a:avLst/>
          </a:prstGeom>
        </p:spPr>
        <p:txBody>
          <a:bodyPr spcFirstLastPara="1" wrap="square" lIns="182850" tIns="182850" rIns="182850" bIns="18285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g16f7bfc8ce9_0_136"/>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50"/>
          </a:p>
        </p:txBody>
      </p:sp>
      <p:sp>
        <p:nvSpPr>
          <p:cNvPr id="47" name="Google Shape;47;g16f7bfc8ce9_0_136"/>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50"/>
          </a:p>
        </p:txBody>
      </p:sp>
      <p:sp>
        <p:nvSpPr>
          <p:cNvPr id="48" name="Google Shape;48;g16f7bfc8ce9_0_136"/>
          <p:cNvSpPr txBox="1">
            <a:spLocks noGrp="1"/>
          </p:cNvSpPr>
          <p:nvPr>
            <p:ph type="title"/>
          </p:nvPr>
        </p:nvSpPr>
        <p:spPr>
          <a:xfrm>
            <a:off x="265500" y="1233175"/>
            <a:ext cx="4045200" cy="1482300"/>
          </a:xfrm>
          <a:prstGeom prst="rect">
            <a:avLst/>
          </a:prstGeom>
        </p:spPr>
        <p:txBody>
          <a:bodyPr spcFirstLastPara="1" wrap="square" lIns="182850" tIns="182850" rIns="182850" bIns="182850" anchor="b" anchorCtr="0">
            <a:normAutofit/>
          </a:bodyPr>
          <a:lstStyle>
            <a:lvl1pPr lvl="0" algn="ctr">
              <a:spcBef>
                <a:spcPts val="0"/>
              </a:spcBef>
              <a:spcAft>
                <a:spcPts val="0"/>
              </a:spcAft>
              <a:buClr>
                <a:schemeClr val="dk2"/>
              </a:buClr>
              <a:buSzPts val="8400"/>
              <a:buNone/>
              <a:defRPr sz="4200">
                <a:solidFill>
                  <a:schemeClr val="dk2"/>
                </a:solidFill>
              </a:defRPr>
            </a:lvl1pPr>
            <a:lvl2pPr lvl="1" algn="ctr">
              <a:spcBef>
                <a:spcPts val="0"/>
              </a:spcBef>
              <a:spcAft>
                <a:spcPts val="0"/>
              </a:spcAft>
              <a:buClr>
                <a:schemeClr val="dk2"/>
              </a:buClr>
              <a:buSzPts val="8400"/>
              <a:buNone/>
              <a:defRPr sz="4200">
                <a:solidFill>
                  <a:schemeClr val="dk2"/>
                </a:solidFill>
              </a:defRPr>
            </a:lvl2pPr>
            <a:lvl3pPr lvl="2" algn="ctr">
              <a:spcBef>
                <a:spcPts val="0"/>
              </a:spcBef>
              <a:spcAft>
                <a:spcPts val="0"/>
              </a:spcAft>
              <a:buClr>
                <a:schemeClr val="dk2"/>
              </a:buClr>
              <a:buSzPts val="8400"/>
              <a:buNone/>
              <a:defRPr sz="4200">
                <a:solidFill>
                  <a:schemeClr val="dk2"/>
                </a:solidFill>
              </a:defRPr>
            </a:lvl3pPr>
            <a:lvl4pPr lvl="3" algn="ctr">
              <a:spcBef>
                <a:spcPts val="0"/>
              </a:spcBef>
              <a:spcAft>
                <a:spcPts val="0"/>
              </a:spcAft>
              <a:buClr>
                <a:schemeClr val="dk2"/>
              </a:buClr>
              <a:buSzPts val="8400"/>
              <a:buNone/>
              <a:defRPr sz="4200">
                <a:solidFill>
                  <a:schemeClr val="dk2"/>
                </a:solidFill>
              </a:defRPr>
            </a:lvl4pPr>
            <a:lvl5pPr lvl="4" algn="ctr">
              <a:spcBef>
                <a:spcPts val="0"/>
              </a:spcBef>
              <a:spcAft>
                <a:spcPts val="0"/>
              </a:spcAft>
              <a:buClr>
                <a:schemeClr val="dk2"/>
              </a:buClr>
              <a:buSzPts val="8400"/>
              <a:buNone/>
              <a:defRPr sz="4200">
                <a:solidFill>
                  <a:schemeClr val="dk2"/>
                </a:solidFill>
              </a:defRPr>
            </a:lvl5pPr>
            <a:lvl6pPr lvl="5" algn="ctr">
              <a:spcBef>
                <a:spcPts val="0"/>
              </a:spcBef>
              <a:spcAft>
                <a:spcPts val="0"/>
              </a:spcAft>
              <a:buClr>
                <a:schemeClr val="dk2"/>
              </a:buClr>
              <a:buSzPts val="8400"/>
              <a:buNone/>
              <a:defRPr sz="4200">
                <a:solidFill>
                  <a:schemeClr val="dk2"/>
                </a:solidFill>
              </a:defRPr>
            </a:lvl6pPr>
            <a:lvl7pPr lvl="6" algn="ctr">
              <a:spcBef>
                <a:spcPts val="0"/>
              </a:spcBef>
              <a:spcAft>
                <a:spcPts val="0"/>
              </a:spcAft>
              <a:buClr>
                <a:schemeClr val="dk2"/>
              </a:buClr>
              <a:buSzPts val="8400"/>
              <a:buNone/>
              <a:defRPr sz="4200">
                <a:solidFill>
                  <a:schemeClr val="dk2"/>
                </a:solidFill>
              </a:defRPr>
            </a:lvl7pPr>
            <a:lvl8pPr lvl="7" algn="ctr">
              <a:spcBef>
                <a:spcPts val="0"/>
              </a:spcBef>
              <a:spcAft>
                <a:spcPts val="0"/>
              </a:spcAft>
              <a:buClr>
                <a:schemeClr val="dk2"/>
              </a:buClr>
              <a:buSzPts val="8400"/>
              <a:buNone/>
              <a:defRPr sz="4200">
                <a:solidFill>
                  <a:schemeClr val="dk2"/>
                </a:solidFill>
              </a:defRPr>
            </a:lvl8pPr>
            <a:lvl9pPr lvl="8" algn="ctr">
              <a:spcBef>
                <a:spcPts val="0"/>
              </a:spcBef>
              <a:spcAft>
                <a:spcPts val="0"/>
              </a:spcAft>
              <a:buClr>
                <a:schemeClr val="dk2"/>
              </a:buClr>
              <a:buSzPts val="8400"/>
              <a:buNone/>
              <a:defRPr sz="4200">
                <a:solidFill>
                  <a:schemeClr val="dk2"/>
                </a:solidFill>
              </a:defRPr>
            </a:lvl9pPr>
          </a:lstStyle>
          <a:p>
            <a:endParaRPr/>
          </a:p>
        </p:txBody>
      </p:sp>
      <p:sp>
        <p:nvSpPr>
          <p:cNvPr id="49" name="Google Shape;49;g16f7bfc8ce9_0_136"/>
          <p:cNvSpPr txBox="1">
            <a:spLocks noGrp="1"/>
          </p:cNvSpPr>
          <p:nvPr>
            <p:ph type="subTitle" idx="1"/>
          </p:nvPr>
        </p:nvSpPr>
        <p:spPr>
          <a:xfrm>
            <a:off x="265500" y="2779467"/>
            <a:ext cx="4045200" cy="1235100"/>
          </a:xfrm>
          <a:prstGeom prst="rect">
            <a:avLst/>
          </a:prstGeom>
        </p:spPr>
        <p:txBody>
          <a:bodyPr spcFirstLastPara="1" wrap="square" lIns="182850" tIns="182850" rIns="182850" bIns="182850" anchor="t" anchorCtr="0">
            <a:normAutofit/>
          </a:bodyPr>
          <a:lstStyle>
            <a:lvl1pPr lvl="0" algn="ctr">
              <a:lnSpc>
                <a:spcPct val="100000"/>
              </a:lnSpc>
              <a:spcBef>
                <a:spcPts val="0"/>
              </a:spcBef>
              <a:spcAft>
                <a:spcPts val="0"/>
              </a:spcAft>
              <a:buSzPts val="4200"/>
              <a:buNone/>
              <a:defRPr sz="2100"/>
            </a:lvl1pPr>
            <a:lvl2pPr lvl="1" algn="ctr">
              <a:lnSpc>
                <a:spcPct val="100000"/>
              </a:lnSpc>
              <a:spcBef>
                <a:spcPts val="0"/>
              </a:spcBef>
              <a:spcAft>
                <a:spcPts val="0"/>
              </a:spcAft>
              <a:buSzPts val="4200"/>
              <a:buNone/>
              <a:defRPr sz="2100"/>
            </a:lvl2pPr>
            <a:lvl3pPr lvl="2" algn="ctr">
              <a:lnSpc>
                <a:spcPct val="100000"/>
              </a:lnSpc>
              <a:spcBef>
                <a:spcPts val="0"/>
              </a:spcBef>
              <a:spcAft>
                <a:spcPts val="0"/>
              </a:spcAft>
              <a:buSzPts val="4200"/>
              <a:buNone/>
              <a:defRPr sz="2100"/>
            </a:lvl3pPr>
            <a:lvl4pPr lvl="3" algn="ctr">
              <a:lnSpc>
                <a:spcPct val="100000"/>
              </a:lnSpc>
              <a:spcBef>
                <a:spcPts val="0"/>
              </a:spcBef>
              <a:spcAft>
                <a:spcPts val="0"/>
              </a:spcAft>
              <a:buSzPts val="4200"/>
              <a:buNone/>
              <a:defRPr sz="2100"/>
            </a:lvl4pPr>
            <a:lvl5pPr lvl="4" algn="ctr">
              <a:lnSpc>
                <a:spcPct val="100000"/>
              </a:lnSpc>
              <a:spcBef>
                <a:spcPts val="0"/>
              </a:spcBef>
              <a:spcAft>
                <a:spcPts val="0"/>
              </a:spcAft>
              <a:buSzPts val="4200"/>
              <a:buNone/>
              <a:defRPr sz="2100"/>
            </a:lvl5pPr>
            <a:lvl6pPr lvl="5" algn="ctr">
              <a:lnSpc>
                <a:spcPct val="100000"/>
              </a:lnSpc>
              <a:spcBef>
                <a:spcPts val="0"/>
              </a:spcBef>
              <a:spcAft>
                <a:spcPts val="0"/>
              </a:spcAft>
              <a:buSzPts val="4200"/>
              <a:buNone/>
              <a:defRPr sz="2100"/>
            </a:lvl6pPr>
            <a:lvl7pPr lvl="6" algn="ctr">
              <a:lnSpc>
                <a:spcPct val="100000"/>
              </a:lnSpc>
              <a:spcBef>
                <a:spcPts val="0"/>
              </a:spcBef>
              <a:spcAft>
                <a:spcPts val="0"/>
              </a:spcAft>
              <a:buSzPts val="4200"/>
              <a:buNone/>
              <a:defRPr sz="2100"/>
            </a:lvl7pPr>
            <a:lvl8pPr lvl="7" algn="ctr">
              <a:lnSpc>
                <a:spcPct val="100000"/>
              </a:lnSpc>
              <a:spcBef>
                <a:spcPts val="0"/>
              </a:spcBef>
              <a:spcAft>
                <a:spcPts val="0"/>
              </a:spcAft>
              <a:buSzPts val="4200"/>
              <a:buNone/>
              <a:defRPr sz="2100"/>
            </a:lvl8pPr>
            <a:lvl9pPr lvl="8" algn="ctr">
              <a:lnSpc>
                <a:spcPct val="100000"/>
              </a:lnSpc>
              <a:spcBef>
                <a:spcPts val="0"/>
              </a:spcBef>
              <a:spcAft>
                <a:spcPts val="0"/>
              </a:spcAft>
              <a:buSzPts val="4200"/>
              <a:buNone/>
              <a:defRPr sz="2100"/>
            </a:lvl9pPr>
          </a:lstStyle>
          <a:p>
            <a:endParaRPr/>
          </a:p>
        </p:txBody>
      </p:sp>
      <p:sp>
        <p:nvSpPr>
          <p:cNvPr id="50" name="Google Shape;50;g16f7bfc8ce9_0_136"/>
          <p:cNvSpPr txBox="1">
            <a:spLocks noGrp="1"/>
          </p:cNvSpPr>
          <p:nvPr>
            <p:ph type="body" idx="2"/>
          </p:nvPr>
        </p:nvSpPr>
        <p:spPr>
          <a:xfrm>
            <a:off x="4939500" y="724200"/>
            <a:ext cx="3837000" cy="3695100"/>
          </a:xfrm>
          <a:prstGeom prst="rect">
            <a:avLst/>
          </a:prstGeom>
        </p:spPr>
        <p:txBody>
          <a:bodyPr spcFirstLastPara="1" wrap="square" lIns="182850" tIns="182850" rIns="182850" bIns="182850" anchor="ctr" anchorCtr="0">
            <a:normAutofit/>
          </a:bodyPr>
          <a:lstStyle>
            <a:lvl1pPr marL="228600" lvl="0" indent="-228600">
              <a:spcBef>
                <a:spcPts val="0"/>
              </a:spcBef>
              <a:spcAft>
                <a:spcPts val="0"/>
              </a:spcAft>
              <a:buClr>
                <a:schemeClr val="lt1"/>
              </a:buClr>
              <a:buSzPts val="3600"/>
              <a:buChar char="●"/>
              <a:defRPr>
                <a:solidFill>
                  <a:schemeClr val="lt1"/>
                </a:solidFill>
              </a:defRPr>
            </a:lvl1pPr>
            <a:lvl2pPr marL="457200" lvl="1" indent="-203200">
              <a:spcBef>
                <a:spcPts val="0"/>
              </a:spcBef>
              <a:spcAft>
                <a:spcPts val="0"/>
              </a:spcAft>
              <a:buClr>
                <a:schemeClr val="lt1"/>
              </a:buClr>
              <a:buSzPts val="2800"/>
              <a:buChar char="○"/>
              <a:defRPr>
                <a:solidFill>
                  <a:schemeClr val="lt1"/>
                </a:solidFill>
              </a:defRPr>
            </a:lvl2pPr>
            <a:lvl3pPr marL="685800" lvl="2" indent="-203200">
              <a:spcBef>
                <a:spcPts val="0"/>
              </a:spcBef>
              <a:spcAft>
                <a:spcPts val="0"/>
              </a:spcAft>
              <a:buClr>
                <a:schemeClr val="lt1"/>
              </a:buClr>
              <a:buSzPts val="2800"/>
              <a:buChar char="■"/>
              <a:defRPr>
                <a:solidFill>
                  <a:schemeClr val="lt1"/>
                </a:solidFill>
              </a:defRPr>
            </a:lvl3pPr>
            <a:lvl4pPr marL="914400" lvl="3" indent="-203200">
              <a:spcBef>
                <a:spcPts val="0"/>
              </a:spcBef>
              <a:spcAft>
                <a:spcPts val="0"/>
              </a:spcAft>
              <a:buClr>
                <a:schemeClr val="lt1"/>
              </a:buClr>
              <a:buSzPts val="2800"/>
              <a:buChar char="●"/>
              <a:defRPr>
                <a:solidFill>
                  <a:schemeClr val="lt1"/>
                </a:solidFill>
              </a:defRPr>
            </a:lvl4pPr>
            <a:lvl5pPr marL="1143000" lvl="4" indent="-203200">
              <a:spcBef>
                <a:spcPts val="0"/>
              </a:spcBef>
              <a:spcAft>
                <a:spcPts val="0"/>
              </a:spcAft>
              <a:buClr>
                <a:schemeClr val="lt1"/>
              </a:buClr>
              <a:buSzPts val="2800"/>
              <a:buChar char="○"/>
              <a:defRPr>
                <a:solidFill>
                  <a:schemeClr val="lt1"/>
                </a:solidFill>
              </a:defRPr>
            </a:lvl5pPr>
            <a:lvl6pPr marL="1371600" lvl="5" indent="-203200">
              <a:spcBef>
                <a:spcPts val="0"/>
              </a:spcBef>
              <a:spcAft>
                <a:spcPts val="0"/>
              </a:spcAft>
              <a:buClr>
                <a:schemeClr val="lt1"/>
              </a:buClr>
              <a:buSzPts val="2800"/>
              <a:buChar char="■"/>
              <a:defRPr>
                <a:solidFill>
                  <a:schemeClr val="lt1"/>
                </a:solidFill>
              </a:defRPr>
            </a:lvl6pPr>
            <a:lvl7pPr marL="1600200" lvl="6" indent="-203200">
              <a:spcBef>
                <a:spcPts val="0"/>
              </a:spcBef>
              <a:spcAft>
                <a:spcPts val="0"/>
              </a:spcAft>
              <a:buClr>
                <a:schemeClr val="lt1"/>
              </a:buClr>
              <a:buSzPts val="2800"/>
              <a:buChar char="●"/>
              <a:defRPr>
                <a:solidFill>
                  <a:schemeClr val="lt1"/>
                </a:solidFill>
              </a:defRPr>
            </a:lvl7pPr>
            <a:lvl8pPr marL="1828800" lvl="7" indent="-203200">
              <a:spcBef>
                <a:spcPts val="0"/>
              </a:spcBef>
              <a:spcAft>
                <a:spcPts val="0"/>
              </a:spcAft>
              <a:buClr>
                <a:schemeClr val="lt1"/>
              </a:buClr>
              <a:buSzPts val="2800"/>
              <a:buChar char="○"/>
              <a:defRPr>
                <a:solidFill>
                  <a:schemeClr val="lt1"/>
                </a:solidFill>
              </a:defRPr>
            </a:lvl8pPr>
            <a:lvl9pPr marL="2057400" lvl="8" indent="-203200">
              <a:spcBef>
                <a:spcPts val="0"/>
              </a:spcBef>
              <a:spcAft>
                <a:spcPts val="0"/>
              </a:spcAft>
              <a:buClr>
                <a:schemeClr val="lt1"/>
              </a:buClr>
              <a:buSzPts val="2800"/>
              <a:buChar char="■"/>
              <a:defRPr>
                <a:solidFill>
                  <a:schemeClr val="lt1"/>
                </a:solidFill>
              </a:defRPr>
            </a:lvl9pPr>
          </a:lstStyle>
          <a:p>
            <a:endParaRPr/>
          </a:p>
        </p:txBody>
      </p:sp>
      <p:sp>
        <p:nvSpPr>
          <p:cNvPr id="51" name="Google Shape;51;g16f7bfc8ce9_0_136"/>
          <p:cNvSpPr txBox="1">
            <a:spLocks noGrp="1"/>
          </p:cNvSpPr>
          <p:nvPr>
            <p:ph type="sldNum" idx="12"/>
          </p:nvPr>
        </p:nvSpPr>
        <p:spPr>
          <a:xfrm>
            <a:off x="8523542" y="4695623"/>
            <a:ext cx="548700" cy="393600"/>
          </a:xfrm>
          <a:prstGeom prst="rect">
            <a:avLst/>
          </a:prstGeom>
        </p:spPr>
        <p:txBody>
          <a:bodyPr spcFirstLastPara="1" wrap="square" lIns="182850" tIns="182850" rIns="182850" bIns="18285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g16f7bfc8ce9_0_143"/>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50"/>
          </a:p>
        </p:txBody>
      </p:sp>
      <p:sp>
        <p:nvSpPr>
          <p:cNvPr id="54" name="Google Shape;54;g16f7bfc8ce9_0_143"/>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50"/>
          </a:p>
        </p:txBody>
      </p:sp>
      <p:sp>
        <p:nvSpPr>
          <p:cNvPr id="55" name="Google Shape;55;g16f7bfc8ce9_0_143"/>
          <p:cNvSpPr txBox="1">
            <a:spLocks noGrp="1"/>
          </p:cNvSpPr>
          <p:nvPr>
            <p:ph type="body" idx="1"/>
          </p:nvPr>
        </p:nvSpPr>
        <p:spPr>
          <a:xfrm>
            <a:off x="57150" y="4696825"/>
            <a:ext cx="8382000" cy="446700"/>
          </a:xfrm>
          <a:prstGeom prst="rect">
            <a:avLst/>
          </a:prstGeom>
        </p:spPr>
        <p:txBody>
          <a:bodyPr spcFirstLastPara="1" wrap="square" lIns="182850" tIns="182850" rIns="182850" bIns="182850" anchor="ctr" anchorCtr="0">
            <a:normAutofit/>
          </a:bodyPr>
          <a:lstStyle>
            <a:lvl1pPr marL="228600" lvl="0" indent="-114300">
              <a:lnSpc>
                <a:spcPct val="100000"/>
              </a:lnSpc>
              <a:spcBef>
                <a:spcPts val="0"/>
              </a:spcBef>
              <a:spcAft>
                <a:spcPts val="0"/>
              </a:spcAft>
              <a:buClr>
                <a:schemeClr val="lt1"/>
              </a:buClr>
              <a:buSzPts val="2400"/>
              <a:buNone/>
              <a:defRPr sz="1200">
                <a:solidFill>
                  <a:schemeClr val="lt1"/>
                </a:solidFill>
              </a:defRPr>
            </a:lvl1pPr>
          </a:lstStyle>
          <a:p>
            <a:endParaRPr/>
          </a:p>
        </p:txBody>
      </p:sp>
      <p:sp>
        <p:nvSpPr>
          <p:cNvPr id="56" name="Google Shape;56;g16f7bfc8ce9_0_143"/>
          <p:cNvSpPr txBox="1">
            <a:spLocks noGrp="1"/>
          </p:cNvSpPr>
          <p:nvPr>
            <p:ph type="sldNum" idx="12"/>
          </p:nvPr>
        </p:nvSpPr>
        <p:spPr>
          <a:xfrm>
            <a:off x="8523542" y="4695623"/>
            <a:ext cx="548700" cy="393600"/>
          </a:xfrm>
          <a:prstGeom prst="rect">
            <a:avLst/>
          </a:prstGeom>
        </p:spPr>
        <p:txBody>
          <a:bodyPr spcFirstLastPara="1" wrap="square" lIns="182850" tIns="182850" rIns="182850" bIns="18285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57"/>
        <p:cNvGrpSpPr/>
        <p:nvPr/>
      </p:nvGrpSpPr>
      <p:grpSpPr>
        <a:xfrm>
          <a:off x="0" y="0"/>
          <a:ext cx="0" cy="0"/>
          <a:chOff x="0" y="0"/>
          <a:chExt cx="0" cy="0"/>
        </a:xfrm>
      </p:grpSpPr>
      <p:sp>
        <p:nvSpPr>
          <p:cNvPr id="58" name="Google Shape;58;g16f7bfc8ce9_0_148"/>
          <p:cNvSpPr txBox="1">
            <a:spLocks noGrp="1"/>
          </p:cNvSpPr>
          <p:nvPr>
            <p:ph type="title" hasCustomPrompt="1"/>
          </p:nvPr>
        </p:nvSpPr>
        <p:spPr>
          <a:xfrm>
            <a:off x="475500" y="1258525"/>
            <a:ext cx="8222100" cy="1963500"/>
          </a:xfrm>
          <a:prstGeom prst="rect">
            <a:avLst/>
          </a:prstGeom>
        </p:spPr>
        <p:txBody>
          <a:bodyPr spcFirstLastPara="1" wrap="square" lIns="182850" tIns="182850" rIns="182850" bIns="182850" anchor="b" anchorCtr="0">
            <a:normAutofit/>
          </a:bodyPr>
          <a:lstStyle>
            <a:lvl1pPr lvl="0" algn="ctr">
              <a:spcBef>
                <a:spcPts val="0"/>
              </a:spcBef>
              <a:spcAft>
                <a:spcPts val="0"/>
              </a:spcAft>
              <a:buClr>
                <a:schemeClr val="dk2"/>
              </a:buClr>
              <a:buSzPts val="24000"/>
              <a:buNone/>
              <a:defRPr sz="12000">
                <a:solidFill>
                  <a:schemeClr val="dk2"/>
                </a:solidFill>
              </a:defRPr>
            </a:lvl1pPr>
            <a:lvl2pPr lvl="1" algn="ctr">
              <a:spcBef>
                <a:spcPts val="0"/>
              </a:spcBef>
              <a:spcAft>
                <a:spcPts val="0"/>
              </a:spcAft>
              <a:buClr>
                <a:schemeClr val="dk2"/>
              </a:buClr>
              <a:buSzPts val="24000"/>
              <a:buNone/>
              <a:defRPr sz="12000">
                <a:solidFill>
                  <a:schemeClr val="dk2"/>
                </a:solidFill>
              </a:defRPr>
            </a:lvl2pPr>
            <a:lvl3pPr lvl="2" algn="ctr">
              <a:spcBef>
                <a:spcPts val="0"/>
              </a:spcBef>
              <a:spcAft>
                <a:spcPts val="0"/>
              </a:spcAft>
              <a:buClr>
                <a:schemeClr val="dk2"/>
              </a:buClr>
              <a:buSzPts val="24000"/>
              <a:buNone/>
              <a:defRPr sz="12000">
                <a:solidFill>
                  <a:schemeClr val="dk2"/>
                </a:solidFill>
              </a:defRPr>
            </a:lvl3pPr>
            <a:lvl4pPr lvl="3" algn="ctr">
              <a:spcBef>
                <a:spcPts val="0"/>
              </a:spcBef>
              <a:spcAft>
                <a:spcPts val="0"/>
              </a:spcAft>
              <a:buClr>
                <a:schemeClr val="dk2"/>
              </a:buClr>
              <a:buSzPts val="24000"/>
              <a:buNone/>
              <a:defRPr sz="12000">
                <a:solidFill>
                  <a:schemeClr val="dk2"/>
                </a:solidFill>
              </a:defRPr>
            </a:lvl4pPr>
            <a:lvl5pPr lvl="4" algn="ctr">
              <a:spcBef>
                <a:spcPts val="0"/>
              </a:spcBef>
              <a:spcAft>
                <a:spcPts val="0"/>
              </a:spcAft>
              <a:buClr>
                <a:schemeClr val="dk2"/>
              </a:buClr>
              <a:buSzPts val="24000"/>
              <a:buNone/>
              <a:defRPr sz="12000">
                <a:solidFill>
                  <a:schemeClr val="dk2"/>
                </a:solidFill>
              </a:defRPr>
            </a:lvl5pPr>
            <a:lvl6pPr lvl="5" algn="ctr">
              <a:spcBef>
                <a:spcPts val="0"/>
              </a:spcBef>
              <a:spcAft>
                <a:spcPts val="0"/>
              </a:spcAft>
              <a:buClr>
                <a:schemeClr val="dk2"/>
              </a:buClr>
              <a:buSzPts val="24000"/>
              <a:buNone/>
              <a:defRPr sz="12000">
                <a:solidFill>
                  <a:schemeClr val="dk2"/>
                </a:solidFill>
              </a:defRPr>
            </a:lvl6pPr>
            <a:lvl7pPr lvl="6" algn="ctr">
              <a:spcBef>
                <a:spcPts val="0"/>
              </a:spcBef>
              <a:spcAft>
                <a:spcPts val="0"/>
              </a:spcAft>
              <a:buClr>
                <a:schemeClr val="dk2"/>
              </a:buClr>
              <a:buSzPts val="24000"/>
              <a:buNone/>
              <a:defRPr sz="12000">
                <a:solidFill>
                  <a:schemeClr val="dk2"/>
                </a:solidFill>
              </a:defRPr>
            </a:lvl7pPr>
            <a:lvl8pPr lvl="7" algn="ctr">
              <a:spcBef>
                <a:spcPts val="0"/>
              </a:spcBef>
              <a:spcAft>
                <a:spcPts val="0"/>
              </a:spcAft>
              <a:buClr>
                <a:schemeClr val="dk2"/>
              </a:buClr>
              <a:buSzPts val="24000"/>
              <a:buNone/>
              <a:defRPr sz="12000">
                <a:solidFill>
                  <a:schemeClr val="dk2"/>
                </a:solidFill>
              </a:defRPr>
            </a:lvl8pPr>
            <a:lvl9pPr lvl="8" algn="ctr">
              <a:spcBef>
                <a:spcPts val="0"/>
              </a:spcBef>
              <a:spcAft>
                <a:spcPts val="0"/>
              </a:spcAft>
              <a:buClr>
                <a:schemeClr val="dk2"/>
              </a:buClr>
              <a:buSzPts val="24000"/>
              <a:buNone/>
              <a:defRPr sz="12000">
                <a:solidFill>
                  <a:schemeClr val="dk2"/>
                </a:solidFill>
              </a:defRPr>
            </a:lvl9pPr>
          </a:lstStyle>
          <a:p>
            <a:r>
              <a:t>xx%</a:t>
            </a:r>
          </a:p>
        </p:txBody>
      </p:sp>
      <p:sp>
        <p:nvSpPr>
          <p:cNvPr id="59" name="Google Shape;59;g16f7bfc8ce9_0_148"/>
          <p:cNvSpPr txBox="1">
            <a:spLocks noGrp="1"/>
          </p:cNvSpPr>
          <p:nvPr>
            <p:ph type="body" idx="1"/>
          </p:nvPr>
        </p:nvSpPr>
        <p:spPr>
          <a:xfrm>
            <a:off x="475500" y="3304625"/>
            <a:ext cx="8222100" cy="1300800"/>
          </a:xfrm>
          <a:prstGeom prst="rect">
            <a:avLst/>
          </a:prstGeom>
        </p:spPr>
        <p:txBody>
          <a:bodyPr spcFirstLastPara="1" wrap="square" lIns="182850" tIns="182850" rIns="182850" bIns="182850" anchor="t" anchorCtr="0">
            <a:normAutofit/>
          </a:bodyPr>
          <a:lstStyle>
            <a:lvl1pPr marL="228600" lvl="0" indent="-228600" algn="ctr">
              <a:spcBef>
                <a:spcPts val="0"/>
              </a:spcBef>
              <a:spcAft>
                <a:spcPts val="0"/>
              </a:spcAft>
              <a:buSzPts val="3600"/>
              <a:buChar char="●"/>
              <a:defRPr/>
            </a:lvl1pPr>
            <a:lvl2pPr marL="457200" lvl="1" indent="-203200" algn="ctr">
              <a:spcBef>
                <a:spcPts val="0"/>
              </a:spcBef>
              <a:spcAft>
                <a:spcPts val="0"/>
              </a:spcAft>
              <a:buSzPts val="2800"/>
              <a:buChar char="○"/>
              <a:defRPr/>
            </a:lvl2pPr>
            <a:lvl3pPr marL="685800" lvl="2" indent="-203200" algn="ctr">
              <a:spcBef>
                <a:spcPts val="0"/>
              </a:spcBef>
              <a:spcAft>
                <a:spcPts val="0"/>
              </a:spcAft>
              <a:buSzPts val="2800"/>
              <a:buChar char="■"/>
              <a:defRPr/>
            </a:lvl3pPr>
            <a:lvl4pPr marL="914400" lvl="3" indent="-203200" algn="ctr">
              <a:spcBef>
                <a:spcPts val="0"/>
              </a:spcBef>
              <a:spcAft>
                <a:spcPts val="0"/>
              </a:spcAft>
              <a:buSzPts val="2800"/>
              <a:buChar char="●"/>
              <a:defRPr/>
            </a:lvl4pPr>
            <a:lvl5pPr marL="1143000" lvl="4" indent="-203200" algn="ctr">
              <a:spcBef>
                <a:spcPts val="0"/>
              </a:spcBef>
              <a:spcAft>
                <a:spcPts val="0"/>
              </a:spcAft>
              <a:buSzPts val="2800"/>
              <a:buChar char="○"/>
              <a:defRPr/>
            </a:lvl5pPr>
            <a:lvl6pPr marL="1371600" lvl="5" indent="-203200" algn="ctr">
              <a:spcBef>
                <a:spcPts val="0"/>
              </a:spcBef>
              <a:spcAft>
                <a:spcPts val="0"/>
              </a:spcAft>
              <a:buSzPts val="2800"/>
              <a:buChar char="■"/>
              <a:defRPr/>
            </a:lvl6pPr>
            <a:lvl7pPr marL="1600200" lvl="6" indent="-203200" algn="ctr">
              <a:spcBef>
                <a:spcPts val="0"/>
              </a:spcBef>
              <a:spcAft>
                <a:spcPts val="0"/>
              </a:spcAft>
              <a:buSzPts val="2800"/>
              <a:buChar char="●"/>
              <a:defRPr/>
            </a:lvl7pPr>
            <a:lvl8pPr marL="1828800" lvl="7" indent="-203200" algn="ctr">
              <a:spcBef>
                <a:spcPts val="0"/>
              </a:spcBef>
              <a:spcAft>
                <a:spcPts val="0"/>
              </a:spcAft>
              <a:buSzPts val="2800"/>
              <a:buChar char="○"/>
              <a:defRPr/>
            </a:lvl8pPr>
            <a:lvl9pPr marL="2057400" lvl="8" indent="-203200" algn="ctr">
              <a:spcBef>
                <a:spcPts val="0"/>
              </a:spcBef>
              <a:spcAft>
                <a:spcPts val="0"/>
              </a:spcAft>
              <a:buSzPts val="2800"/>
              <a:buChar char="■"/>
              <a:defRPr/>
            </a:lvl9pPr>
          </a:lstStyle>
          <a:p>
            <a:endParaRPr/>
          </a:p>
        </p:txBody>
      </p:sp>
      <p:sp>
        <p:nvSpPr>
          <p:cNvPr id="60" name="Google Shape;60;g16f7bfc8ce9_0_148"/>
          <p:cNvSpPr txBox="1">
            <a:spLocks noGrp="1"/>
          </p:cNvSpPr>
          <p:nvPr>
            <p:ph type="sldNum" idx="12"/>
          </p:nvPr>
        </p:nvSpPr>
        <p:spPr>
          <a:xfrm>
            <a:off x="8523542" y="4695623"/>
            <a:ext cx="548700" cy="393600"/>
          </a:xfrm>
          <a:prstGeom prst="rect">
            <a:avLst/>
          </a:prstGeom>
        </p:spPr>
        <p:txBody>
          <a:bodyPr spcFirstLastPara="1" wrap="square" lIns="182850" tIns="182850" rIns="182850" bIns="1828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61"/>
        <p:cNvGrpSpPr/>
        <p:nvPr/>
      </p:nvGrpSpPr>
      <p:grpSpPr>
        <a:xfrm>
          <a:off x="0" y="0"/>
          <a:ext cx="0" cy="0"/>
          <a:chOff x="0" y="0"/>
          <a:chExt cx="0" cy="0"/>
        </a:xfrm>
      </p:grpSpPr>
      <p:sp>
        <p:nvSpPr>
          <p:cNvPr id="62" name="Google Shape;62;g16f7bfc8ce9_0_152"/>
          <p:cNvSpPr txBox="1">
            <a:spLocks noGrp="1"/>
          </p:cNvSpPr>
          <p:nvPr>
            <p:ph type="sldNum" idx="12"/>
          </p:nvPr>
        </p:nvSpPr>
        <p:spPr>
          <a:xfrm>
            <a:off x="8523542" y="4695623"/>
            <a:ext cx="548700" cy="393600"/>
          </a:xfrm>
          <a:prstGeom prst="rect">
            <a:avLst/>
          </a:prstGeom>
        </p:spPr>
        <p:txBody>
          <a:bodyPr spcFirstLastPara="1" wrap="square" lIns="182850" tIns="182850" rIns="182850" bIns="1828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f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chemeClr val="dk1"/>
        </a:solidFill>
        <a:effectLst/>
      </p:bgPr>
    </p:bg>
    <p:spTree>
      <p:nvGrpSpPr>
        <p:cNvPr id="1" name="Shape 5"/>
        <p:cNvGrpSpPr/>
        <p:nvPr/>
      </p:nvGrpSpPr>
      <p:grpSpPr>
        <a:xfrm>
          <a:off x="0" y="0"/>
          <a:ext cx="0" cy="0"/>
          <a:chOff x="0" y="0"/>
          <a:chExt cx="0" cy="0"/>
        </a:xfrm>
      </p:grpSpPr>
      <p:sp>
        <p:nvSpPr>
          <p:cNvPr id="6" name="Google Shape;6;g16f7bfc8ce9_0_96"/>
          <p:cNvSpPr txBox="1">
            <a:spLocks noGrp="1"/>
          </p:cNvSpPr>
          <p:nvPr>
            <p:ph type="title"/>
          </p:nvPr>
        </p:nvSpPr>
        <p:spPr>
          <a:xfrm>
            <a:off x="471900" y="738725"/>
            <a:ext cx="8222100" cy="767700"/>
          </a:xfrm>
          <a:prstGeom prst="rect">
            <a:avLst/>
          </a:prstGeom>
          <a:noFill/>
          <a:ln>
            <a:noFill/>
          </a:ln>
        </p:spPr>
        <p:txBody>
          <a:bodyPr spcFirstLastPara="1" wrap="square" lIns="182850" tIns="182850" rIns="182850" bIns="182850" anchor="b" anchorCtr="0">
            <a:normAutofit/>
          </a:bodyPr>
          <a:lstStyle>
            <a:lvl1pPr lvl="0">
              <a:spcBef>
                <a:spcPts val="0"/>
              </a:spcBef>
              <a:spcAft>
                <a:spcPts val="0"/>
              </a:spcAft>
              <a:buClr>
                <a:schemeClr val="lt1"/>
              </a:buClr>
              <a:buSzPts val="6400"/>
              <a:buFont typeface="Roboto"/>
              <a:buNone/>
              <a:defRPr sz="6400">
                <a:solidFill>
                  <a:schemeClr val="lt1"/>
                </a:solidFill>
                <a:latin typeface="Roboto"/>
                <a:ea typeface="Roboto"/>
                <a:cs typeface="Roboto"/>
                <a:sym typeface="Roboto"/>
              </a:defRPr>
            </a:lvl1pPr>
            <a:lvl2pPr lvl="1">
              <a:spcBef>
                <a:spcPts val="0"/>
              </a:spcBef>
              <a:spcAft>
                <a:spcPts val="0"/>
              </a:spcAft>
              <a:buClr>
                <a:schemeClr val="lt1"/>
              </a:buClr>
              <a:buSzPts val="6400"/>
              <a:buFont typeface="Roboto"/>
              <a:buNone/>
              <a:defRPr sz="6400">
                <a:solidFill>
                  <a:schemeClr val="lt1"/>
                </a:solidFill>
                <a:latin typeface="Roboto"/>
                <a:ea typeface="Roboto"/>
                <a:cs typeface="Roboto"/>
                <a:sym typeface="Roboto"/>
              </a:defRPr>
            </a:lvl2pPr>
            <a:lvl3pPr lvl="2">
              <a:spcBef>
                <a:spcPts val="0"/>
              </a:spcBef>
              <a:spcAft>
                <a:spcPts val="0"/>
              </a:spcAft>
              <a:buClr>
                <a:schemeClr val="lt1"/>
              </a:buClr>
              <a:buSzPts val="6400"/>
              <a:buFont typeface="Roboto"/>
              <a:buNone/>
              <a:defRPr sz="6400">
                <a:solidFill>
                  <a:schemeClr val="lt1"/>
                </a:solidFill>
                <a:latin typeface="Roboto"/>
                <a:ea typeface="Roboto"/>
                <a:cs typeface="Roboto"/>
                <a:sym typeface="Roboto"/>
              </a:defRPr>
            </a:lvl3pPr>
            <a:lvl4pPr lvl="3">
              <a:spcBef>
                <a:spcPts val="0"/>
              </a:spcBef>
              <a:spcAft>
                <a:spcPts val="0"/>
              </a:spcAft>
              <a:buClr>
                <a:schemeClr val="lt1"/>
              </a:buClr>
              <a:buSzPts val="6400"/>
              <a:buFont typeface="Roboto"/>
              <a:buNone/>
              <a:defRPr sz="6400">
                <a:solidFill>
                  <a:schemeClr val="lt1"/>
                </a:solidFill>
                <a:latin typeface="Roboto"/>
                <a:ea typeface="Roboto"/>
                <a:cs typeface="Roboto"/>
                <a:sym typeface="Roboto"/>
              </a:defRPr>
            </a:lvl4pPr>
            <a:lvl5pPr lvl="4">
              <a:spcBef>
                <a:spcPts val="0"/>
              </a:spcBef>
              <a:spcAft>
                <a:spcPts val="0"/>
              </a:spcAft>
              <a:buClr>
                <a:schemeClr val="lt1"/>
              </a:buClr>
              <a:buSzPts val="6400"/>
              <a:buFont typeface="Roboto"/>
              <a:buNone/>
              <a:defRPr sz="6400">
                <a:solidFill>
                  <a:schemeClr val="lt1"/>
                </a:solidFill>
                <a:latin typeface="Roboto"/>
                <a:ea typeface="Roboto"/>
                <a:cs typeface="Roboto"/>
                <a:sym typeface="Roboto"/>
              </a:defRPr>
            </a:lvl5pPr>
            <a:lvl6pPr lvl="5">
              <a:spcBef>
                <a:spcPts val="0"/>
              </a:spcBef>
              <a:spcAft>
                <a:spcPts val="0"/>
              </a:spcAft>
              <a:buClr>
                <a:schemeClr val="lt1"/>
              </a:buClr>
              <a:buSzPts val="6400"/>
              <a:buFont typeface="Roboto"/>
              <a:buNone/>
              <a:defRPr sz="6400">
                <a:solidFill>
                  <a:schemeClr val="lt1"/>
                </a:solidFill>
                <a:latin typeface="Roboto"/>
                <a:ea typeface="Roboto"/>
                <a:cs typeface="Roboto"/>
                <a:sym typeface="Roboto"/>
              </a:defRPr>
            </a:lvl6pPr>
            <a:lvl7pPr lvl="6">
              <a:spcBef>
                <a:spcPts val="0"/>
              </a:spcBef>
              <a:spcAft>
                <a:spcPts val="0"/>
              </a:spcAft>
              <a:buClr>
                <a:schemeClr val="lt1"/>
              </a:buClr>
              <a:buSzPts val="6400"/>
              <a:buFont typeface="Roboto"/>
              <a:buNone/>
              <a:defRPr sz="6400">
                <a:solidFill>
                  <a:schemeClr val="lt1"/>
                </a:solidFill>
                <a:latin typeface="Roboto"/>
                <a:ea typeface="Roboto"/>
                <a:cs typeface="Roboto"/>
                <a:sym typeface="Roboto"/>
              </a:defRPr>
            </a:lvl7pPr>
            <a:lvl8pPr lvl="7">
              <a:spcBef>
                <a:spcPts val="0"/>
              </a:spcBef>
              <a:spcAft>
                <a:spcPts val="0"/>
              </a:spcAft>
              <a:buClr>
                <a:schemeClr val="lt1"/>
              </a:buClr>
              <a:buSzPts val="6400"/>
              <a:buFont typeface="Roboto"/>
              <a:buNone/>
              <a:defRPr sz="6400">
                <a:solidFill>
                  <a:schemeClr val="lt1"/>
                </a:solidFill>
                <a:latin typeface="Roboto"/>
                <a:ea typeface="Roboto"/>
                <a:cs typeface="Roboto"/>
                <a:sym typeface="Roboto"/>
              </a:defRPr>
            </a:lvl8pPr>
            <a:lvl9pPr lvl="8">
              <a:spcBef>
                <a:spcPts val="0"/>
              </a:spcBef>
              <a:spcAft>
                <a:spcPts val="0"/>
              </a:spcAft>
              <a:buClr>
                <a:schemeClr val="lt1"/>
              </a:buClr>
              <a:buSzPts val="6400"/>
              <a:buFont typeface="Roboto"/>
              <a:buNone/>
              <a:defRPr sz="6400">
                <a:solidFill>
                  <a:schemeClr val="lt1"/>
                </a:solidFill>
                <a:latin typeface="Roboto"/>
                <a:ea typeface="Roboto"/>
                <a:cs typeface="Roboto"/>
                <a:sym typeface="Roboto"/>
              </a:defRPr>
            </a:lvl9pPr>
          </a:lstStyle>
          <a:p>
            <a:endParaRPr/>
          </a:p>
        </p:txBody>
      </p:sp>
      <p:sp>
        <p:nvSpPr>
          <p:cNvPr id="7" name="Google Shape;7;g16f7bfc8ce9_0_96"/>
          <p:cNvSpPr txBox="1">
            <a:spLocks noGrp="1"/>
          </p:cNvSpPr>
          <p:nvPr>
            <p:ph type="body" idx="1"/>
          </p:nvPr>
        </p:nvSpPr>
        <p:spPr>
          <a:xfrm>
            <a:off x="471900" y="1919075"/>
            <a:ext cx="8222100" cy="2710200"/>
          </a:xfrm>
          <a:prstGeom prst="rect">
            <a:avLst/>
          </a:prstGeom>
          <a:noFill/>
          <a:ln>
            <a:noFill/>
          </a:ln>
        </p:spPr>
        <p:txBody>
          <a:bodyPr spcFirstLastPara="1" wrap="square" lIns="182850" tIns="182850" rIns="182850" bIns="182850" anchor="t" anchorCtr="0">
            <a:normAutofit/>
          </a:bodyPr>
          <a:lstStyle>
            <a:lvl1pPr marL="457200" lvl="0" indent="-457200">
              <a:lnSpc>
                <a:spcPct val="115000"/>
              </a:lnSpc>
              <a:spcBef>
                <a:spcPts val="0"/>
              </a:spcBef>
              <a:spcAft>
                <a:spcPts val="0"/>
              </a:spcAft>
              <a:buClr>
                <a:schemeClr val="lt2"/>
              </a:buClr>
              <a:buSzPts val="3600"/>
              <a:buFont typeface="Roboto"/>
              <a:buChar char="●"/>
              <a:defRPr sz="3600">
                <a:solidFill>
                  <a:schemeClr val="lt2"/>
                </a:solidFill>
                <a:latin typeface="Roboto"/>
                <a:ea typeface="Roboto"/>
                <a:cs typeface="Roboto"/>
                <a:sym typeface="Roboto"/>
              </a:defRPr>
            </a:lvl1pPr>
            <a:lvl2pPr marL="914400" lvl="1" indent="-406400">
              <a:lnSpc>
                <a:spcPct val="115000"/>
              </a:lnSpc>
              <a:spcBef>
                <a:spcPts val="0"/>
              </a:spcBef>
              <a:spcAft>
                <a:spcPts val="0"/>
              </a:spcAft>
              <a:buClr>
                <a:schemeClr val="lt2"/>
              </a:buClr>
              <a:buSzPts val="2800"/>
              <a:buFont typeface="Roboto"/>
              <a:buChar char="○"/>
              <a:defRPr sz="2800">
                <a:solidFill>
                  <a:schemeClr val="lt2"/>
                </a:solidFill>
                <a:latin typeface="Roboto"/>
                <a:ea typeface="Roboto"/>
                <a:cs typeface="Roboto"/>
                <a:sym typeface="Roboto"/>
              </a:defRPr>
            </a:lvl2pPr>
            <a:lvl3pPr marL="1371600" lvl="2" indent="-406400">
              <a:lnSpc>
                <a:spcPct val="115000"/>
              </a:lnSpc>
              <a:spcBef>
                <a:spcPts val="0"/>
              </a:spcBef>
              <a:spcAft>
                <a:spcPts val="0"/>
              </a:spcAft>
              <a:buClr>
                <a:schemeClr val="lt2"/>
              </a:buClr>
              <a:buSzPts val="2800"/>
              <a:buFont typeface="Roboto"/>
              <a:buChar char="■"/>
              <a:defRPr sz="2800">
                <a:solidFill>
                  <a:schemeClr val="lt2"/>
                </a:solidFill>
                <a:latin typeface="Roboto"/>
                <a:ea typeface="Roboto"/>
                <a:cs typeface="Roboto"/>
                <a:sym typeface="Roboto"/>
              </a:defRPr>
            </a:lvl3pPr>
            <a:lvl4pPr marL="1828800" lvl="3" indent="-406400">
              <a:lnSpc>
                <a:spcPct val="115000"/>
              </a:lnSpc>
              <a:spcBef>
                <a:spcPts val="0"/>
              </a:spcBef>
              <a:spcAft>
                <a:spcPts val="0"/>
              </a:spcAft>
              <a:buClr>
                <a:schemeClr val="lt2"/>
              </a:buClr>
              <a:buSzPts val="2800"/>
              <a:buFont typeface="Roboto"/>
              <a:buChar char="●"/>
              <a:defRPr sz="2800">
                <a:solidFill>
                  <a:schemeClr val="lt2"/>
                </a:solidFill>
                <a:latin typeface="Roboto"/>
                <a:ea typeface="Roboto"/>
                <a:cs typeface="Roboto"/>
                <a:sym typeface="Roboto"/>
              </a:defRPr>
            </a:lvl4pPr>
            <a:lvl5pPr marL="2286000" lvl="4" indent="-406400">
              <a:lnSpc>
                <a:spcPct val="115000"/>
              </a:lnSpc>
              <a:spcBef>
                <a:spcPts val="0"/>
              </a:spcBef>
              <a:spcAft>
                <a:spcPts val="0"/>
              </a:spcAft>
              <a:buClr>
                <a:schemeClr val="lt2"/>
              </a:buClr>
              <a:buSzPts val="2800"/>
              <a:buFont typeface="Roboto"/>
              <a:buChar char="○"/>
              <a:defRPr sz="2800">
                <a:solidFill>
                  <a:schemeClr val="lt2"/>
                </a:solidFill>
                <a:latin typeface="Roboto"/>
                <a:ea typeface="Roboto"/>
                <a:cs typeface="Roboto"/>
                <a:sym typeface="Roboto"/>
              </a:defRPr>
            </a:lvl5pPr>
            <a:lvl6pPr marL="2743200" lvl="5" indent="-406400">
              <a:lnSpc>
                <a:spcPct val="115000"/>
              </a:lnSpc>
              <a:spcBef>
                <a:spcPts val="0"/>
              </a:spcBef>
              <a:spcAft>
                <a:spcPts val="0"/>
              </a:spcAft>
              <a:buClr>
                <a:schemeClr val="lt2"/>
              </a:buClr>
              <a:buSzPts val="2800"/>
              <a:buFont typeface="Roboto"/>
              <a:buChar char="■"/>
              <a:defRPr sz="2800">
                <a:solidFill>
                  <a:schemeClr val="lt2"/>
                </a:solidFill>
                <a:latin typeface="Roboto"/>
                <a:ea typeface="Roboto"/>
                <a:cs typeface="Roboto"/>
                <a:sym typeface="Roboto"/>
              </a:defRPr>
            </a:lvl6pPr>
            <a:lvl7pPr marL="3200400" lvl="6" indent="-406400">
              <a:lnSpc>
                <a:spcPct val="115000"/>
              </a:lnSpc>
              <a:spcBef>
                <a:spcPts val="0"/>
              </a:spcBef>
              <a:spcAft>
                <a:spcPts val="0"/>
              </a:spcAft>
              <a:buClr>
                <a:schemeClr val="lt2"/>
              </a:buClr>
              <a:buSzPts val="2800"/>
              <a:buFont typeface="Roboto"/>
              <a:buChar char="●"/>
              <a:defRPr sz="2800">
                <a:solidFill>
                  <a:schemeClr val="lt2"/>
                </a:solidFill>
                <a:latin typeface="Roboto"/>
                <a:ea typeface="Roboto"/>
                <a:cs typeface="Roboto"/>
                <a:sym typeface="Roboto"/>
              </a:defRPr>
            </a:lvl7pPr>
            <a:lvl8pPr marL="3657600" lvl="7" indent="-406400">
              <a:lnSpc>
                <a:spcPct val="115000"/>
              </a:lnSpc>
              <a:spcBef>
                <a:spcPts val="0"/>
              </a:spcBef>
              <a:spcAft>
                <a:spcPts val="0"/>
              </a:spcAft>
              <a:buClr>
                <a:schemeClr val="lt2"/>
              </a:buClr>
              <a:buSzPts val="2800"/>
              <a:buFont typeface="Roboto"/>
              <a:buChar char="○"/>
              <a:defRPr sz="2800">
                <a:solidFill>
                  <a:schemeClr val="lt2"/>
                </a:solidFill>
                <a:latin typeface="Roboto"/>
                <a:ea typeface="Roboto"/>
                <a:cs typeface="Roboto"/>
                <a:sym typeface="Roboto"/>
              </a:defRPr>
            </a:lvl8pPr>
            <a:lvl9pPr marL="4114800" lvl="8" indent="-406400">
              <a:lnSpc>
                <a:spcPct val="115000"/>
              </a:lnSpc>
              <a:spcBef>
                <a:spcPts val="0"/>
              </a:spcBef>
              <a:spcAft>
                <a:spcPts val="0"/>
              </a:spcAft>
              <a:buClr>
                <a:schemeClr val="lt2"/>
              </a:buClr>
              <a:buSzPts val="2800"/>
              <a:buFont typeface="Roboto"/>
              <a:buChar char="■"/>
              <a:defRPr sz="2800">
                <a:solidFill>
                  <a:schemeClr val="lt2"/>
                </a:solidFill>
                <a:latin typeface="Roboto"/>
                <a:ea typeface="Roboto"/>
                <a:cs typeface="Roboto"/>
                <a:sym typeface="Roboto"/>
              </a:defRPr>
            </a:lvl9pPr>
          </a:lstStyle>
          <a:p>
            <a:endParaRPr/>
          </a:p>
        </p:txBody>
      </p:sp>
      <p:sp>
        <p:nvSpPr>
          <p:cNvPr id="8" name="Google Shape;8;g16f7bfc8ce9_0_96"/>
          <p:cNvSpPr txBox="1">
            <a:spLocks noGrp="1"/>
          </p:cNvSpPr>
          <p:nvPr>
            <p:ph type="sldNum" idx="12"/>
          </p:nvPr>
        </p:nvSpPr>
        <p:spPr>
          <a:xfrm>
            <a:off x="8523542" y="4695623"/>
            <a:ext cx="548700" cy="393600"/>
          </a:xfrm>
          <a:prstGeom prst="rect">
            <a:avLst/>
          </a:prstGeom>
          <a:noFill/>
          <a:ln>
            <a:noFill/>
          </a:ln>
        </p:spPr>
        <p:txBody>
          <a:bodyPr spcFirstLastPara="1" wrap="square" lIns="182850" tIns="182850" rIns="182850" bIns="182850" anchor="ctr" anchorCtr="0">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9.jpe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stockholmresilience.org/research/planetary-boundaries.html" TargetMode="External"/><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1.xml"/><Relationship Id="rId5" Type="http://schemas.openxmlformats.org/officeDocument/2006/relationships/image" Target="../media/image6.png"/><Relationship Id="rId4" Type="http://schemas.openxmlformats.org/officeDocument/2006/relationships/hyperlink" Target="https://nosgestesclimat.fr/"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11.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hyperlink" Target="https://www.youtube.com/watch?v=ydfdGvHERSw" TargetMode="External"/><Relationship Id="rId2" Type="http://schemas.openxmlformats.org/officeDocument/2006/relationships/notesSlide" Target="../notesSlides/notesSlide35.xml"/><Relationship Id="rId1" Type="http://schemas.openxmlformats.org/officeDocument/2006/relationships/slideLayout" Target="../slideLayouts/slideLayout11.xml"/><Relationship Id="rId5" Type="http://schemas.openxmlformats.org/officeDocument/2006/relationships/image" Target="../media/image13.pn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11.xml"/><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11.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11.xml"/><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6.png"/><Relationship Id="rId7" Type="http://schemas.openxmlformats.org/officeDocument/2006/relationships/customXml" Target="../ink/ink2.xml"/><Relationship Id="rId2" Type="http://schemas.openxmlformats.org/officeDocument/2006/relationships/notesSlide" Target="../notesSlides/notesSlide51.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customXml" Target="../ink/ink1.xml"/><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customXml" Target="../ink/ink3.xml"/></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ctrTitle"/>
          </p:nvPr>
        </p:nvSpPr>
        <p:spPr>
          <a:xfrm>
            <a:off x="390525" y="1481500"/>
            <a:ext cx="8222100" cy="933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fr"/>
              <a:t>Carnet de bord - Équipe</a:t>
            </a:r>
            <a:endParaRPr/>
          </a:p>
        </p:txBody>
      </p:sp>
      <p:sp>
        <p:nvSpPr>
          <p:cNvPr id="68" name="Google Shape;68;p13"/>
          <p:cNvSpPr txBox="1">
            <a:spLocks noGrp="1"/>
          </p:cNvSpPr>
          <p:nvPr>
            <p:ph type="subTitle" idx="1"/>
          </p:nvPr>
        </p:nvSpPr>
        <p:spPr>
          <a:xfrm>
            <a:off x="390525" y="2415105"/>
            <a:ext cx="8222100" cy="432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fr"/>
              <a:t>Projet - Pré-Ing1</a:t>
            </a:r>
            <a:endParaRPr/>
          </a:p>
        </p:txBody>
      </p:sp>
      <p:pic>
        <p:nvPicPr>
          <p:cNvPr id="69" name="Google Shape;69;p13"/>
          <p:cNvPicPr preferRelativeResize="0"/>
          <p:nvPr/>
        </p:nvPicPr>
        <p:blipFill rotWithShape="1">
          <a:blip r:embed="rId3">
            <a:alphaModFix/>
          </a:blip>
          <a:srcRect/>
          <a:stretch/>
        </p:blipFill>
        <p:spPr>
          <a:xfrm>
            <a:off x="-12" y="3048775"/>
            <a:ext cx="3351544" cy="2094726"/>
          </a:xfrm>
          <a:prstGeom prst="rect">
            <a:avLst/>
          </a:prstGeom>
          <a:noFill/>
          <a:ln>
            <a:noFill/>
          </a:ln>
        </p:spPr>
      </p:pic>
      <p:grpSp>
        <p:nvGrpSpPr>
          <p:cNvPr id="70" name="Google Shape;70;p13"/>
          <p:cNvGrpSpPr/>
          <p:nvPr/>
        </p:nvGrpSpPr>
        <p:grpSpPr>
          <a:xfrm>
            <a:off x="6311203" y="190501"/>
            <a:ext cx="1212390" cy="1399644"/>
            <a:chOff x="0" y="0"/>
            <a:chExt cx="5700000" cy="6583462"/>
          </a:xfrm>
        </p:grpSpPr>
        <p:pic>
          <p:nvPicPr>
            <p:cNvPr id="71" name="Google Shape;71;p13"/>
            <p:cNvPicPr preferRelativeResize="0"/>
            <p:nvPr/>
          </p:nvPicPr>
          <p:blipFill rotWithShape="1">
            <a:blip r:embed="rId4">
              <a:alphaModFix/>
            </a:blip>
            <a:srcRect/>
            <a:stretch/>
          </p:blipFill>
          <p:spPr>
            <a:xfrm>
              <a:off x="0" y="1887681"/>
              <a:ext cx="5700000" cy="4695781"/>
            </a:xfrm>
            <a:prstGeom prst="rect">
              <a:avLst/>
            </a:prstGeom>
            <a:noFill/>
            <a:ln>
              <a:noFill/>
            </a:ln>
          </p:spPr>
        </p:pic>
        <p:pic>
          <p:nvPicPr>
            <p:cNvPr id="72" name="Google Shape;72;p13"/>
            <p:cNvPicPr preferRelativeResize="0"/>
            <p:nvPr/>
          </p:nvPicPr>
          <p:blipFill rotWithShape="1">
            <a:blip r:embed="rId5">
              <a:alphaModFix/>
            </a:blip>
            <a:srcRect/>
            <a:stretch/>
          </p:blipFill>
          <p:spPr>
            <a:xfrm>
              <a:off x="1682240" y="0"/>
              <a:ext cx="2335516" cy="2508855"/>
            </a:xfrm>
            <a:prstGeom prst="rect">
              <a:avLst/>
            </a:prstGeom>
            <a:noFill/>
            <a:ln>
              <a:noFill/>
            </a:ln>
          </p:spPr>
        </p:pic>
      </p:grpSp>
      <p:grpSp>
        <p:nvGrpSpPr>
          <p:cNvPr id="73" name="Google Shape;73;p13"/>
          <p:cNvGrpSpPr/>
          <p:nvPr/>
        </p:nvGrpSpPr>
        <p:grpSpPr>
          <a:xfrm>
            <a:off x="7766599" y="270138"/>
            <a:ext cx="1339303" cy="1467121"/>
            <a:chOff x="-1" y="0"/>
            <a:chExt cx="2168912" cy="2355307"/>
          </a:xfrm>
        </p:grpSpPr>
        <p:pic>
          <p:nvPicPr>
            <p:cNvPr id="74" name="Google Shape;74;p13"/>
            <p:cNvPicPr preferRelativeResize="0"/>
            <p:nvPr/>
          </p:nvPicPr>
          <p:blipFill rotWithShape="1">
            <a:blip r:embed="rId6">
              <a:alphaModFix/>
            </a:blip>
            <a:srcRect/>
            <a:stretch/>
          </p:blipFill>
          <p:spPr>
            <a:xfrm>
              <a:off x="47592" y="0"/>
              <a:ext cx="1024254" cy="1243731"/>
            </a:xfrm>
            <a:prstGeom prst="rect">
              <a:avLst/>
            </a:prstGeom>
            <a:noFill/>
            <a:ln>
              <a:noFill/>
            </a:ln>
          </p:spPr>
        </p:pic>
        <p:pic>
          <p:nvPicPr>
            <p:cNvPr id="75" name="Google Shape;75;p13"/>
            <p:cNvPicPr preferRelativeResize="0"/>
            <p:nvPr/>
          </p:nvPicPr>
          <p:blipFill rotWithShape="1">
            <a:blip r:embed="rId7">
              <a:alphaModFix/>
            </a:blip>
            <a:srcRect/>
            <a:stretch/>
          </p:blipFill>
          <p:spPr>
            <a:xfrm flipH="1">
              <a:off x="-1" y="872673"/>
              <a:ext cx="2168912" cy="1482634"/>
            </a:xfrm>
            <a:prstGeom prst="rect">
              <a:avLst/>
            </a:prstGeom>
            <a:noFill/>
            <a:ln>
              <a:noFill/>
            </a:ln>
          </p:spPr>
        </p:pic>
      </p:grpSp>
      <p:sp>
        <p:nvSpPr>
          <p:cNvPr id="3" name="Espace réservé du numéro de diapositive 2">
            <a:extLst>
              <a:ext uri="{FF2B5EF4-FFF2-40B4-BE49-F238E27FC236}">
                <a16:creationId xmlns:a16="http://schemas.microsoft.com/office/drawing/2014/main" id="{590FB05B-70F4-39F5-0504-A06758EEF577}"/>
              </a:ext>
            </a:extLst>
          </p:cNvPr>
          <p:cNvSpPr>
            <a:spLocks noGrp="1"/>
          </p:cNvSpPr>
          <p:nvPr>
            <p:ph type="sldNum" idx="12"/>
          </p:nvPr>
        </p:nvSpPr>
        <p:spPr/>
        <p:txBody>
          <a:bodyPr/>
          <a:lstStyle/>
          <a:p>
            <a:fld id="{00000000-1234-1234-1234-123412341234}" type="slidenum">
              <a:rPr lang="fr"/>
              <a:t>1</a:t>
            </a:fld>
            <a:endParaRPr lang="fr-F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r>
              <a:rPr lang="fr"/>
              <a:t>Membres de l'équipe</a:t>
            </a:r>
            <a:endParaRPr lang="fr-FR"/>
          </a:p>
        </p:txBody>
      </p:sp>
      <p:sp>
        <p:nvSpPr>
          <p:cNvPr id="6" name="ZoneTexte 5">
            <a:extLst>
              <a:ext uri="{FF2B5EF4-FFF2-40B4-BE49-F238E27FC236}">
                <a16:creationId xmlns:a16="http://schemas.microsoft.com/office/drawing/2014/main" id="{37D07A7C-BD4D-E344-7AB1-E6A129D40142}"/>
              </a:ext>
            </a:extLst>
          </p:cNvPr>
          <p:cNvSpPr txBox="1"/>
          <p:nvPr/>
        </p:nvSpPr>
        <p:spPr>
          <a:xfrm>
            <a:off x="-5864" y="1773593"/>
            <a:ext cx="8803755"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fr-FR" sz="1800">
                <a:solidFill>
                  <a:srgbClr val="424242"/>
                </a:solidFill>
                <a:latin typeface="DM Sans"/>
              </a:rPr>
              <a:t>Classe : MI3</a:t>
            </a:r>
          </a:p>
          <a:p>
            <a:pPr algn="just"/>
            <a:endParaRPr lang="fr-FR" sz="1600">
              <a:solidFill>
                <a:srgbClr val="424242"/>
              </a:solidFill>
              <a:latin typeface="DM Sans"/>
            </a:endParaRPr>
          </a:p>
          <a:p>
            <a:pPr algn="just"/>
            <a:r>
              <a:rPr lang="fr-FR" sz="1600">
                <a:solidFill>
                  <a:srgbClr val="424242"/>
                </a:solidFill>
                <a:latin typeface="DM Sans"/>
              </a:rPr>
              <a:t>Prénom NOM : Ambrine ABDOUNI</a:t>
            </a:r>
            <a:endParaRPr lang="fr-FR" sz="1600">
              <a:solidFill>
                <a:srgbClr val="424242"/>
              </a:solidFill>
            </a:endParaRPr>
          </a:p>
          <a:p>
            <a:pPr algn="just"/>
            <a:endParaRPr lang="fr-FR" sz="1600">
              <a:solidFill>
                <a:srgbClr val="424242"/>
              </a:solidFill>
              <a:latin typeface="DM Sans"/>
            </a:endParaRPr>
          </a:p>
          <a:p>
            <a:pPr algn="just"/>
            <a:r>
              <a:rPr lang="fr-FR" sz="1600">
                <a:solidFill>
                  <a:srgbClr val="424242"/>
                </a:solidFill>
                <a:latin typeface="DM Sans"/>
              </a:rPr>
              <a:t>Prénom NOM : Ibrahim FRIDJINE</a:t>
            </a:r>
          </a:p>
          <a:p>
            <a:pPr algn="just"/>
            <a:endParaRPr lang="fr-FR" sz="1600">
              <a:solidFill>
                <a:srgbClr val="424242"/>
              </a:solidFill>
              <a:latin typeface="DM Sans"/>
            </a:endParaRPr>
          </a:p>
          <a:p>
            <a:pPr algn="just"/>
            <a:r>
              <a:rPr lang="fr-FR" sz="1600">
                <a:solidFill>
                  <a:srgbClr val="424242"/>
                </a:solidFill>
                <a:latin typeface="DM Sans"/>
              </a:rPr>
              <a:t>Prénom NOM : </a:t>
            </a:r>
            <a:r>
              <a:rPr lang="fr-FR" sz="1600" err="1">
                <a:solidFill>
                  <a:srgbClr val="424242"/>
                </a:solidFill>
                <a:latin typeface="DM Sans"/>
              </a:rPr>
              <a:t>Maria-Danielle</a:t>
            </a:r>
            <a:r>
              <a:rPr lang="fr-FR" sz="1600">
                <a:solidFill>
                  <a:srgbClr val="424242"/>
                </a:solidFill>
                <a:latin typeface="DM Sans"/>
              </a:rPr>
              <a:t> BOULA</a:t>
            </a:r>
          </a:p>
          <a:p>
            <a:pPr algn="just"/>
            <a:endParaRPr lang="fr-FR" sz="1600">
              <a:solidFill>
                <a:srgbClr val="424242"/>
              </a:solidFill>
              <a:latin typeface="DM Sans"/>
            </a:endParaRPr>
          </a:p>
          <a:p>
            <a:pPr algn="just"/>
            <a:r>
              <a:rPr lang="fr-FR" sz="1600">
                <a:solidFill>
                  <a:srgbClr val="424242"/>
                </a:solidFill>
                <a:latin typeface="DM Sans"/>
              </a:rPr>
              <a:t>Prénom NOM : Myriam BENSAID</a:t>
            </a:r>
          </a:p>
          <a:p>
            <a:pPr algn="just"/>
            <a:endParaRPr lang="fr-FR" sz="1600">
              <a:solidFill>
                <a:srgbClr val="424242"/>
              </a:solidFill>
              <a:latin typeface="DM Sans"/>
            </a:endParaRPr>
          </a:p>
          <a:p>
            <a:pPr algn="just"/>
            <a:r>
              <a:rPr lang="fr-FR" sz="1600">
                <a:solidFill>
                  <a:srgbClr val="424242"/>
                </a:solidFill>
                <a:latin typeface="DM Sans"/>
              </a:rPr>
              <a:t>Prénom NOM : Tom JAFFRAIN</a:t>
            </a:r>
          </a:p>
          <a:p>
            <a:pPr algn="just"/>
            <a:endParaRPr lang="fr-FR" sz="1600">
              <a:solidFill>
                <a:srgbClr val="424242"/>
              </a:solidFill>
              <a:latin typeface="DM Sans"/>
            </a:endParaRPr>
          </a:p>
          <a:p>
            <a:pPr algn="just"/>
            <a:r>
              <a:rPr lang="fr-FR" sz="1600">
                <a:solidFill>
                  <a:srgbClr val="424242"/>
                </a:solidFill>
                <a:latin typeface="DM Sans"/>
              </a:rPr>
              <a:t>Prénom NOM : </a:t>
            </a:r>
            <a:r>
              <a:rPr lang="fr-FR" sz="1600" err="1">
                <a:solidFill>
                  <a:srgbClr val="424242"/>
                </a:solidFill>
                <a:latin typeface="DM Sans"/>
              </a:rPr>
              <a:t>Wahiba</a:t>
            </a:r>
            <a:r>
              <a:rPr lang="fr-FR" sz="1600">
                <a:solidFill>
                  <a:srgbClr val="424242"/>
                </a:solidFill>
                <a:latin typeface="DM Sans"/>
              </a:rPr>
              <a:t> </a:t>
            </a:r>
            <a:r>
              <a:rPr lang="fr-FR" sz="1600" err="1">
                <a:solidFill>
                  <a:srgbClr val="424242"/>
                </a:solidFill>
                <a:latin typeface="DM Sans"/>
              </a:rPr>
              <a:t>Talankite</a:t>
            </a:r>
            <a:endParaRPr lang="fr-FR" sz="1600">
              <a:solidFill>
                <a:srgbClr val="424242"/>
              </a:solidFill>
              <a:latin typeface="DM Sans"/>
            </a:endParaRPr>
          </a:p>
        </p:txBody>
      </p:sp>
      <p:sp>
        <p:nvSpPr>
          <p:cNvPr id="3" name="Espace réservé du numéro de diapositive 2">
            <a:extLst>
              <a:ext uri="{FF2B5EF4-FFF2-40B4-BE49-F238E27FC236}">
                <a16:creationId xmlns:a16="http://schemas.microsoft.com/office/drawing/2014/main" id="{129443F8-2A23-F9B7-4E93-6F3565B300AE}"/>
              </a:ext>
            </a:extLst>
          </p:cNvPr>
          <p:cNvSpPr>
            <a:spLocks noGrp="1"/>
          </p:cNvSpPr>
          <p:nvPr>
            <p:ph type="sldNum" idx="12"/>
          </p:nvPr>
        </p:nvSpPr>
        <p:spPr/>
        <p:txBody>
          <a:bodyPr/>
          <a:lstStyle/>
          <a:p>
            <a:fld id="{00000000-1234-1234-1234-123412341234}" type="slidenum">
              <a:rPr lang="fr"/>
              <a:t>2</a:t>
            </a:fld>
            <a:endParaRPr lang="fr-FR"/>
          </a:p>
        </p:txBody>
      </p:sp>
      <p:sp>
        <p:nvSpPr>
          <p:cNvPr id="2" name="ZoneTexte 1">
            <a:extLst>
              <a:ext uri="{FF2B5EF4-FFF2-40B4-BE49-F238E27FC236}">
                <a16:creationId xmlns:a16="http://schemas.microsoft.com/office/drawing/2014/main" id="{7A47EAE8-4620-1306-C525-52EA37C57794}"/>
              </a:ext>
            </a:extLst>
          </p:cNvPr>
          <p:cNvSpPr txBox="1"/>
          <p:nvPr/>
        </p:nvSpPr>
        <p:spPr>
          <a:xfrm>
            <a:off x="2679897" y="1771464"/>
            <a:ext cx="263226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800">
                <a:solidFill>
                  <a:srgbClr val="424242"/>
                </a:solidFill>
                <a:latin typeface="DM Sans"/>
              </a:rPr>
              <a:t>Code d'équipe : 5</a:t>
            </a:r>
          </a:p>
        </p:txBody>
      </p:sp>
      <p:sp>
        <p:nvSpPr>
          <p:cNvPr id="4" name="ZoneTexte 3">
            <a:extLst>
              <a:ext uri="{FF2B5EF4-FFF2-40B4-BE49-F238E27FC236}">
                <a16:creationId xmlns:a16="http://schemas.microsoft.com/office/drawing/2014/main" id="{788685D0-243A-222F-B88C-6C0ACF0E3052}"/>
              </a:ext>
            </a:extLst>
          </p:cNvPr>
          <p:cNvSpPr txBox="1"/>
          <p:nvPr/>
        </p:nvSpPr>
        <p:spPr>
          <a:xfrm>
            <a:off x="5209310" y="1771464"/>
            <a:ext cx="35878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800">
                <a:solidFill>
                  <a:srgbClr val="424242"/>
                </a:solidFill>
                <a:latin typeface="DM Sans"/>
              </a:rPr>
              <a:t>Nom d'équipe : </a:t>
            </a:r>
            <a:r>
              <a:rPr lang="fr-FR" sz="1800">
                <a:solidFill>
                  <a:srgbClr val="FF0000"/>
                </a:solidFill>
                <a:latin typeface="DM Sans"/>
              </a:rPr>
              <a:t>Ctrl + Alt fix</a:t>
            </a:r>
          </a:p>
        </p:txBody>
      </p:sp>
      <p:sp>
        <p:nvSpPr>
          <p:cNvPr id="7" name="Google Shape;121;p19">
            <a:extLst>
              <a:ext uri="{FF2B5EF4-FFF2-40B4-BE49-F238E27FC236}">
                <a16:creationId xmlns:a16="http://schemas.microsoft.com/office/drawing/2014/main" id="{8DF995E0-8E03-4ECA-AC2F-5D67EB91355B}"/>
              </a:ext>
            </a:extLst>
          </p:cNvPr>
          <p:cNvSpPr txBox="1"/>
          <p:nvPr/>
        </p:nvSpPr>
        <p:spPr>
          <a:xfrm rot="437223">
            <a:off x="7094095" y="4344054"/>
            <a:ext cx="1986747" cy="25853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40016"/>
              </a:lnSpc>
              <a:spcBef>
                <a:spcPts val="0"/>
              </a:spcBef>
              <a:spcAft>
                <a:spcPts val="0"/>
              </a:spcAft>
              <a:buNone/>
            </a:pPr>
            <a:r>
              <a:rPr lang="fr" sz="1200" b="1">
                <a:solidFill>
                  <a:srgbClr val="424242"/>
                </a:solidFill>
                <a:latin typeface="Open Sans"/>
                <a:ea typeface="Open Sans"/>
                <a:cs typeface="Open Sans"/>
                <a:sym typeface="Open Sans"/>
              </a:rPr>
              <a:t>À  REMPLIR PAR L'ÉQUIPE</a:t>
            </a:r>
            <a:endParaRPr sz="700">
              <a:solidFill>
                <a:srgbClr val="424242"/>
              </a:solidFill>
            </a:endParaRPr>
          </a:p>
        </p:txBody>
      </p:sp>
      <p:pic>
        <p:nvPicPr>
          <p:cNvPr id="9" name="Google Shape;122;p19">
            <a:extLst>
              <a:ext uri="{FF2B5EF4-FFF2-40B4-BE49-F238E27FC236}">
                <a16:creationId xmlns:a16="http://schemas.microsoft.com/office/drawing/2014/main" id="{1E685E39-7636-614C-8A51-68975E3E1341}"/>
              </a:ext>
            </a:extLst>
          </p:cNvPr>
          <p:cNvPicPr preferRelativeResize="0"/>
          <p:nvPr/>
        </p:nvPicPr>
        <p:blipFill rotWithShape="1">
          <a:blip r:embed="rId3">
            <a:alphaModFix/>
          </a:blip>
          <a:srcRect/>
          <a:stretch/>
        </p:blipFill>
        <p:spPr>
          <a:xfrm rot="16418570">
            <a:off x="6442238" y="4056121"/>
            <a:ext cx="431525" cy="829858"/>
          </a:xfrm>
          <a:prstGeom prst="rect">
            <a:avLst/>
          </a:prstGeom>
          <a:noFill/>
          <a:ln>
            <a:noFill/>
          </a:ln>
        </p:spPr>
      </p:pic>
    </p:spTree>
    <p:extLst>
      <p:ext uri="{BB962C8B-B14F-4D97-AF65-F5344CB8AC3E}">
        <p14:creationId xmlns:p14="http://schemas.microsoft.com/office/powerpoint/2010/main" val="1436089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r>
              <a:rPr lang="fr"/>
              <a:t>All </a:t>
            </a:r>
            <a:r>
              <a:rPr lang="fr" err="1"/>
              <a:t>Aboard</a:t>
            </a:r>
            <a:r>
              <a:rPr lang="fr"/>
              <a:t> Engineering !</a:t>
            </a:r>
          </a:p>
        </p:txBody>
      </p:sp>
      <p:sp>
        <p:nvSpPr>
          <p:cNvPr id="6" name="ZoneTexte 5">
            <a:extLst>
              <a:ext uri="{FF2B5EF4-FFF2-40B4-BE49-F238E27FC236}">
                <a16:creationId xmlns:a16="http://schemas.microsoft.com/office/drawing/2014/main" id="{37D07A7C-BD4D-E344-7AB1-E6A129D40142}"/>
              </a:ext>
            </a:extLst>
          </p:cNvPr>
          <p:cNvSpPr txBox="1"/>
          <p:nvPr/>
        </p:nvSpPr>
        <p:spPr>
          <a:xfrm>
            <a:off x="95931" y="2032907"/>
            <a:ext cx="8803755"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1800" b="1" u="sng">
                <a:solidFill>
                  <a:srgbClr val="424242"/>
                </a:solidFill>
                <a:latin typeface="DM Sans"/>
              </a:rPr>
              <a:t>Un dispositif tout au long de l'année de PréIng1 !</a:t>
            </a:r>
          </a:p>
          <a:p>
            <a:pPr algn="ctr"/>
            <a:endParaRPr lang="fr-FR" sz="1800" b="1" u="sng">
              <a:solidFill>
                <a:srgbClr val="424242"/>
              </a:solidFill>
              <a:latin typeface="DM Sans"/>
            </a:endParaRPr>
          </a:p>
          <a:p>
            <a:pPr algn="ctr"/>
            <a:endParaRPr lang="fr-FR">
              <a:solidFill>
                <a:srgbClr val="424242"/>
              </a:solidFill>
              <a:latin typeface="DM Sans"/>
            </a:endParaRPr>
          </a:p>
          <a:p>
            <a:pPr marL="285750" indent="-285750" algn="just">
              <a:buChar char="•"/>
            </a:pPr>
            <a:r>
              <a:rPr lang="fr-FR" sz="1600">
                <a:solidFill>
                  <a:srgbClr val="424242"/>
                </a:solidFill>
                <a:latin typeface="DM Sans"/>
              </a:rPr>
              <a:t>Des </a:t>
            </a:r>
            <a:r>
              <a:rPr lang="fr-FR" sz="1600" b="1">
                <a:solidFill>
                  <a:srgbClr val="424242"/>
                </a:solidFill>
                <a:latin typeface="DM Sans"/>
              </a:rPr>
              <a:t>événements de rentrée</a:t>
            </a:r>
            <a:r>
              <a:rPr lang="fr-FR" sz="1600">
                <a:solidFill>
                  <a:srgbClr val="424242"/>
                </a:solidFill>
                <a:latin typeface="DM Sans"/>
              </a:rPr>
              <a:t> : Fresque du Climat, </a:t>
            </a:r>
            <a:r>
              <a:rPr lang="fr-FR" sz="1600" err="1">
                <a:solidFill>
                  <a:srgbClr val="424242"/>
                </a:solidFill>
                <a:latin typeface="DM Sans"/>
              </a:rPr>
              <a:t>Serious</a:t>
            </a:r>
            <a:r>
              <a:rPr lang="fr-FR" sz="1600">
                <a:solidFill>
                  <a:srgbClr val="424242"/>
                </a:solidFill>
                <a:latin typeface="DM Sans"/>
              </a:rPr>
              <a:t> Game, Rallye coopération et ODD</a:t>
            </a:r>
          </a:p>
          <a:p>
            <a:pPr marL="285750" indent="-285750" algn="just">
              <a:buChar char="•"/>
            </a:pPr>
            <a:endParaRPr lang="fr-FR" sz="1600">
              <a:solidFill>
                <a:srgbClr val="424242"/>
              </a:solidFill>
              <a:latin typeface="DM Sans"/>
            </a:endParaRPr>
          </a:p>
          <a:p>
            <a:pPr marL="285750" indent="-285750" algn="just">
              <a:buChar char="•"/>
            </a:pPr>
            <a:r>
              <a:rPr lang="fr-FR" sz="1600">
                <a:solidFill>
                  <a:srgbClr val="424242"/>
                </a:solidFill>
                <a:latin typeface="DM Sans"/>
              </a:rPr>
              <a:t>Des </a:t>
            </a:r>
            <a:r>
              <a:rPr lang="fr-FR" sz="1600" b="1" err="1">
                <a:solidFill>
                  <a:srgbClr val="424242"/>
                </a:solidFill>
                <a:latin typeface="DM Sans"/>
              </a:rPr>
              <a:t>Masterclass</a:t>
            </a:r>
            <a:r>
              <a:rPr lang="fr-FR" sz="1600">
                <a:solidFill>
                  <a:srgbClr val="424242"/>
                </a:solidFill>
                <a:latin typeface="DM Sans"/>
              </a:rPr>
              <a:t> :  Cours magistraux en amphi, de Octobre à mai</a:t>
            </a:r>
          </a:p>
          <a:p>
            <a:pPr marL="285750" indent="-285750" algn="just">
              <a:buChar char="•"/>
            </a:pPr>
            <a:endParaRPr lang="fr-FR" sz="1600">
              <a:solidFill>
                <a:srgbClr val="424242"/>
              </a:solidFill>
              <a:latin typeface="DM Sans"/>
            </a:endParaRPr>
          </a:p>
          <a:p>
            <a:pPr marL="285750" indent="-285750" algn="just">
              <a:buChar char="•"/>
            </a:pPr>
            <a:r>
              <a:rPr lang="fr-FR" sz="1600">
                <a:solidFill>
                  <a:srgbClr val="424242"/>
                </a:solidFill>
                <a:latin typeface="DM Sans"/>
              </a:rPr>
              <a:t>Un </a:t>
            </a:r>
            <a:r>
              <a:rPr lang="fr-FR" sz="1600" b="1">
                <a:solidFill>
                  <a:srgbClr val="424242"/>
                </a:solidFill>
                <a:latin typeface="DM Sans"/>
              </a:rPr>
              <a:t>Projet</a:t>
            </a:r>
            <a:r>
              <a:rPr lang="fr-FR" sz="1600">
                <a:solidFill>
                  <a:srgbClr val="424242"/>
                </a:solidFill>
                <a:latin typeface="DM Sans"/>
              </a:rPr>
              <a:t> : en équipe, d'octobre à fin mai</a:t>
            </a:r>
          </a:p>
        </p:txBody>
      </p:sp>
      <p:sp>
        <p:nvSpPr>
          <p:cNvPr id="3" name="Espace réservé du numéro de diapositive 2">
            <a:extLst>
              <a:ext uri="{FF2B5EF4-FFF2-40B4-BE49-F238E27FC236}">
                <a16:creationId xmlns:a16="http://schemas.microsoft.com/office/drawing/2014/main" id="{129443F8-2A23-F9B7-4E93-6F3565B300AE}"/>
              </a:ext>
            </a:extLst>
          </p:cNvPr>
          <p:cNvSpPr>
            <a:spLocks noGrp="1"/>
          </p:cNvSpPr>
          <p:nvPr>
            <p:ph type="sldNum" idx="12"/>
          </p:nvPr>
        </p:nvSpPr>
        <p:spPr/>
        <p:txBody>
          <a:bodyPr/>
          <a:lstStyle/>
          <a:p>
            <a:fld id="{00000000-1234-1234-1234-123412341234}" type="slidenum">
              <a:rPr lang="fr"/>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r>
              <a:rPr lang="fr"/>
              <a:t>Le Carnet de Bord : un outil essentiel</a:t>
            </a:r>
            <a:endParaRPr lang="fr-FR"/>
          </a:p>
        </p:txBody>
      </p:sp>
      <p:sp>
        <p:nvSpPr>
          <p:cNvPr id="6" name="ZoneTexte 5">
            <a:extLst>
              <a:ext uri="{FF2B5EF4-FFF2-40B4-BE49-F238E27FC236}">
                <a16:creationId xmlns:a16="http://schemas.microsoft.com/office/drawing/2014/main" id="{37D07A7C-BD4D-E344-7AB1-E6A129D40142}"/>
              </a:ext>
            </a:extLst>
          </p:cNvPr>
          <p:cNvSpPr txBox="1"/>
          <p:nvPr/>
        </p:nvSpPr>
        <p:spPr>
          <a:xfrm>
            <a:off x="95931" y="2032907"/>
            <a:ext cx="6582454"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1600" b="1" u="sng">
                <a:solidFill>
                  <a:srgbClr val="424242"/>
                </a:solidFill>
                <a:latin typeface="DM Sans"/>
              </a:rPr>
              <a:t>Le Carnet de Bord</a:t>
            </a:r>
          </a:p>
          <a:p>
            <a:pPr algn="ctr"/>
            <a:endParaRPr lang="fr-FR">
              <a:solidFill>
                <a:srgbClr val="424242"/>
              </a:solidFill>
              <a:latin typeface="DM Sans"/>
            </a:endParaRPr>
          </a:p>
          <a:p>
            <a:pPr marL="285750" indent="-285750" algn="just">
              <a:buChar char="•"/>
            </a:pPr>
            <a:r>
              <a:rPr lang="fr-FR">
                <a:solidFill>
                  <a:srgbClr val="424242"/>
                </a:solidFill>
                <a:latin typeface="DM Sans"/>
              </a:rPr>
              <a:t>Un </a:t>
            </a:r>
            <a:r>
              <a:rPr lang="fr-FR" b="1">
                <a:solidFill>
                  <a:srgbClr val="424242"/>
                </a:solidFill>
                <a:latin typeface="DM Sans"/>
              </a:rPr>
              <a:t>outil à remplir</a:t>
            </a:r>
            <a:r>
              <a:rPr lang="fr-FR">
                <a:solidFill>
                  <a:srgbClr val="424242"/>
                </a:solidFill>
                <a:latin typeface="DM Sans"/>
              </a:rPr>
              <a:t> tout au long de l'année par l'équipe lorsque le logo suivant est présent : </a:t>
            </a:r>
          </a:p>
          <a:p>
            <a:pPr marL="285750" indent="-285750" algn="just">
              <a:buChar char="•"/>
            </a:pPr>
            <a:endParaRPr lang="fr-FR">
              <a:solidFill>
                <a:srgbClr val="424242"/>
              </a:solidFill>
              <a:latin typeface="DM Sans"/>
            </a:endParaRPr>
          </a:p>
          <a:p>
            <a:pPr marL="285750" indent="-285750" algn="just">
              <a:buChar char="•"/>
            </a:pPr>
            <a:endParaRPr lang="fr-FR">
              <a:solidFill>
                <a:srgbClr val="424242"/>
              </a:solidFill>
              <a:latin typeface="DM Sans"/>
            </a:endParaRPr>
          </a:p>
          <a:p>
            <a:pPr marL="285750" indent="-285750" algn="just">
              <a:buChar char="•"/>
            </a:pPr>
            <a:endParaRPr lang="fr-FR">
              <a:solidFill>
                <a:srgbClr val="424242"/>
              </a:solidFill>
              <a:latin typeface="DM Sans"/>
            </a:endParaRPr>
          </a:p>
          <a:p>
            <a:pPr marL="285750" indent="-285750" algn="just">
              <a:buChar char="•"/>
            </a:pPr>
            <a:r>
              <a:rPr lang="fr-FR">
                <a:solidFill>
                  <a:srgbClr val="424242"/>
                </a:solidFill>
                <a:latin typeface="DM Sans"/>
              </a:rPr>
              <a:t>Pour chaque </a:t>
            </a:r>
            <a:r>
              <a:rPr lang="fr-FR" b="1" err="1">
                <a:solidFill>
                  <a:srgbClr val="424242"/>
                </a:solidFill>
                <a:latin typeface="DM Sans"/>
              </a:rPr>
              <a:t>Masterclass</a:t>
            </a:r>
            <a:r>
              <a:rPr lang="fr-FR">
                <a:solidFill>
                  <a:srgbClr val="424242"/>
                </a:solidFill>
                <a:latin typeface="DM Sans"/>
              </a:rPr>
              <a:t> : noter</a:t>
            </a:r>
            <a:r>
              <a:rPr lang="fr-FR" b="1">
                <a:solidFill>
                  <a:srgbClr val="424242"/>
                </a:solidFill>
                <a:latin typeface="DM Sans"/>
              </a:rPr>
              <a:t> l'essentiel</a:t>
            </a:r>
            <a:r>
              <a:rPr lang="fr-FR">
                <a:solidFill>
                  <a:srgbClr val="424242"/>
                </a:solidFill>
                <a:latin typeface="DM Sans"/>
              </a:rPr>
              <a:t> à retenir,</a:t>
            </a:r>
            <a:r>
              <a:rPr lang="fr-FR" b="1">
                <a:solidFill>
                  <a:srgbClr val="424242"/>
                </a:solidFill>
                <a:latin typeface="DM Sans"/>
              </a:rPr>
              <a:t> </a:t>
            </a:r>
            <a:r>
              <a:rPr lang="fr-FR">
                <a:solidFill>
                  <a:srgbClr val="424242"/>
                </a:solidFill>
                <a:latin typeface="DM Sans"/>
              </a:rPr>
              <a:t>noter</a:t>
            </a:r>
            <a:r>
              <a:rPr lang="fr-FR" b="1">
                <a:solidFill>
                  <a:srgbClr val="424242"/>
                </a:solidFill>
                <a:latin typeface="DM Sans"/>
              </a:rPr>
              <a:t> les ressentis</a:t>
            </a:r>
            <a:r>
              <a:rPr lang="fr-FR">
                <a:solidFill>
                  <a:srgbClr val="424242"/>
                </a:solidFill>
                <a:latin typeface="DM Sans"/>
              </a:rPr>
              <a:t> ;</a:t>
            </a:r>
            <a:endParaRPr lang="fr-FR">
              <a:solidFill>
                <a:srgbClr val="424242"/>
              </a:solidFill>
            </a:endParaRPr>
          </a:p>
          <a:p>
            <a:pPr marL="285750" indent="-285750" algn="just">
              <a:buChar char="•"/>
            </a:pPr>
            <a:endParaRPr lang="fr-FR">
              <a:solidFill>
                <a:srgbClr val="424242"/>
              </a:solidFill>
              <a:latin typeface="DM Sans"/>
            </a:endParaRPr>
          </a:p>
          <a:p>
            <a:pPr marL="285750" indent="-285750" algn="just">
              <a:buChar char="•"/>
            </a:pPr>
            <a:r>
              <a:rPr lang="fr-FR">
                <a:solidFill>
                  <a:srgbClr val="424242"/>
                </a:solidFill>
                <a:latin typeface="DM Sans"/>
              </a:rPr>
              <a:t>Pour le </a:t>
            </a:r>
            <a:r>
              <a:rPr lang="fr-FR" b="1">
                <a:solidFill>
                  <a:srgbClr val="424242"/>
                </a:solidFill>
                <a:latin typeface="DM Sans"/>
              </a:rPr>
              <a:t>Projet</a:t>
            </a:r>
            <a:r>
              <a:rPr lang="fr-FR">
                <a:solidFill>
                  <a:srgbClr val="424242"/>
                </a:solidFill>
                <a:latin typeface="DM Sans"/>
              </a:rPr>
              <a:t> : prévoir et rendre compte des </a:t>
            </a:r>
            <a:r>
              <a:rPr lang="fr-FR" b="1">
                <a:solidFill>
                  <a:srgbClr val="424242"/>
                </a:solidFill>
                <a:latin typeface="DM Sans"/>
              </a:rPr>
              <a:t>réunions d'équipe</a:t>
            </a:r>
            <a:r>
              <a:rPr lang="fr-FR">
                <a:solidFill>
                  <a:srgbClr val="424242"/>
                </a:solidFill>
                <a:latin typeface="DM Sans"/>
              </a:rPr>
              <a:t> et des </a:t>
            </a:r>
            <a:r>
              <a:rPr lang="fr-FR" b="1">
                <a:solidFill>
                  <a:srgbClr val="424242"/>
                </a:solidFill>
                <a:latin typeface="DM Sans"/>
              </a:rPr>
              <a:t>réunions </a:t>
            </a:r>
            <a:r>
              <a:rPr lang="fr-FR" b="1" err="1">
                <a:solidFill>
                  <a:srgbClr val="424242"/>
                </a:solidFill>
                <a:latin typeface="DM Sans"/>
              </a:rPr>
              <a:t>tuteur.rice</a:t>
            </a:r>
            <a:r>
              <a:rPr lang="fr-FR">
                <a:solidFill>
                  <a:srgbClr val="424242"/>
                </a:solidFill>
                <a:latin typeface="DM Sans"/>
              </a:rPr>
              <a:t>, suivre l'avancée du Projet ;</a:t>
            </a:r>
          </a:p>
          <a:p>
            <a:pPr marL="285750" indent="-285750" algn="just">
              <a:buChar char="•"/>
            </a:pPr>
            <a:endParaRPr lang="fr-FR">
              <a:solidFill>
                <a:srgbClr val="424242"/>
              </a:solidFill>
              <a:latin typeface="DM Sans"/>
            </a:endParaRPr>
          </a:p>
          <a:p>
            <a:pPr marL="285750" indent="-285750" algn="just">
              <a:buChar char="•"/>
            </a:pPr>
            <a:r>
              <a:rPr lang="fr-FR">
                <a:solidFill>
                  <a:srgbClr val="424242"/>
                </a:solidFill>
                <a:latin typeface="DM Sans"/>
              </a:rPr>
              <a:t>Un </a:t>
            </a:r>
            <a:r>
              <a:rPr lang="fr-FR" b="1">
                <a:solidFill>
                  <a:srgbClr val="424242"/>
                </a:solidFill>
                <a:latin typeface="DM Sans"/>
              </a:rPr>
              <a:t>outil évalué à rendre</a:t>
            </a:r>
            <a:r>
              <a:rPr lang="fr-FR">
                <a:solidFill>
                  <a:srgbClr val="424242"/>
                </a:solidFill>
                <a:latin typeface="DM Sans"/>
              </a:rPr>
              <a:t> au tutrice en fin d'année.</a:t>
            </a:r>
          </a:p>
          <a:p>
            <a:pPr marL="285750" indent="-285750" algn="just">
              <a:buChar char="•"/>
            </a:pPr>
            <a:endParaRPr lang="fr-FR">
              <a:solidFill>
                <a:srgbClr val="424242"/>
              </a:solidFill>
            </a:endParaRPr>
          </a:p>
        </p:txBody>
      </p:sp>
      <p:grpSp>
        <p:nvGrpSpPr>
          <p:cNvPr id="10" name="Google Shape;101;g1616549d59e_0_210">
            <a:extLst>
              <a:ext uri="{FF2B5EF4-FFF2-40B4-BE49-F238E27FC236}">
                <a16:creationId xmlns:a16="http://schemas.microsoft.com/office/drawing/2014/main" id="{CFF163FA-C5B3-5152-2584-8CD18C5215E8}"/>
              </a:ext>
            </a:extLst>
          </p:cNvPr>
          <p:cNvGrpSpPr/>
          <p:nvPr/>
        </p:nvGrpSpPr>
        <p:grpSpPr>
          <a:xfrm>
            <a:off x="7144550" y="2225220"/>
            <a:ext cx="1500240" cy="1731779"/>
            <a:chOff x="0" y="0"/>
            <a:chExt cx="5700000" cy="6583462"/>
          </a:xfrm>
        </p:grpSpPr>
        <p:pic>
          <p:nvPicPr>
            <p:cNvPr id="8" name="Google Shape;102;g1616549d59e_0_210">
              <a:extLst>
                <a:ext uri="{FF2B5EF4-FFF2-40B4-BE49-F238E27FC236}">
                  <a16:creationId xmlns:a16="http://schemas.microsoft.com/office/drawing/2014/main" id="{73E86AA9-C615-73D5-A8CE-04605E56629D}"/>
                </a:ext>
              </a:extLst>
            </p:cNvPr>
            <p:cNvPicPr preferRelativeResize="0"/>
            <p:nvPr/>
          </p:nvPicPr>
          <p:blipFill rotWithShape="1">
            <a:blip r:embed="rId3">
              <a:alphaModFix/>
            </a:blip>
            <a:srcRect/>
            <a:stretch/>
          </p:blipFill>
          <p:spPr>
            <a:xfrm>
              <a:off x="0" y="1887681"/>
              <a:ext cx="5700000" cy="4695781"/>
            </a:xfrm>
            <a:prstGeom prst="rect">
              <a:avLst/>
            </a:prstGeom>
            <a:noFill/>
            <a:ln>
              <a:noFill/>
            </a:ln>
          </p:spPr>
        </p:pic>
        <p:pic>
          <p:nvPicPr>
            <p:cNvPr id="9" name="Google Shape;103;g1616549d59e_0_210">
              <a:extLst>
                <a:ext uri="{FF2B5EF4-FFF2-40B4-BE49-F238E27FC236}">
                  <a16:creationId xmlns:a16="http://schemas.microsoft.com/office/drawing/2014/main" id="{AC12EAEA-719F-DC3C-AC8A-CEFD9C0072DF}"/>
                </a:ext>
              </a:extLst>
            </p:cNvPr>
            <p:cNvPicPr preferRelativeResize="0"/>
            <p:nvPr/>
          </p:nvPicPr>
          <p:blipFill rotWithShape="1">
            <a:blip r:embed="rId4">
              <a:alphaModFix/>
            </a:blip>
            <a:srcRect/>
            <a:stretch/>
          </p:blipFill>
          <p:spPr>
            <a:xfrm>
              <a:off x="1682240" y="0"/>
              <a:ext cx="2335516" cy="2508855"/>
            </a:xfrm>
            <a:prstGeom prst="rect">
              <a:avLst/>
            </a:prstGeom>
            <a:noFill/>
            <a:ln>
              <a:noFill/>
            </a:ln>
          </p:spPr>
        </p:pic>
      </p:grpSp>
      <p:sp>
        <p:nvSpPr>
          <p:cNvPr id="3" name="Espace réservé du numéro de diapositive 2">
            <a:extLst>
              <a:ext uri="{FF2B5EF4-FFF2-40B4-BE49-F238E27FC236}">
                <a16:creationId xmlns:a16="http://schemas.microsoft.com/office/drawing/2014/main" id="{59CC7D47-5FA7-57CC-D6A7-CE47E4810C61}"/>
              </a:ext>
            </a:extLst>
          </p:cNvPr>
          <p:cNvSpPr>
            <a:spLocks noGrp="1"/>
          </p:cNvSpPr>
          <p:nvPr>
            <p:ph type="sldNum" idx="12"/>
          </p:nvPr>
        </p:nvSpPr>
        <p:spPr/>
        <p:txBody>
          <a:bodyPr/>
          <a:lstStyle/>
          <a:p>
            <a:fld id="{00000000-1234-1234-1234-123412341234}" type="slidenum">
              <a:rPr lang="fr"/>
              <a:t>4</a:t>
            </a:fld>
            <a:endParaRPr lang="fr-FR"/>
          </a:p>
        </p:txBody>
      </p:sp>
      <p:sp>
        <p:nvSpPr>
          <p:cNvPr id="2" name="Google Shape;121;p19">
            <a:extLst>
              <a:ext uri="{FF2B5EF4-FFF2-40B4-BE49-F238E27FC236}">
                <a16:creationId xmlns:a16="http://schemas.microsoft.com/office/drawing/2014/main" id="{D9906F31-1F64-0AC6-4BC2-8B79BD010F2E}"/>
              </a:ext>
            </a:extLst>
          </p:cNvPr>
          <p:cNvSpPr txBox="1"/>
          <p:nvPr/>
        </p:nvSpPr>
        <p:spPr>
          <a:xfrm rot="437223">
            <a:off x="3169076" y="2953045"/>
            <a:ext cx="1986747" cy="25853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40016"/>
              </a:lnSpc>
              <a:spcBef>
                <a:spcPts val="0"/>
              </a:spcBef>
              <a:spcAft>
                <a:spcPts val="0"/>
              </a:spcAft>
              <a:buNone/>
            </a:pPr>
            <a:r>
              <a:rPr lang="fr" sz="1200" b="1">
                <a:solidFill>
                  <a:srgbClr val="424242"/>
                </a:solidFill>
                <a:latin typeface="Open Sans"/>
                <a:ea typeface="Open Sans"/>
                <a:cs typeface="Open Sans"/>
                <a:sym typeface="Open Sans"/>
              </a:rPr>
              <a:t>À  REMPLIR PAR L'ÉQUIPE</a:t>
            </a:r>
            <a:endParaRPr sz="700">
              <a:solidFill>
                <a:srgbClr val="424242"/>
              </a:solidFill>
            </a:endParaRPr>
          </a:p>
        </p:txBody>
      </p:sp>
      <p:pic>
        <p:nvPicPr>
          <p:cNvPr id="4" name="Google Shape;122;p19">
            <a:extLst>
              <a:ext uri="{FF2B5EF4-FFF2-40B4-BE49-F238E27FC236}">
                <a16:creationId xmlns:a16="http://schemas.microsoft.com/office/drawing/2014/main" id="{B1F49362-314D-282D-1C34-C656E5A664D4}"/>
              </a:ext>
            </a:extLst>
          </p:cNvPr>
          <p:cNvPicPr preferRelativeResize="0"/>
          <p:nvPr/>
        </p:nvPicPr>
        <p:blipFill rotWithShape="1">
          <a:blip r:embed="rId5">
            <a:alphaModFix/>
          </a:blip>
          <a:srcRect/>
          <a:stretch/>
        </p:blipFill>
        <p:spPr>
          <a:xfrm rot="16418570">
            <a:off x="2517219" y="2665112"/>
            <a:ext cx="431525" cy="829858"/>
          </a:xfrm>
          <a:prstGeom prst="rect">
            <a:avLst/>
          </a:prstGeom>
          <a:noFill/>
          <a:ln>
            <a:noFill/>
          </a:ln>
        </p:spPr>
      </p:pic>
    </p:spTree>
    <p:extLst>
      <p:ext uri="{BB962C8B-B14F-4D97-AF65-F5344CB8AC3E}">
        <p14:creationId xmlns:p14="http://schemas.microsoft.com/office/powerpoint/2010/main" val="967859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fontScale="90000"/>
          </a:bodyPr>
          <a:lstStyle/>
          <a:p>
            <a:r>
              <a:rPr lang="fr"/>
              <a:t>Le Carnet de Bord : complémentaire du Livret Pédagogique</a:t>
            </a:r>
            <a:endParaRPr lang="fr-FR"/>
          </a:p>
        </p:txBody>
      </p:sp>
      <p:sp>
        <p:nvSpPr>
          <p:cNvPr id="4" name="ZoneTexte 3">
            <a:extLst>
              <a:ext uri="{FF2B5EF4-FFF2-40B4-BE49-F238E27FC236}">
                <a16:creationId xmlns:a16="http://schemas.microsoft.com/office/drawing/2014/main" id="{BFF51F39-C0E4-8531-D348-E32E16D9C739}"/>
              </a:ext>
            </a:extLst>
          </p:cNvPr>
          <p:cNvSpPr txBox="1"/>
          <p:nvPr/>
        </p:nvSpPr>
        <p:spPr>
          <a:xfrm>
            <a:off x="95931" y="2032907"/>
            <a:ext cx="3847419" cy="27084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1600" b="1" u="sng">
                <a:solidFill>
                  <a:srgbClr val="424242"/>
                </a:solidFill>
                <a:latin typeface="DM Sans"/>
              </a:rPr>
              <a:t>Le Carnet de Bord</a:t>
            </a:r>
          </a:p>
          <a:p>
            <a:pPr algn="ctr"/>
            <a:endParaRPr lang="fr-FR">
              <a:solidFill>
                <a:srgbClr val="424242"/>
              </a:solidFill>
              <a:latin typeface="DM Sans"/>
            </a:endParaRPr>
          </a:p>
          <a:p>
            <a:pPr marL="285750" indent="-285750" algn="just">
              <a:buChar char="•"/>
            </a:pPr>
            <a:r>
              <a:rPr lang="fr-FR">
                <a:solidFill>
                  <a:srgbClr val="424242"/>
                </a:solidFill>
                <a:latin typeface="DM Sans"/>
              </a:rPr>
              <a:t>Un </a:t>
            </a:r>
            <a:r>
              <a:rPr lang="fr-FR" b="1">
                <a:solidFill>
                  <a:srgbClr val="424242"/>
                </a:solidFill>
                <a:latin typeface="DM Sans"/>
              </a:rPr>
              <a:t>outil à remplir</a:t>
            </a:r>
            <a:r>
              <a:rPr lang="fr-FR">
                <a:solidFill>
                  <a:srgbClr val="424242"/>
                </a:solidFill>
                <a:latin typeface="DM Sans"/>
              </a:rPr>
              <a:t> tout au long de l'année par l'équipe ;</a:t>
            </a:r>
          </a:p>
          <a:p>
            <a:pPr marL="285750" indent="-285750" algn="just">
              <a:buChar char="•"/>
            </a:pPr>
            <a:r>
              <a:rPr lang="fr-FR">
                <a:solidFill>
                  <a:srgbClr val="424242"/>
                </a:solidFill>
                <a:latin typeface="DM Sans"/>
              </a:rPr>
              <a:t>Pour chaque </a:t>
            </a:r>
            <a:r>
              <a:rPr lang="fr-FR" b="1" err="1">
                <a:solidFill>
                  <a:srgbClr val="424242"/>
                </a:solidFill>
                <a:latin typeface="DM Sans"/>
              </a:rPr>
              <a:t>Masterclass</a:t>
            </a:r>
            <a:r>
              <a:rPr lang="fr-FR">
                <a:solidFill>
                  <a:srgbClr val="424242"/>
                </a:solidFill>
                <a:latin typeface="DM Sans"/>
              </a:rPr>
              <a:t> : noter</a:t>
            </a:r>
            <a:r>
              <a:rPr lang="fr-FR" b="1">
                <a:solidFill>
                  <a:srgbClr val="424242"/>
                </a:solidFill>
                <a:latin typeface="DM Sans"/>
              </a:rPr>
              <a:t> l'essentiel</a:t>
            </a:r>
            <a:r>
              <a:rPr lang="fr-FR">
                <a:solidFill>
                  <a:srgbClr val="424242"/>
                </a:solidFill>
                <a:latin typeface="DM Sans"/>
              </a:rPr>
              <a:t> à retenir,</a:t>
            </a:r>
            <a:r>
              <a:rPr lang="fr-FR" b="1">
                <a:solidFill>
                  <a:srgbClr val="424242"/>
                </a:solidFill>
                <a:latin typeface="DM Sans"/>
              </a:rPr>
              <a:t> </a:t>
            </a:r>
            <a:r>
              <a:rPr lang="fr-FR">
                <a:solidFill>
                  <a:srgbClr val="424242"/>
                </a:solidFill>
                <a:latin typeface="DM Sans"/>
              </a:rPr>
              <a:t>noter</a:t>
            </a:r>
            <a:r>
              <a:rPr lang="fr-FR" b="1">
                <a:solidFill>
                  <a:srgbClr val="424242"/>
                </a:solidFill>
                <a:latin typeface="DM Sans"/>
              </a:rPr>
              <a:t> les ressentis</a:t>
            </a:r>
            <a:r>
              <a:rPr lang="fr-FR">
                <a:solidFill>
                  <a:srgbClr val="424242"/>
                </a:solidFill>
                <a:latin typeface="DM Sans"/>
              </a:rPr>
              <a:t> ;</a:t>
            </a:r>
          </a:p>
          <a:p>
            <a:pPr marL="285750" indent="-285750" algn="just">
              <a:buChar char="•"/>
            </a:pPr>
            <a:r>
              <a:rPr lang="fr-FR">
                <a:solidFill>
                  <a:srgbClr val="424242"/>
                </a:solidFill>
                <a:latin typeface="DM Sans"/>
              </a:rPr>
              <a:t>Pour le </a:t>
            </a:r>
            <a:r>
              <a:rPr lang="fr-FR" b="1">
                <a:solidFill>
                  <a:srgbClr val="424242"/>
                </a:solidFill>
                <a:latin typeface="DM Sans"/>
              </a:rPr>
              <a:t>Projet</a:t>
            </a:r>
            <a:r>
              <a:rPr lang="fr-FR">
                <a:solidFill>
                  <a:srgbClr val="424242"/>
                </a:solidFill>
                <a:latin typeface="DM Sans"/>
              </a:rPr>
              <a:t> : prévoir et rendre compte des </a:t>
            </a:r>
            <a:r>
              <a:rPr lang="fr-FR" b="1">
                <a:solidFill>
                  <a:srgbClr val="424242"/>
                </a:solidFill>
                <a:latin typeface="DM Sans"/>
              </a:rPr>
              <a:t>réunions d'équipe</a:t>
            </a:r>
            <a:r>
              <a:rPr lang="fr-FR">
                <a:solidFill>
                  <a:srgbClr val="424242"/>
                </a:solidFill>
                <a:latin typeface="DM Sans"/>
              </a:rPr>
              <a:t> et des </a:t>
            </a:r>
            <a:r>
              <a:rPr lang="fr-FR" b="1">
                <a:solidFill>
                  <a:srgbClr val="424242"/>
                </a:solidFill>
                <a:latin typeface="DM Sans"/>
              </a:rPr>
              <a:t>réunions tuteurs</a:t>
            </a:r>
            <a:r>
              <a:rPr lang="fr-FR">
                <a:solidFill>
                  <a:srgbClr val="424242"/>
                </a:solidFill>
                <a:latin typeface="DM Sans"/>
              </a:rPr>
              <a:t>, suivre l'avancée du Projet ;</a:t>
            </a:r>
          </a:p>
          <a:p>
            <a:pPr marL="285750" indent="-285750" algn="just">
              <a:buChar char="•"/>
            </a:pPr>
            <a:r>
              <a:rPr lang="fr-FR">
                <a:solidFill>
                  <a:srgbClr val="424242"/>
                </a:solidFill>
                <a:latin typeface="DM Sans"/>
              </a:rPr>
              <a:t>Un </a:t>
            </a:r>
            <a:r>
              <a:rPr lang="fr-FR" b="1">
                <a:solidFill>
                  <a:srgbClr val="424242"/>
                </a:solidFill>
                <a:latin typeface="DM Sans"/>
              </a:rPr>
              <a:t>outil évalué à rendre</a:t>
            </a:r>
            <a:r>
              <a:rPr lang="fr-FR">
                <a:solidFill>
                  <a:srgbClr val="424242"/>
                </a:solidFill>
                <a:latin typeface="DM Sans"/>
              </a:rPr>
              <a:t> au tuteur en fin d'année.</a:t>
            </a:r>
          </a:p>
          <a:p>
            <a:pPr marL="285750" indent="-285750" algn="just">
              <a:buChar char="•"/>
            </a:pPr>
            <a:endParaRPr lang="fr-FR">
              <a:solidFill>
                <a:srgbClr val="424242"/>
              </a:solidFill>
            </a:endParaRPr>
          </a:p>
        </p:txBody>
      </p:sp>
      <p:sp>
        <p:nvSpPr>
          <p:cNvPr id="2" name="Flèche : droite 1">
            <a:extLst>
              <a:ext uri="{FF2B5EF4-FFF2-40B4-BE49-F238E27FC236}">
                <a16:creationId xmlns:a16="http://schemas.microsoft.com/office/drawing/2014/main" id="{72C6CE25-C163-4BC7-9D2B-3C2E71A8D6B1}"/>
              </a:ext>
            </a:extLst>
          </p:cNvPr>
          <p:cNvSpPr/>
          <p:nvPr/>
        </p:nvSpPr>
        <p:spPr>
          <a:xfrm>
            <a:off x="4093001" y="3013192"/>
            <a:ext cx="757464" cy="4796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19C09020-4DE7-F37D-C282-F2B75FC56C3F}"/>
              </a:ext>
            </a:extLst>
          </p:cNvPr>
          <p:cNvSpPr txBox="1"/>
          <p:nvPr/>
        </p:nvSpPr>
        <p:spPr>
          <a:xfrm>
            <a:off x="4984298" y="2032907"/>
            <a:ext cx="3974419"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b="1" u="sng">
                <a:solidFill>
                  <a:srgbClr val="424242"/>
                </a:solidFill>
                <a:latin typeface="DM Sans"/>
              </a:rPr>
              <a:t>Le Livret Pédagogique</a:t>
            </a:r>
          </a:p>
          <a:p>
            <a:pPr algn="just"/>
            <a:endParaRPr lang="fr-FR">
              <a:solidFill>
                <a:srgbClr val="424242"/>
              </a:solidFill>
              <a:latin typeface="DM Sans"/>
            </a:endParaRPr>
          </a:p>
          <a:p>
            <a:pPr marL="285750" indent="-285750" algn="just">
              <a:buChar char="•"/>
            </a:pPr>
            <a:r>
              <a:rPr lang="fr-FR">
                <a:solidFill>
                  <a:srgbClr val="424242"/>
                </a:solidFill>
                <a:latin typeface="DM Sans"/>
              </a:rPr>
              <a:t>Un outil </a:t>
            </a:r>
            <a:r>
              <a:rPr lang="fr-FR" b="1">
                <a:solidFill>
                  <a:srgbClr val="424242"/>
                </a:solidFill>
                <a:latin typeface="DM Sans"/>
              </a:rPr>
              <a:t>à consulter</a:t>
            </a:r>
            <a:r>
              <a:rPr lang="fr-FR">
                <a:solidFill>
                  <a:srgbClr val="424242"/>
                </a:solidFill>
                <a:latin typeface="DM Sans"/>
              </a:rPr>
              <a:t> tout au long de l'année ;</a:t>
            </a:r>
          </a:p>
          <a:p>
            <a:pPr marL="285750" indent="-285750" algn="just">
              <a:buChar char="•"/>
            </a:pPr>
            <a:r>
              <a:rPr lang="fr-FR">
                <a:solidFill>
                  <a:srgbClr val="424242"/>
                </a:solidFill>
                <a:latin typeface="DM Sans"/>
              </a:rPr>
              <a:t>Pour chaque </a:t>
            </a:r>
            <a:r>
              <a:rPr lang="fr-FR" b="1" err="1">
                <a:solidFill>
                  <a:srgbClr val="424242"/>
                </a:solidFill>
                <a:latin typeface="DM Sans"/>
              </a:rPr>
              <a:t>Masterclass</a:t>
            </a:r>
            <a:r>
              <a:rPr lang="fr-FR" b="1">
                <a:solidFill>
                  <a:srgbClr val="424242"/>
                </a:solidFill>
                <a:latin typeface="DM Sans"/>
              </a:rPr>
              <a:t> </a:t>
            </a:r>
            <a:r>
              <a:rPr lang="fr-FR">
                <a:solidFill>
                  <a:srgbClr val="424242"/>
                </a:solidFill>
                <a:latin typeface="DM Sans"/>
              </a:rPr>
              <a:t>: donne des  </a:t>
            </a:r>
            <a:r>
              <a:rPr lang="fr-FR" b="1">
                <a:solidFill>
                  <a:srgbClr val="424242"/>
                </a:solidFill>
                <a:latin typeface="DM Sans"/>
              </a:rPr>
              <a:t>ressources</a:t>
            </a:r>
            <a:r>
              <a:rPr lang="fr-FR">
                <a:solidFill>
                  <a:srgbClr val="424242"/>
                </a:solidFill>
                <a:latin typeface="DM Sans"/>
              </a:rPr>
              <a:t>, alimente les </a:t>
            </a:r>
            <a:r>
              <a:rPr lang="fr-FR" b="1">
                <a:solidFill>
                  <a:srgbClr val="424242"/>
                </a:solidFill>
                <a:latin typeface="DM Sans"/>
              </a:rPr>
              <a:t>réflexions de l'équipe</a:t>
            </a:r>
            <a:r>
              <a:rPr lang="fr-FR">
                <a:solidFill>
                  <a:srgbClr val="424242"/>
                </a:solidFill>
                <a:latin typeface="DM Sans"/>
              </a:rPr>
              <a:t> pour le Projet ;</a:t>
            </a:r>
          </a:p>
          <a:p>
            <a:pPr marL="285750" indent="-285750" algn="just">
              <a:buChar char="•"/>
            </a:pPr>
            <a:r>
              <a:rPr lang="fr-FR">
                <a:solidFill>
                  <a:srgbClr val="424242"/>
                </a:solidFill>
                <a:latin typeface="DM Sans"/>
              </a:rPr>
              <a:t>Pour le </a:t>
            </a:r>
            <a:r>
              <a:rPr lang="fr-FR" b="1">
                <a:solidFill>
                  <a:srgbClr val="424242"/>
                </a:solidFill>
                <a:latin typeface="DM Sans"/>
              </a:rPr>
              <a:t>Projet</a:t>
            </a:r>
            <a:r>
              <a:rPr lang="fr-FR">
                <a:solidFill>
                  <a:srgbClr val="424242"/>
                </a:solidFill>
                <a:latin typeface="DM Sans"/>
              </a:rPr>
              <a:t> : précise les </a:t>
            </a:r>
            <a:r>
              <a:rPr lang="fr-FR" b="1">
                <a:solidFill>
                  <a:srgbClr val="424242"/>
                </a:solidFill>
                <a:latin typeface="DM Sans"/>
              </a:rPr>
              <a:t>attendus</a:t>
            </a:r>
            <a:r>
              <a:rPr lang="fr-FR">
                <a:solidFill>
                  <a:srgbClr val="424242"/>
                </a:solidFill>
                <a:latin typeface="DM Sans"/>
              </a:rPr>
              <a:t> et les </a:t>
            </a:r>
            <a:r>
              <a:rPr lang="fr-FR" b="1">
                <a:solidFill>
                  <a:srgbClr val="424242"/>
                </a:solidFill>
                <a:latin typeface="DM Sans"/>
              </a:rPr>
              <a:t>livrables</a:t>
            </a:r>
            <a:r>
              <a:rPr lang="fr-FR">
                <a:solidFill>
                  <a:srgbClr val="424242"/>
                </a:solidFill>
                <a:latin typeface="DM Sans"/>
              </a:rPr>
              <a:t>, donne des </a:t>
            </a:r>
            <a:r>
              <a:rPr lang="fr-FR" b="1">
                <a:solidFill>
                  <a:srgbClr val="424242"/>
                </a:solidFill>
                <a:latin typeface="DM Sans"/>
              </a:rPr>
              <a:t>outils pour la conduite du Projet</a:t>
            </a:r>
            <a:r>
              <a:rPr lang="fr-FR">
                <a:solidFill>
                  <a:srgbClr val="424242"/>
                </a:solidFill>
                <a:latin typeface="DM Sans"/>
              </a:rPr>
              <a:t>.</a:t>
            </a:r>
          </a:p>
          <a:p>
            <a:pPr marL="285750" indent="-285750" algn="just">
              <a:buChar char="•"/>
            </a:pPr>
            <a:endParaRPr lang="fr-FR">
              <a:solidFill>
                <a:srgbClr val="424242"/>
              </a:solidFill>
            </a:endParaRPr>
          </a:p>
        </p:txBody>
      </p:sp>
      <p:sp>
        <p:nvSpPr>
          <p:cNvPr id="6" name="Espace réservé du numéro de diapositive 5">
            <a:extLst>
              <a:ext uri="{FF2B5EF4-FFF2-40B4-BE49-F238E27FC236}">
                <a16:creationId xmlns:a16="http://schemas.microsoft.com/office/drawing/2014/main" id="{B7B7E24B-811C-758D-6A3D-64609FE9D9AF}"/>
              </a:ext>
            </a:extLst>
          </p:cNvPr>
          <p:cNvSpPr>
            <a:spLocks noGrp="1"/>
          </p:cNvSpPr>
          <p:nvPr>
            <p:ph type="sldNum" idx="12"/>
          </p:nvPr>
        </p:nvSpPr>
        <p:spPr/>
        <p:txBody>
          <a:bodyPr/>
          <a:lstStyle/>
          <a:p>
            <a:fld id="{00000000-1234-1234-1234-123412341234}" type="slidenum">
              <a:rPr lang="fr"/>
              <a:t>5</a:t>
            </a:fld>
            <a:endParaRPr lang="fr-FR"/>
          </a:p>
        </p:txBody>
      </p:sp>
    </p:spTree>
    <p:extLst>
      <p:ext uri="{BB962C8B-B14F-4D97-AF65-F5344CB8AC3E}">
        <p14:creationId xmlns:p14="http://schemas.microsoft.com/office/powerpoint/2010/main" val="3377712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fr"/>
              <a:t>Organisation de votre carnet de bord</a:t>
            </a:r>
            <a:endParaRPr/>
          </a:p>
        </p:txBody>
      </p:sp>
      <p:sp>
        <p:nvSpPr>
          <p:cNvPr id="81" name="Google Shape;81;p14"/>
          <p:cNvSpPr txBox="1">
            <a:spLocks noGrp="1"/>
          </p:cNvSpPr>
          <p:nvPr>
            <p:ph type="body" idx="1"/>
          </p:nvPr>
        </p:nvSpPr>
        <p:spPr>
          <a:xfrm>
            <a:off x="424275" y="1863513"/>
            <a:ext cx="8554681" cy="3147059"/>
          </a:xfrm>
          <a:prstGeom prst="rect">
            <a:avLst/>
          </a:prstGeom>
        </p:spPr>
        <p:txBody>
          <a:bodyPr spcFirstLastPara="1" wrap="square" lIns="91425" tIns="91425" rIns="91425" bIns="91425" anchor="t" anchorCtr="0">
            <a:noAutofit/>
          </a:bodyPr>
          <a:lstStyle/>
          <a:p>
            <a:pPr marL="0" indent="0">
              <a:buNone/>
            </a:pPr>
            <a:r>
              <a:rPr lang="fr-FR" sz="1600">
                <a:solidFill>
                  <a:schemeClr val="bg2"/>
                </a:solidFill>
                <a:latin typeface="DM Sans"/>
              </a:rPr>
              <a:t>Retour sur les événements de rentrée (slides 9 à 14)</a:t>
            </a:r>
          </a:p>
          <a:p>
            <a:pPr lvl="1">
              <a:lnSpc>
                <a:spcPct val="114999"/>
              </a:lnSpc>
            </a:pPr>
            <a:r>
              <a:rPr lang="fr-FR" sz="1600" b="1">
                <a:solidFill>
                  <a:srgbClr val="424242"/>
                </a:solidFill>
                <a:latin typeface="DM Sans"/>
              </a:rPr>
              <a:t>Fiches à compléter</a:t>
            </a:r>
            <a:r>
              <a:rPr lang="fr-FR" sz="1600">
                <a:solidFill>
                  <a:srgbClr val="424242"/>
                </a:solidFill>
                <a:latin typeface="DM Sans"/>
              </a:rPr>
              <a:t> </a:t>
            </a:r>
          </a:p>
          <a:p>
            <a:pPr marL="0" indent="0">
              <a:lnSpc>
                <a:spcPct val="114999"/>
              </a:lnSpc>
              <a:buNone/>
            </a:pPr>
            <a:endParaRPr lang="fr-FR" sz="1600">
              <a:solidFill>
                <a:srgbClr val="424242"/>
              </a:solidFill>
              <a:latin typeface="DM Sans"/>
            </a:endParaRPr>
          </a:p>
          <a:p>
            <a:pPr marL="0" indent="0">
              <a:lnSpc>
                <a:spcPct val="114999"/>
              </a:lnSpc>
              <a:buNone/>
            </a:pPr>
            <a:r>
              <a:rPr lang="fr-FR" sz="1600">
                <a:solidFill>
                  <a:srgbClr val="424242"/>
                </a:solidFill>
                <a:latin typeface="DM Sans"/>
              </a:rPr>
              <a:t>Suivi des </a:t>
            </a:r>
            <a:r>
              <a:rPr lang="fr-FR" sz="1600" err="1">
                <a:solidFill>
                  <a:srgbClr val="424242"/>
                </a:solidFill>
                <a:latin typeface="DM Sans"/>
              </a:rPr>
              <a:t>Masterclass</a:t>
            </a:r>
            <a:r>
              <a:rPr lang="fr-FR" sz="1600">
                <a:solidFill>
                  <a:srgbClr val="424242"/>
                </a:solidFill>
                <a:latin typeface="DM Sans"/>
              </a:rPr>
              <a:t> (slides 15 à 42)</a:t>
            </a:r>
          </a:p>
          <a:p>
            <a:pPr lvl="1">
              <a:lnSpc>
                <a:spcPct val="114999"/>
              </a:lnSpc>
            </a:pPr>
            <a:r>
              <a:rPr lang="fr-FR" sz="1600" b="1">
                <a:solidFill>
                  <a:srgbClr val="424242"/>
                </a:solidFill>
                <a:latin typeface="DM Sans"/>
              </a:rPr>
              <a:t>Fiches à compléter pour chacune des </a:t>
            </a:r>
            <a:r>
              <a:rPr lang="fr-FR" sz="1600" b="1" err="1">
                <a:solidFill>
                  <a:srgbClr val="424242"/>
                </a:solidFill>
                <a:latin typeface="DM Sans"/>
              </a:rPr>
              <a:t>Masterclass</a:t>
            </a:r>
            <a:endParaRPr lang="fr-FR" sz="1600" b="1">
              <a:solidFill>
                <a:srgbClr val="424242"/>
              </a:solidFill>
              <a:latin typeface="DM Sans"/>
            </a:endParaRPr>
          </a:p>
          <a:p>
            <a:pPr marL="0" indent="0">
              <a:spcBef>
                <a:spcPts val="1200"/>
              </a:spcBef>
              <a:buNone/>
            </a:pPr>
            <a:r>
              <a:rPr lang="fr-FR" sz="1600">
                <a:solidFill>
                  <a:srgbClr val="424242"/>
                </a:solidFill>
                <a:latin typeface="DM Sans"/>
              </a:rPr>
              <a:t>Suivi de la conduite du Projet tout au long de l’année (slides 43 à 53)</a:t>
            </a:r>
          </a:p>
          <a:p>
            <a:pPr lvl="1">
              <a:lnSpc>
                <a:spcPct val="114999"/>
              </a:lnSpc>
            </a:pPr>
            <a:r>
              <a:rPr lang="fr-FR" sz="1600" b="1">
                <a:solidFill>
                  <a:srgbClr val="424242"/>
                </a:solidFill>
                <a:latin typeface="DM Sans"/>
              </a:rPr>
              <a:t>Fiches des rendez-vous d’équipe</a:t>
            </a:r>
            <a:r>
              <a:rPr lang="fr-FR" sz="1600">
                <a:solidFill>
                  <a:srgbClr val="424242"/>
                </a:solidFill>
                <a:latin typeface="DM Sans"/>
              </a:rPr>
              <a:t> à compléter (modèle slide 49)</a:t>
            </a:r>
          </a:p>
          <a:p>
            <a:pPr lvl="1">
              <a:buSzPts val="1800"/>
            </a:pPr>
            <a:r>
              <a:rPr lang="fr-FR" sz="1600" b="1">
                <a:solidFill>
                  <a:srgbClr val="424242"/>
                </a:solidFill>
                <a:latin typeface="DM Sans"/>
              </a:rPr>
              <a:t>Fiches des rendez-vous </a:t>
            </a:r>
            <a:r>
              <a:rPr lang="fr-FR" sz="1600" b="1" err="1">
                <a:solidFill>
                  <a:srgbClr val="424242"/>
                </a:solidFill>
                <a:latin typeface="DM Sans"/>
              </a:rPr>
              <a:t>tuteur.trices</a:t>
            </a:r>
            <a:r>
              <a:rPr lang="fr-FR" sz="1600">
                <a:solidFill>
                  <a:srgbClr val="424242"/>
                </a:solidFill>
                <a:latin typeface="DM Sans"/>
              </a:rPr>
              <a:t> à compléter (modèle slide 52)</a:t>
            </a:r>
          </a:p>
          <a:p>
            <a:pPr lvl="1">
              <a:buSzPts val="1800"/>
            </a:pPr>
            <a:r>
              <a:rPr lang="fr-FR" sz="1600" b="1">
                <a:solidFill>
                  <a:srgbClr val="424242"/>
                </a:solidFill>
                <a:latin typeface="DM Sans"/>
              </a:rPr>
              <a:t>Fiches de rencontres avec des personnes ressources</a:t>
            </a:r>
            <a:r>
              <a:rPr lang="fr-FR" sz="1600">
                <a:solidFill>
                  <a:srgbClr val="424242"/>
                </a:solidFill>
                <a:latin typeface="DM Sans"/>
              </a:rPr>
              <a:t> à compléter (modèle slide 53)</a:t>
            </a:r>
          </a:p>
        </p:txBody>
      </p:sp>
      <p:sp>
        <p:nvSpPr>
          <p:cNvPr id="3" name="Espace réservé du numéro de diapositive 2">
            <a:extLst>
              <a:ext uri="{FF2B5EF4-FFF2-40B4-BE49-F238E27FC236}">
                <a16:creationId xmlns:a16="http://schemas.microsoft.com/office/drawing/2014/main" id="{41944B1A-5F36-0D03-0803-E71192A080FB}"/>
              </a:ext>
            </a:extLst>
          </p:cNvPr>
          <p:cNvSpPr>
            <a:spLocks noGrp="1"/>
          </p:cNvSpPr>
          <p:nvPr>
            <p:ph type="sldNum" idx="12"/>
          </p:nvPr>
        </p:nvSpPr>
        <p:spPr/>
        <p:txBody>
          <a:bodyPr/>
          <a:lstStyle/>
          <a:p>
            <a:fld id="{00000000-1234-1234-1234-123412341234}" type="slidenum">
              <a:rPr lang="fr"/>
              <a:t>6</a:t>
            </a:fld>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6"/>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rmAutofit fontScale="90000"/>
          </a:bodyPr>
          <a:lstStyle/>
          <a:p>
            <a:pPr marL="457200" indent="-468630">
              <a:buSzPct val="100000"/>
              <a:buAutoNum type="arabicPeriod"/>
            </a:pPr>
            <a:r>
              <a:rPr lang="fr"/>
              <a:t>Retour sur les événements de rentrée</a:t>
            </a:r>
          </a:p>
        </p:txBody>
      </p:sp>
      <p:sp>
        <p:nvSpPr>
          <p:cNvPr id="3" name="Espace réservé du numéro de diapositive 2">
            <a:extLst>
              <a:ext uri="{FF2B5EF4-FFF2-40B4-BE49-F238E27FC236}">
                <a16:creationId xmlns:a16="http://schemas.microsoft.com/office/drawing/2014/main" id="{C8B58CA4-3D4B-951F-0449-948BF731F0BC}"/>
              </a:ext>
            </a:extLst>
          </p:cNvPr>
          <p:cNvSpPr>
            <a:spLocks noGrp="1"/>
          </p:cNvSpPr>
          <p:nvPr>
            <p:ph type="sldNum" idx="12"/>
          </p:nvPr>
        </p:nvSpPr>
        <p:spPr/>
        <p:txBody>
          <a:bodyPr/>
          <a:lstStyle/>
          <a:p>
            <a:fld id="{00000000-1234-1234-1234-123412341234}" type="slidenum">
              <a:rPr lang="fr"/>
              <a:t>7</a:t>
            </a:fld>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8" name="Google Shape;98;p17"/>
          <p:cNvSpPr txBox="1"/>
          <p:nvPr/>
        </p:nvSpPr>
        <p:spPr>
          <a:xfrm>
            <a:off x="67888" y="2553613"/>
            <a:ext cx="5232900" cy="4617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fr" sz="3000" b="1">
                <a:solidFill>
                  <a:srgbClr val="5686DA"/>
                </a:solidFill>
                <a:latin typeface="DM Sans"/>
                <a:ea typeface="DM Sans"/>
                <a:cs typeface="DM Sans"/>
                <a:sym typeface="DM Sans"/>
              </a:rPr>
              <a:t>ALL ABOARD ENGINEERING</a:t>
            </a:r>
            <a:endParaRPr sz="1500" b="1">
              <a:solidFill>
                <a:srgbClr val="5686DA"/>
              </a:solidFill>
              <a:latin typeface="DM Sans"/>
              <a:ea typeface="DM Sans"/>
              <a:cs typeface="DM Sans"/>
              <a:sym typeface="DM Sans"/>
            </a:endParaRPr>
          </a:p>
        </p:txBody>
      </p:sp>
      <p:sp>
        <p:nvSpPr>
          <p:cNvPr id="97" name="Google Shape;97;p17"/>
          <p:cNvSpPr txBox="1"/>
          <p:nvPr/>
        </p:nvSpPr>
        <p:spPr>
          <a:xfrm>
            <a:off x="185825" y="175650"/>
            <a:ext cx="8793900" cy="406265"/>
          </a:xfrm>
          <a:prstGeom prst="rect">
            <a:avLst/>
          </a:prstGeom>
          <a:noFill/>
          <a:ln>
            <a:noFill/>
          </a:ln>
        </p:spPr>
        <p:txBody>
          <a:bodyPr spcFirstLastPara="1" wrap="square" lIns="0" tIns="0" rIns="0" bIns="0" anchor="t" anchorCtr="0">
            <a:spAutoFit/>
          </a:bodyPr>
          <a:lstStyle/>
          <a:p>
            <a:pPr>
              <a:lnSpc>
                <a:spcPct val="110000"/>
              </a:lnSpc>
            </a:pPr>
            <a:r>
              <a:rPr lang="fr" sz="2400" b="1">
                <a:solidFill>
                  <a:srgbClr val="5686DA"/>
                </a:solidFill>
                <a:latin typeface="DM Sans"/>
                <a:ea typeface="DM Sans"/>
                <a:cs typeface="DM Sans"/>
                <a:sym typeface="DM Sans"/>
              </a:rPr>
              <a:t>1.</a:t>
            </a:r>
            <a:r>
              <a:rPr lang="fr" sz="2400" b="1">
                <a:latin typeface="DM Sans"/>
                <a:ea typeface="DM Sans"/>
                <a:cs typeface="DM Sans"/>
                <a:sym typeface="DM Sans"/>
              </a:rPr>
              <a:t>   Retour sur les événements de rentrée</a:t>
            </a:r>
            <a:endParaRPr sz="2400" b="1">
              <a:latin typeface="DM Sans"/>
              <a:ea typeface="DM Sans"/>
              <a:cs typeface="DM Sans"/>
              <a:sym typeface="DM Sans"/>
            </a:endParaRPr>
          </a:p>
        </p:txBody>
      </p:sp>
      <p:sp>
        <p:nvSpPr>
          <p:cNvPr id="2" name="Espace réservé du numéro de diapositive 1">
            <a:extLst>
              <a:ext uri="{FF2B5EF4-FFF2-40B4-BE49-F238E27FC236}">
                <a16:creationId xmlns:a16="http://schemas.microsoft.com/office/drawing/2014/main" id="{8260B7CF-AAD5-BA61-79BA-0E9DB2808970}"/>
              </a:ext>
            </a:extLst>
          </p:cNvPr>
          <p:cNvSpPr>
            <a:spLocks noGrp="1"/>
          </p:cNvSpPr>
          <p:nvPr>
            <p:ph type="sldNum" idx="12"/>
          </p:nvPr>
        </p:nvSpPr>
        <p:spPr/>
        <p:txBody>
          <a:bodyPr/>
          <a:lstStyle/>
          <a:p>
            <a:fld id="{00000000-1234-1234-1234-123412341234}" type="slidenum">
              <a:rPr lang="fr"/>
              <a:t>8</a:t>
            </a:fld>
            <a:endParaRPr lang="fr-FR"/>
          </a:p>
        </p:txBody>
      </p:sp>
      <p:pic>
        <p:nvPicPr>
          <p:cNvPr id="3" name="Image 2">
            <a:extLst>
              <a:ext uri="{FF2B5EF4-FFF2-40B4-BE49-F238E27FC236}">
                <a16:creationId xmlns:a16="http://schemas.microsoft.com/office/drawing/2014/main" id="{B9417D2E-BD68-4512-9B6F-CE423E7672C8}"/>
              </a:ext>
            </a:extLst>
          </p:cNvPr>
          <p:cNvPicPr>
            <a:picLocks noChangeAspect="1"/>
          </p:cNvPicPr>
          <p:nvPr/>
        </p:nvPicPr>
        <p:blipFill>
          <a:blip r:embed="rId3"/>
          <a:stretch>
            <a:fillRect/>
          </a:stretch>
        </p:blipFill>
        <p:spPr>
          <a:xfrm>
            <a:off x="5284085" y="581914"/>
            <a:ext cx="3110057" cy="440212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8"/>
          <p:cNvSpPr/>
          <p:nvPr/>
        </p:nvSpPr>
        <p:spPr>
          <a:xfrm>
            <a:off x="489264" y="967946"/>
            <a:ext cx="8127662" cy="3628623"/>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06" name="Google Shape;106;p18"/>
          <p:cNvSpPr txBox="1"/>
          <p:nvPr/>
        </p:nvSpPr>
        <p:spPr>
          <a:xfrm>
            <a:off x="791825" y="1138601"/>
            <a:ext cx="7431900" cy="406265"/>
          </a:xfrm>
          <a:prstGeom prst="rect">
            <a:avLst/>
          </a:prstGeom>
          <a:noFill/>
          <a:ln>
            <a:noFill/>
          </a:ln>
        </p:spPr>
        <p:txBody>
          <a:bodyPr spcFirstLastPara="1" wrap="square" lIns="0" tIns="0" rIns="0" bIns="0" anchor="t" anchorCtr="0">
            <a:spAutoFit/>
          </a:bodyPr>
          <a:lstStyle/>
          <a:p>
            <a:pPr algn="just">
              <a:lnSpc>
                <a:spcPct val="119958"/>
              </a:lnSpc>
            </a:pPr>
            <a:r>
              <a:rPr lang="fr" sz="1100">
                <a:solidFill>
                  <a:srgbClr val="000000"/>
                </a:solidFill>
                <a:latin typeface="DM Sans"/>
                <a:ea typeface="DM Sans"/>
                <a:cs typeface="DM Sans"/>
                <a:sym typeface="DM Sans"/>
              </a:rPr>
              <a:t>Ces pistes de questionnement sont destinées à stimuler votre réflexion après</a:t>
            </a:r>
            <a:r>
              <a:rPr lang="fr" sz="1100">
                <a:latin typeface="DM Sans"/>
                <a:ea typeface="DM Sans"/>
                <a:cs typeface="DM Sans"/>
                <a:sym typeface="DM Sans"/>
              </a:rPr>
              <a:t> votre participation à</a:t>
            </a:r>
            <a:r>
              <a:rPr lang="fr" sz="1100">
                <a:solidFill>
                  <a:srgbClr val="000000"/>
                </a:solidFill>
                <a:latin typeface="DM Sans"/>
                <a:ea typeface="DM Sans"/>
                <a:cs typeface="DM Sans"/>
                <a:sym typeface="DM Sans"/>
              </a:rPr>
              <a:t> la Fresque du </a:t>
            </a:r>
            <a:r>
              <a:rPr lang="fr" sz="1100">
                <a:latin typeface="DM Sans"/>
                <a:ea typeface="DM Sans"/>
                <a:cs typeface="DM Sans"/>
                <a:sym typeface="DM Sans"/>
              </a:rPr>
              <a:t>C</a:t>
            </a:r>
            <a:r>
              <a:rPr lang="fr" sz="1100">
                <a:solidFill>
                  <a:srgbClr val="000000"/>
                </a:solidFill>
                <a:latin typeface="DM Sans"/>
                <a:ea typeface="DM Sans"/>
                <a:cs typeface="DM Sans"/>
                <a:sym typeface="DM Sans"/>
              </a:rPr>
              <a:t>limat et à en garder une trace. </a:t>
            </a:r>
            <a:r>
              <a:rPr lang="fr" sz="1100">
                <a:latin typeface="DM Sans"/>
                <a:ea typeface="DM Sans"/>
                <a:cs typeface="DM Sans"/>
                <a:sym typeface="DM Sans"/>
              </a:rPr>
              <a:t>N’hésitez pas à</a:t>
            </a:r>
            <a:r>
              <a:rPr lang="fr" sz="1100">
                <a:solidFill>
                  <a:srgbClr val="000000"/>
                </a:solidFill>
                <a:latin typeface="DM Sans"/>
                <a:ea typeface="DM Sans"/>
                <a:cs typeface="DM Sans"/>
                <a:sym typeface="DM Sans"/>
              </a:rPr>
              <a:t> vous en servir </a:t>
            </a:r>
            <a:r>
              <a:rPr lang="fr" sz="1100">
                <a:latin typeface="DM Sans"/>
                <a:ea typeface="DM Sans"/>
                <a:cs typeface="DM Sans"/>
                <a:sym typeface="DM Sans"/>
              </a:rPr>
              <a:t>dans</a:t>
            </a:r>
            <a:r>
              <a:rPr lang="fr" sz="1100">
                <a:solidFill>
                  <a:srgbClr val="000000"/>
                </a:solidFill>
                <a:latin typeface="DM Sans"/>
                <a:ea typeface="DM Sans"/>
                <a:cs typeface="DM Sans"/>
                <a:sym typeface="DM Sans"/>
              </a:rPr>
              <a:t> la réalisation de votre Projet</a:t>
            </a:r>
            <a:r>
              <a:rPr lang="fr" sz="1100">
                <a:latin typeface="DM Sans"/>
                <a:ea typeface="DM Sans"/>
                <a:cs typeface="DM Sans"/>
                <a:sym typeface="DM Sans"/>
              </a:rPr>
              <a:t> d’équipe. </a:t>
            </a:r>
            <a:endParaRPr lang="fr-FR" sz="700"/>
          </a:p>
        </p:txBody>
      </p:sp>
      <p:sp>
        <p:nvSpPr>
          <p:cNvPr id="107" name="Google Shape;107;p18"/>
          <p:cNvSpPr txBox="1"/>
          <p:nvPr/>
        </p:nvSpPr>
        <p:spPr>
          <a:xfrm>
            <a:off x="185825" y="175650"/>
            <a:ext cx="8472600" cy="406265"/>
          </a:xfrm>
          <a:prstGeom prst="rect">
            <a:avLst/>
          </a:prstGeom>
          <a:noFill/>
          <a:ln>
            <a:noFill/>
          </a:ln>
        </p:spPr>
        <p:txBody>
          <a:bodyPr spcFirstLastPara="1" wrap="square" lIns="0" tIns="0" rIns="0" bIns="0" anchor="t" anchorCtr="0">
            <a:spAutoFit/>
          </a:bodyPr>
          <a:lstStyle/>
          <a:p>
            <a:pPr>
              <a:lnSpc>
                <a:spcPct val="110000"/>
              </a:lnSpc>
            </a:pPr>
            <a:r>
              <a:rPr lang="fr" sz="2400" b="1">
                <a:solidFill>
                  <a:srgbClr val="5686DA"/>
                </a:solidFill>
                <a:latin typeface="DM Sans"/>
                <a:ea typeface="DM Sans"/>
                <a:cs typeface="DM Sans"/>
                <a:sym typeface="DM Sans"/>
              </a:rPr>
              <a:t>1.</a:t>
            </a:r>
            <a:r>
              <a:rPr lang="fr" sz="2400" b="1">
                <a:latin typeface="DM Sans"/>
                <a:ea typeface="DM Sans"/>
                <a:cs typeface="DM Sans"/>
                <a:sym typeface="DM Sans"/>
              </a:rPr>
              <a:t>   Retour sur la Fresque du Climat</a:t>
            </a:r>
            <a:endParaRPr sz="2400" b="1">
              <a:latin typeface="DM Sans"/>
              <a:ea typeface="DM Sans"/>
              <a:cs typeface="DM Sans"/>
              <a:sym typeface="DM Sans"/>
            </a:endParaRPr>
          </a:p>
        </p:txBody>
      </p:sp>
      <p:sp>
        <p:nvSpPr>
          <p:cNvPr id="108" name="Google Shape;108;p18"/>
          <p:cNvSpPr txBox="1"/>
          <p:nvPr/>
        </p:nvSpPr>
        <p:spPr>
          <a:xfrm rot="437223">
            <a:off x="6989592" y="755193"/>
            <a:ext cx="1986747" cy="18478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fr" sz="1200" b="1">
                <a:latin typeface="Open Sans"/>
                <a:ea typeface="Open Sans"/>
                <a:cs typeface="Open Sans"/>
                <a:sym typeface="Open Sans"/>
              </a:rPr>
              <a:t>À</a:t>
            </a:r>
            <a:r>
              <a:rPr lang="fr" sz="1200" b="1">
                <a:solidFill>
                  <a:srgbClr val="000000"/>
                </a:solidFill>
                <a:latin typeface="Open Sans"/>
                <a:ea typeface="Open Sans"/>
                <a:cs typeface="Open Sans"/>
                <a:sym typeface="Open Sans"/>
              </a:rPr>
              <a:t>  REMPLIR PAR </a:t>
            </a:r>
            <a:r>
              <a:rPr lang="fr" sz="1200" b="1">
                <a:latin typeface="Open Sans"/>
                <a:ea typeface="Open Sans"/>
                <a:cs typeface="Open Sans"/>
                <a:sym typeface="Open Sans"/>
              </a:rPr>
              <a:t>L'ÉQUIPE</a:t>
            </a:r>
            <a:endParaRPr sz="700"/>
          </a:p>
        </p:txBody>
      </p:sp>
      <p:pic>
        <p:nvPicPr>
          <p:cNvPr id="109" name="Google Shape;109;p18"/>
          <p:cNvPicPr preferRelativeResize="0"/>
          <p:nvPr/>
        </p:nvPicPr>
        <p:blipFill rotWithShape="1">
          <a:blip r:embed="rId3">
            <a:alphaModFix/>
          </a:blip>
          <a:srcRect/>
          <a:stretch/>
        </p:blipFill>
        <p:spPr>
          <a:xfrm rot="-5181430">
            <a:off x="6251471" y="408822"/>
            <a:ext cx="431525" cy="829858"/>
          </a:xfrm>
          <a:prstGeom prst="rect">
            <a:avLst/>
          </a:prstGeom>
          <a:noFill/>
          <a:ln>
            <a:noFill/>
          </a:ln>
        </p:spPr>
      </p:pic>
      <p:sp>
        <p:nvSpPr>
          <p:cNvPr id="110" name="Google Shape;110;p18"/>
          <p:cNvSpPr/>
          <p:nvPr/>
        </p:nvSpPr>
        <p:spPr>
          <a:xfrm>
            <a:off x="788880" y="1496786"/>
            <a:ext cx="3606611" cy="2730064"/>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lvl="0" indent="0" algn="l" rtl="0">
              <a:lnSpc>
                <a:spcPct val="119958"/>
              </a:lnSpc>
              <a:spcBef>
                <a:spcPts val="0"/>
              </a:spcBef>
              <a:spcAft>
                <a:spcPts val="0"/>
              </a:spcAft>
              <a:buNone/>
            </a:pPr>
            <a:r>
              <a:rPr lang="fr" sz="1200">
                <a:solidFill>
                  <a:schemeClr val="dk1"/>
                </a:solidFill>
                <a:latin typeface="Calibri"/>
                <a:ea typeface="Calibri"/>
                <a:cs typeface="Calibri"/>
                <a:sym typeface="Calibri"/>
              </a:rPr>
              <a:t>► </a:t>
            </a:r>
            <a:r>
              <a:rPr lang="fr" sz="1200">
                <a:solidFill>
                  <a:schemeClr val="dk1"/>
                </a:solidFill>
                <a:latin typeface="DM Sans"/>
                <a:ea typeface="DM Sans"/>
                <a:cs typeface="DM Sans"/>
                <a:sym typeface="DM Sans"/>
              </a:rPr>
              <a:t>Qu’avez-vous appris ? Une chose que vous retenez ?</a:t>
            </a:r>
            <a:endParaRPr sz="1200">
              <a:solidFill>
                <a:schemeClr val="dk1"/>
              </a:solidFill>
              <a:latin typeface="DM Sans"/>
              <a:ea typeface="DM Sans"/>
              <a:cs typeface="DM Sans"/>
              <a:sym typeface="DM Sans"/>
            </a:endParaRPr>
          </a:p>
          <a:p>
            <a:pPr marL="0" lvl="0" indent="0" algn="l" rtl="0">
              <a:lnSpc>
                <a:spcPct val="119958"/>
              </a:lnSpc>
              <a:spcBef>
                <a:spcPts val="0"/>
              </a:spcBef>
              <a:spcAft>
                <a:spcPts val="0"/>
              </a:spcAft>
              <a:buNone/>
            </a:pPr>
            <a:endParaRPr sz="1200">
              <a:solidFill>
                <a:schemeClr val="dk1"/>
              </a:solidFill>
              <a:latin typeface="DM Sans"/>
              <a:ea typeface="DM Sans"/>
              <a:cs typeface="DM Sans"/>
              <a:sym typeface="DM Sans"/>
            </a:endParaRPr>
          </a:p>
          <a:p>
            <a:pPr>
              <a:lnSpc>
                <a:spcPct val="119958"/>
              </a:lnSpc>
            </a:pPr>
            <a:r>
              <a:rPr lang="fr" sz="1200"/>
              <a:t>Nous avons découvert à quel point tout est lié. Ce qu’on mange, comment on se déplace, comment on consomme… tout cela influence le climat. Ce qui nous a particulièrement marqué, c’est l’effet domino : une petite action peut entraîner de grandes conséquences (positives ou négatives) et que chacun avait son rôle à       </a:t>
            </a:r>
            <a:r>
              <a:rPr lang="fr" sz="1200" err="1"/>
              <a:t>jo</a:t>
            </a:r>
            <a:r>
              <a:rPr lang="fr" sz="1200"/>
              <a:t>      jouer.</a:t>
            </a:r>
            <a:endParaRPr lang="fr"/>
          </a:p>
        </p:txBody>
      </p:sp>
      <p:sp>
        <p:nvSpPr>
          <p:cNvPr id="111" name="Google Shape;111;p18"/>
          <p:cNvSpPr/>
          <p:nvPr/>
        </p:nvSpPr>
        <p:spPr>
          <a:xfrm>
            <a:off x="4662500" y="1592024"/>
            <a:ext cx="3645600" cy="2730064"/>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lvl="0" indent="0" algn="l" rtl="0">
              <a:lnSpc>
                <a:spcPct val="119958"/>
              </a:lnSpc>
              <a:spcBef>
                <a:spcPts val="0"/>
              </a:spcBef>
              <a:spcAft>
                <a:spcPts val="0"/>
              </a:spcAft>
              <a:buNone/>
            </a:pPr>
            <a:r>
              <a:rPr lang="fr" sz="1200">
                <a:solidFill>
                  <a:schemeClr val="dk1"/>
                </a:solidFill>
                <a:latin typeface="Calibri"/>
                <a:ea typeface="Calibri"/>
                <a:cs typeface="Calibri"/>
                <a:sym typeface="Calibri"/>
              </a:rPr>
              <a:t>► </a:t>
            </a:r>
            <a:r>
              <a:rPr lang="fr" sz="1200">
                <a:solidFill>
                  <a:schemeClr val="dk1"/>
                </a:solidFill>
                <a:latin typeface="DM Sans"/>
                <a:ea typeface="Calibri"/>
                <a:cs typeface="Calibri"/>
                <a:sym typeface="Calibri"/>
              </a:rPr>
              <a:t>Qu’est-ce qui vous a surpris ?</a:t>
            </a:r>
            <a:endParaRPr sz="1200">
              <a:solidFill>
                <a:schemeClr val="dk1"/>
              </a:solidFill>
              <a:latin typeface="DM Sans"/>
            </a:endParaRPr>
          </a:p>
          <a:p>
            <a:pPr marL="0" lvl="0" indent="0" algn="l" rtl="0">
              <a:lnSpc>
                <a:spcPct val="119958"/>
              </a:lnSpc>
              <a:spcBef>
                <a:spcPts val="0"/>
              </a:spcBef>
              <a:spcAft>
                <a:spcPts val="0"/>
              </a:spcAft>
              <a:buClr>
                <a:schemeClr val="dk1"/>
              </a:buClr>
              <a:buSzPts val="600"/>
              <a:buFont typeface="Arial"/>
              <a:buNone/>
            </a:pPr>
            <a:endParaRPr sz="1200">
              <a:solidFill>
                <a:schemeClr val="dk1"/>
              </a:solidFill>
              <a:latin typeface="DM Sans"/>
              <a:ea typeface="DM Sans"/>
              <a:cs typeface="DM Sans"/>
              <a:sym typeface="DM Sans"/>
            </a:endParaRPr>
          </a:p>
          <a:p>
            <a:pPr>
              <a:lnSpc>
                <a:spcPct val="119958"/>
              </a:lnSpc>
            </a:pPr>
            <a:r>
              <a:rPr lang="fr" sz="1200"/>
              <a:t>On ne s’attendait pas à ce que les impacts soient aussi nombreux et aussi proches.  On pensait qu'on avait le temps ou que cela ne nous concerner pas; alors qu'en réalité c'est loin d'être le cas. De plus Certains d’entre nous ont été choqués d’apprendre que des conflits armés pouvaient aussi être aggravés par des crises environnementales.</a:t>
            </a:r>
            <a:endParaRPr lang="fr"/>
          </a:p>
        </p:txBody>
      </p:sp>
      <p:pic>
        <p:nvPicPr>
          <p:cNvPr id="113" name="Google Shape;113;p18"/>
          <p:cNvPicPr preferRelativeResize="0"/>
          <p:nvPr/>
        </p:nvPicPr>
        <p:blipFill>
          <a:blip r:embed="rId4">
            <a:alphaModFix/>
          </a:blip>
          <a:stretch>
            <a:fillRect/>
          </a:stretch>
        </p:blipFill>
        <p:spPr>
          <a:xfrm>
            <a:off x="88446" y="3908998"/>
            <a:ext cx="1066800" cy="1066800"/>
          </a:xfrm>
          <a:prstGeom prst="rect">
            <a:avLst/>
          </a:prstGeom>
          <a:noFill/>
          <a:ln>
            <a:noFill/>
          </a:ln>
        </p:spPr>
      </p:pic>
      <p:sp>
        <p:nvSpPr>
          <p:cNvPr id="2" name="Espace réservé du numéro de diapositive 1">
            <a:extLst>
              <a:ext uri="{FF2B5EF4-FFF2-40B4-BE49-F238E27FC236}">
                <a16:creationId xmlns:a16="http://schemas.microsoft.com/office/drawing/2014/main" id="{D604138F-7663-A515-10A1-632CB4BF61F3}"/>
              </a:ext>
            </a:extLst>
          </p:cNvPr>
          <p:cNvSpPr>
            <a:spLocks noGrp="1"/>
          </p:cNvSpPr>
          <p:nvPr>
            <p:ph type="sldNum" idx="12"/>
          </p:nvPr>
        </p:nvSpPr>
        <p:spPr/>
        <p:txBody>
          <a:bodyPr/>
          <a:lstStyle/>
          <a:p>
            <a:fld id="{00000000-1234-1234-1234-123412341234}" type="slidenum">
              <a:rPr lang="fr"/>
              <a:t>9</a:t>
            </a:fld>
            <a:endParaRPr lang="fr-F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9"/>
          <p:cNvSpPr/>
          <p:nvPr/>
        </p:nvSpPr>
        <p:spPr>
          <a:xfrm>
            <a:off x="489264" y="967946"/>
            <a:ext cx="8127662" cy="3628623"/>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19" name="Google Shape;119;p19"/>
          <p:cNvSpPr/>
          <p:nvPr/>
        </p:nvSpPr>
        <p:spPr>
          <a:xfrm>
            <a:off x="778675" y="1601738"/>
            <a:ext cx="3586200" cy="27204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lvl="0" indent="0" algn="l" rtl="0">
              <a:lnSpc>
                <a:spcPct val="119958"/>
              </a:lnSpc>
              <a:spcBef>
                <a:spcPts val="0"/>
              </a:spcBef>
              <a:spcAft>
                <a:spcPts val="0"/>
              </a:spcAft>
              <a:buNone/>
            </a:pPr>
            <a:r>
              <a:rPr lang="fr" sz="1200">
                <a:solidFill>
                  <a:schemeClr val="dk1"/>
                </a:solidFill>
                <a:latin typeface="Calibri"/>
                <a:ea typeface="Calibri"/>
                <a:cs typeface="Calibri"/>
                <a:sym typeface="Calibri"/>
              </a:rPr>
              <a:t>►</a:t>
            </a:r>
            <a:r>
              <a:rPr lang="fr" sz="1200">
                <a:solidFill>
                  <a:schemeClr val="dk1"/>
                </a:solidFill>
                <a:latin typeface="DM Sans"/>
                <a:ea typeface="Calibri"/>
                <a:cs typeface="Calibri"/>
                <a:sym typeface="Calibri"/>
              </a:rPr>
              <a:t>Quelles difficultés avez-vous rencontrées ?</a:t>
            </a:r>
            <a:endParaRPr sz="1200">
              <a:solidFill>
                <a:schemeClr val="dk1"/>
              </a:solidFill>
              <a:latin typeface="DM Sans"/>
            </a:endParaRPr>
          </a:p>
          <a:p>
            <a:pPr marL="0" lvl="0" indent="0" algn="l" rtl="0">
              <a:lnSpc>
                <a:spcPct val="119958"/>
              </a:lnSpc>
              <a:spcBef>
                <a:spcPts val="0"/>
              </a:spcBef>
              <a:spcAft>
                <a:spcPts val="0"/>
              </a:spcAft>
              <a:buNone/>
            </a:pPr>
            <a:endParaRPr sz="1200">
              <a:solidFill>
                <a:schemeClr val="dk1"/>
              </a:solidFill>
              <a:latin typeface="Calibri"/>
              <a:ea typeface="Calibri"/>
              <a:cs typeface="Calibri"/>
              <a:sym typeface="Calibri"/>
            </a:endParaRPr>
          </a:p>
          <a:p>
            <a:pPr>
              <a:lnSpc>
                <a:spcPct val="119958"/>
              </a:lnSpc>
            </a:pPr>
            <a:r>
              <a:rPr lang="fr" sz="1200"/>
              <a:t>Au début, on avait du mal à organiser les cartes, c’était un peu le chaos. On ne comprenait pas toutes les causes et conséquences de chaque cas et il nous était difficile de faire des liens entre les cartes. Mais à force de discussion avec notre responsable et des connaissances personnelles de chacun, on a   commencé à mieux voir l’ensemble. </a:t>
            </a:r>
          </a:p>
        </p:txBody>
      </p:sp>
      <p:sp>
        <p:nvSpPr>
          <p:cNvPr id="120" name="Google Shape;120;p19"/>
          <p:cNvSpPr/>
          <p:nvPr/>
        </p:nvSpPr>
        <p:spPr>
          <a:xfrm>
            <a:off x="4700600" y="1601688"/>
            <a:ext cx="3586200" cy="27204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lvl="0" indent="0" algn="l" rtl="0">
              <a:lnSpc>
                <a:spcPct val="119958"/>
              </a:lnSpc>
              <a:spcBef>
                <a:spcPts val="0"/>
              </a:spcBef>
              <a:spcAft>
                <a:spcPts val="0"/>
              </a:spcAft>
              <a:buNone/>
            </a:pPr>
            <a:r>
              <a:rPr lang="fr" sz="1200">
                <a:solidFill>
                  <a:schemeClr val="dk1"/>
                </a:solidFill>
                <a:latin typeface="Calibri"/>
                <a:ea typeface="Calibri"/>
                <a:cs typeface="Calibri"/>
                <a:sym typeface="Calibri"/>
              </a:rPr>
              <a:t>► </a:t>
            </a:r>
            <a:r>
              <a:rPr lang="fr" sz="1200">
                <a:solidFill>
                  <a:schemeClr val="dk1"/>
                </a:solidFill>
                <a:latin typeface="DM Sans"/>
                <a:ea typeface="Calibri"/>
                <a:cs typeface="Calibri"/>
                <a:sym typeface="Calibri"/>
              </a:rPr>
              <a:t>Impressions d’ensemble</a:t>
            </a:r>
            <a:endParaRPr sz="1200">
              <a:solidFill>
                <a:schemeClr val="dk1"/>
              </a:solidFill>
              <a:latin typeface="DM Sans"/>
            </a:endParaRPr>
          </a:p>
          <a:p>
            <a:pPr marL="0" lvl="0" indent="0" algn="l" rtl="0">
              <a:lnSpc>
                <a:spcPct val="119958"/>
              </a:lnSpc>
              <a:spcBef>
                <a:spcPts val="0"/>
              </a:spcBef>
              <a:spcAft>
                <a:spcPts val="0"/>
              </a:spcAft>
              <a:buNone/>
            </a:pPr>
            <a:endParaRPr sz="1200">
              <a:solidFill>
                <a:schemeClr val="dk1"/>
              </a:solidFill>
              <a:latin typeface="Calibri"/>
              <a:ea typeface="Calibri"/>
              <a:cs typeface="Calibri"/>
              <a:sym typeface="Calibri"/>
            </a:endParaRPr>
          </a:p>
          <a:p>
            <a:pPr marL="0" lvl="0" indent="0" algn="l" rtl="0">
              <a:lnSpc>
                <a:spcPct val="119958"/>
              </a:lnSpc>
              <a:spcBef>
                <a:spcPts val="0"/>
              </a:spcBef>
              <a:spcAft>
                <a:spcPts val="0"/>
              </a:spcAft>
              <a:buNone/>
            </a:pPr>
            <a:endParaRPr sz="1200">
              <a:solidFill>
                <a:schemeClr val="dk1"/>
              </a:solidFill>
              <a:latin typeface="DM Sans"/>
              <a:ea typeface="DM Sans"/>
              <a:cs typeface="DM Sans"/>
              <a:sym typeface="DM Sans"/>
            </a:endParaRPr>
          </a:p>
          <a:p>
            <a:pPr>
              <a:lnSpc>
                <a:spcPct val="119958"/>
              </a:lnSpc>
            </a:pPr>
            <a:r>
              <a:rPr lang="fr" sz="1200">
                <a:latin typeface="DM Sans"/>
                <a:sym typeface="DM Sans"/>
              </a:rPr>
              <a:t>Ce fut un moment très fort et qui nous a permis à la fois de découvrir et  de forger une amitié solide avec nos camarades mais également de découvrir ou d'approfondir ce sujet afin d'être mieux sensibilisé dans notre quotidien.</a:t>
            </a:r>
            <a:endParaRPr lang="fr" sz="1200">
              <a:latin typeface="DM Sans"/>
            </a:endParaRPr>
          </a:p>
        </p:txBody>
      </p:sp>
      <p:sp>
        <p:nvSpPr>
          <p:cNvPr id="121" name="Google Shape;121;p19"/>
          <p:cNvSpPr txBox="1"/>
          <p:nvPr/>
        </p:nvSpPr>
        <p:spPr>
          <a:xfrm rot="437223">
            <a:off x="6989592" y="755193"/>
            <a:ext cx="1986747" cy="18478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fr" sz="1200" b="1">
                <a:latin typeface="Open Sans"/>
                <a:ea typeface="Open Sans"/>
                <a:cs typeface="Open Sans"/>
                <a:sym typeface="Open Sans"/>
              </a:rPr>
              <a:t>À</a:t>
            </a:r>
            <a:r>
              <a:rPr lang="fr" sz="1200" b="1">
                <a:solidFill>
                  <a:srgbClr val="000000"/>
                </a:solidFill>
                <a:latin typeface="Open Sans"/>
                <a:ea typeface="Open Sans"/>
                <a:cs typeface="Open Sans"/>
                <a:sym typeface="Open Sans"/>
              </a:rPr>
              <a:t>  REMPLIR PAR </a:t>
            </a:r>
            <a:r>
              <a:rPr lang="fr" sz="1200" b="1">
                <a:latin typeface="Open Sans"/>
                <a:ea typeface="Open Sans"/>
                <a:cs typeface="Open Sans"/>
                <a:sym typeface="Open Sans"/>
              </a:rPr>
              <a:t>L'ÉQUIPE</a:t>
            </a:r>
            <a:endParaRPr sz="700"/>
          </a:p>
        </p:txBody>
      </p:sp>
      <p:pic>
        <p:nvPicPr>
          <p:cNvPr id="122" name="Google Shape;122;p19"/>
          <p:cNvPicPr preferRelativeResize="0"/>
          <p:nvPr/>
        </p:nvPicPr>
        <p:blipFill rotWithShape="1">
          <a:blip r:embed="rId3">
            <a:alphaModFix/>
          </a:blip>
          <a:srcRect/>
          <a:stretch/>
        </p:blipFill>
        <p:spPr>
          <a:xfrm rot="-5181430">
            <a:off x="6251471" y="408822"/>
            <a:ext cx="431525" cy="829858"/>
          </a:xfrm>
          <a:prstGeom prst="rect">
            <a:avLst/>
          </a:prstGeom>
          <a:noFill/>
          <a:ln>
            <a:noFill/>
          </a:ln>
        </p:spPr>
      </p:pic>
      <p:pic>
        <p:nvPicPr>
          <p:cNvPr id="124" name="Google Shape;124;p19"/>
          <p:cNvPicPr preferRelativeResize="0"/>
          <p:nvPr/>
        </p:nvPicPr>
        <p:blipFill>
          <a:blip r:embed="rId4">
            <a:alphaModFix/>
          </a:blip>
          <a:stretch>
            <a:fillRect/>
          </a:stretch>
        </p:blipFill>
        <p:spPr>
          <a:xfrm>
            <a:off x="190500" y="3983838"/>
            <a:ext cx="1066800" cy="1066800"/>
          </a:xfrm>
          <a:prstGeom prst="rect">
            <a:avLst/>
          </a:prstGeom>
          <a:noFill/>
          <a:ln>
            <a:noFill/>
          </a:ln>
        </p:spPr>
      </p:pic>
      <p:sp>
        <p:nvSpPr>
          <p:cNvPr id="125" name="Google Shape;125;p19"/>
          <p:cNvSpPr txBox="1"/>
          <p:nvPr/>
        </p:nvSpPr>
        <p:spPr>
          <a:xfrm>
            <a:off x="185825" y="175650"/>
            <a:ext cx="8472600" cy="406265"/>
          </a:xfrm>
          <a:prstGeom prst="rect">
            <a:avLst/>
          </a:prstGeom>
          <a:noFill/>
          <a:ln>
            <a:noFill/>
          </a:ln>
        </p:spPr>
        <p:txBody>
          <a:bodyPr spcFirstLastPara="1" wrap="square" lIns="0" tIns="0" rIns="0" bIns="0" anchor="t" anchorCtr="0">
            <a:spAutoFit/>
          </a:bodyPr>
          <a:lstStyle/>
          <a:p>
            <a:pPr>
              <a:lnSpc>
                <a:spcPct val="110000"/>
              </a:lnSpc>
            </a:pPr>
            <a:r>
              <a:rPr lang="fr" sz="2400" b="1">
                <a:solidFill>
                  <a:srgbClr val="5686DA"/>
                </a:solidFill>
                <a:latin typeface="DM Sans"/>
                <a:ea typeface="DM Sans"/>
                <a:cs typeface="DM Sans"/>
                <a:sym typeface="DM Sans"/>
              </a:rPr>
              <a:t>1.</a:t>
            </a:r>
            <a:r>
              <a:rPr lang="fr" sz="2400" b="1">
                <a:latin typeface="DM Sans"/>
                <a:ea typeface="DM Sans"/>
                <a:cs typeface="DM Sans"/>
                <a:sym typeface="DM Sans"/>
              </a:rPr>
              <a:t>   Retour sur la Fresque du Climat</a:t>
            </a:r>
            <a:endParaRPr sz="2400" b="1">
              <a:latin typeface="DM Sans"/>
              <a:ea typeface="DM Sans"/>
              <a:cs typeface="DM Sans"/>
              <a:sym typeface="DM Sans"/>
            </a:endParaRPr>
          </a:p>
        </p:txBody>
      </p:sp>
      <p:sp>
        <p:nvSpPr>
          <p:cNvPr id="126" name="Google Shape;126;p19"/>
          <p:cNvSpPr txBox="1"/>
          <p:nvPr/>
        </p:nvSpPr>
        <p:spPr>
          <a:xfrm>
            <a:off x="791825" y="1138601"/>
            <a:ext cx="7431900" cy="406265"/>
          </a:xfrm>
          <a:prstGeom prst="rect">
            <a:avLst/>
          </a:prstGeom>
          <a:noFill/>
          <a:ln>
            <a:noFill/>
          </a:ln>
        </p:spPr>
        <p:txBody>
          <a:bodyPr spcFirstLastPara="1" wrap="square" lIns="0" tIns="0" rIns="0" bIns="0" anchor="t" anchorCtr="0">
            <a:spAutoFit/>
          </a:bodyPr>
          <a:lstStyle/>
          <a:p>
            <a:pPr algn="just">
              <a:lnSpc>
                <a:spcPct val="119958"/>
              </a:lnSpc>
            </a:pPr>
            <a:r>
              <a:rPr lang="fr" sz="1100">
                <a:solidFill>
                  <a:srgbClr val="000000"/>
                </a:solidFill>
                <a:latin typeface="DM Sans"/>
                <a:ea typeface="DM Sans"/>
                <a:cs typeface="DM Sans"/>
                <a:sym typeface="DM Sans"/>
              </a:rPr>
              <a:t>Ces pistes de questionnement sont destinées à stimuler votre réflexion après</a:t>
            </a:r>
            <a:r>
              <a:rPr lang="fr" sz="1100">
                <a:latin typeface="DM Sans"/>
                <a:ea typeface="DM Sans"/>
                <a:cs typeface="DM Sans"/>
                <a:sym typeface="DM Sans"/>
              </a:rPr>
              <a:t> votre participation à</a:t>
            </a:r>
            <a:r>
              <a:rPr lang="fr" sz="1100">
                <a:solidFill>
                  <a:srgbClr val="000000"/>
                </a:solidFill>
                <a:latin typeface="DM Sans"/>
                <a:ea typeface="DM Sans"/>
                <a:cs typeface="DM Sans"/>
                <a:sym typeface="DM Sans"/>
              </a:rPr>
              <a:t> la Fresque du </a:t>
            </a:r>
            <a:r>
              <a:rPr lang="fr" sz="1100">
                <a:latin typeface="DM Sans"/>
                <a:ea typeface="DM Sans"/>
                <a:cs typeface="DM Sans"/>
                <a:sym typeface="DM Sans"/>
              </a:rPr>
              <a:t>C</a:t>
            </a:r>
            <a:r>
              <a:rPr lang="fr" sz="1100">
                <a:solidFill>
                  <a:srgbClr val="000000"/>
                </a:solidFill>
                <a:latin typeface="DM Sans"/>
                <a:ea typeface="DM Sans"/>
                <a:cs typeface="DM Sans"/>
                <a:sym typeface="DM Sans"/>
              </a:rPr>
              <a:t>limat et à en garder une trace. </a:t>
            </a:r>
            <a:r>
              <a:rPr lang="fr" sz="1100">
                <a:latin typeface="DM Sans"/>
                <a:ea typeface="DM Sans"/>
                <a:cs typeface="DM Sans"/>
                <a:sym typeface="DM Sans"/>
              </a:rPr>
              <a:t>N’hésitez pas à</a:t>
            </a:r>
            <a:r>
              <a:rPr lang="fr" sz="1100">
                <a:solidFill>
                  <a:srgbClr val="000000"/>
                </a:solidFill>
                <a:latin typeface="DM Sans"/>
                <a:ea typeface="DM Sans"/>
                <a:cs typeface="DM Sans"/>
                <a:sym typeface="DM Sans"/>
              </a:rPr>
              <a:t> vous en servir </a:t>
            </a:r>
            <a:r>
              <a:rPr lang="fr" sz="1100">
                <a:latin typeface="DM Sans"/>
                <a:ea typeface="DM Sans"/>
                <a:cs typeface="DM Sans"/>
                <a:sym typeface="DM Sans"/>
              </a:rPr>
              <a:t>dans</a:t>
            </a:r>
            <a:r>
              <a:rPr lang="fr" sz="1100">
                <a:solidFill>
                  <a:srgbClr val="000000"/>
                </a:solidFill>
                <a:latin typeface="DM Sans"/>
                <a:ea typeface="DM Sans"/>
                <a:cs typeface="DM Sans"/>
                <a:sym typeface="DM Sans"/>
              </a:rPr>
              <a:t> la réalisation de votre Projet</a:t>
            </a:r>
            <a:r>
              <a:rPr lang="fr" sz="1100">
                <a:latin typeface="DM Sans"/>
                <a:ea typeface="DM Sans"/>
                <a:cs typeface="DM Sans"/>
                <a:sym typeface="DM Sans"/>
              </a:rPr>
              <a:t> d’équipe. </a:t>
            </a:r>
            <a:endParaRPr lang="fr-FR" sz="700"/>
          </a:p>
        </p:txBody>
      </p:sp>
      <p:sp>
        <p:nvSpPr>
          <p:cNvPr id="2" name="Espace réservé du numéro de diapositive 1">
            <a:extLst>
              <a:ext uri="{FF2B5EF4-FFF2-40B4-BE49-F238E27FC236}">
                <a16:creationId xmlns:a16="http://schemas.microsoft.com/office/drawing/2014/main" id="{873F3843-4464-F6F2-48A2-E13C5D393484}"/>
              </a:ext>
            </a:extLst>
          </p:cNvPr>
          <p:cNvSpPr>
            <a:spLocks noGrp="1"/>
          </p:cNvSpPr>
          <p:nvPr>
            <p:ph type="sldNum" idx="12"/>
          </p:nvPr>
        </p:nvSpPr>
        <p:spPr/>
        <p:txBody>
          <a:bodyPr/>
          <a:lstStyle/>
          <a:p>
            <a:fld id="{00000000-1234-1234-1234-123412341234}" type="slidenum">
              <a:rPr lang="fr"/>
              <a:t>10</a:t>
            </a:fld>
            <a:endParaRPr lang="fr-FR"/>
          </a:p>
        </p:txBody>
      </p:sp>
    </p:spTree>
    <p:extLst>
      <p:ext uri="{BB962C8B-B14F-4D97-AF65-F5344CB8AC3E}">
        <p14:creationId xmlns:p14="http://schemas.microsoft.com/office/powerpoint/2010/main" val="2707835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0"/>
          <p:cNvSpPr/>
          <p:nvPr/>
        </p:nvSpPr>
        <p:spPr>
          <a:xfrm>
            <a:off x="489264" y="967946"/>
            <a:ext cx="8127662" cy="3628623"/>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32" name="Google Shape;132;p20"/>
          <p:cNvSpPr txBox="1"/>
          <p:nvPr/>
        </p:nvSpPr>
        <p:spPr>
          <a:xfrm>
            <a:off x="6622250" y="967950"/>
            <a:ext cx="4879200" cy="200100"/>
          </a:xfrm>
          <a:prstGeom prst="rect">
            <a:avLst/>
          </a:prstGeom>
          <a:noFill/>
          <a:ln>
            <a:noFill/>
          </a:ln>
        </p:spPr>
        <p:txBody>
          <a:bodyPr spcFirstLastPara="1" wrap="square" lIns="45725" tIns="45725" rIns="45725" bIns="45725" anchor="t" anchorCtr="0">
            <a:spAutoFit/>
          </a:bodyPr>
          <a:lstStyle/>
          <a:p>
            <a:pPr marL="0" lvl="0" indent="0" algn="l" rtl="0">
              <a:lnSpc>
                <a:spcPct val="119958"/>
              </a:lnSpc>
              <a:spcBef>
                <a:spcPts val="0"/>
              </a:spcBef>
              <a:spcAft>
                <a:spcPts val="0"/>
              </a:spcAft>
              <a:buNone/>
            </a:pPr>
            <a:endParaRPr sz="700"/>
          </a:p>
        </p:txBody>
      </p:sp>
      <p:sp>
        <p:nvSpPr>
          <p:cNvPr id="133" name="Google Shape;133;p20"/>
          <p:cNvSpPr/>
          <p:nvPr/>
        </p:nvSpPr>
        <p:spPr>
          <a:xfrm>
            <a:off x="788880" y="1577292"/>
            <a:ext cx="4680328" cy="27312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a:lnSpc>
                <a:spcPct val="119958"/>
              </a:lnSpc>
            </a:pPr>
            <a:r>
              <a:rPr lang="fr" sz="1200">
                <a:solidFill>
                  <a:schemeClr val="dk1"/>
                </a:solidFill>
                <a:latin typeface="Calibri"/>
                <a:ea typeface="Calibri"/>
                <a:cs typeface="Calibri"/>
                <a:sym typeface="Calibri"/>
              </a:rPr>
              <a:t>►</a:t>
            </a:r>
            <a:r>
              <a:rPr lang="fr" sz="1200">
                <a:solidFill>
                  <a:schemeClr val="dk1"/>
                </a:solidFill>
                <a:latin typeface="DM Sans"/>
                <a:ea typeface="Calibri"/>
                <a:cs typeface="Calibri"/>
                <a:sym typeface="Calibri"/>
              </a:rPr>
              <a:t> Qu’avez-vous ressenti ? peur, plaisir, émotion, colère, agacement, déception, irritation, lassitude, satisfaction, fierté… </a:t>
            </a:r>
            <a:endParaRPr lang="fr-FR" sz="1200">
              <a:solidFill>
                <a:schemeClr val="dk1"/>
              </a:solidFill>
              <a:latin typeface="Calibri"/>
              <a:ea typeface="DM Sans"/>
              <a:cs typeface="Calibri"/>
            </a:endParaRPr>
          </a:p>
          <a:p>
            <a:pPr>
              <a:lnSpc>
                <a:spcPct val="119958"/>
              </a:lnSpc>
            </a:pPr>
            <a:endParaRPr lang="fr" sz="1200">
              <a:solidFill>
                <a:schemeClr val="dk1"/>
              </a:solidFill>
              <a:latin typeface="DM Sans"/>
              <a:ea typeface="Calibri"/>
              <a:cs typeface="Calibri"/>
            </a:endParaRPr>
          </a:p>
          <a:p>
            <a:pPr>
              <a:lnSpc>
                <a:spcPct val="119958"/>
              </a:lnSpc>
            </a:pPr>
            <a:r>
              <a:rPr lang="fr" sz="1200"/>
              <a:t>On a tous ressenti une forme de prise de conscience. Certains ont trouvé ça un peu inquiétant, d’autres motivant ( car beaucoup de personnes commencent à s'engager et lutter contre). Dans l’ensemble, on a trouvé ça instructif et ça nous donne envie de réfléchir autrement, surtout dans nos futurs projets d'ingénieurs.</a:t>
            </a:r>
            <a:endParaRPr lang="fr"/>
          </a:p>
        </p:txBody>
      </p:sp>
      <p:sp>
        <p:nvSpPr>
          <p:cNvPr id="134" name="Google Shape;134;p20"/>
          <p:cNvSpPr txBox="1"/>
          <p:nvPr/>
        </p:nvSpPr>
        <p:spPr>
          <a:xfrm rot="437223">
            <a:off x="6989592" y="793293"/>
            <a:ext cx="1986747" cy="18478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fr" sz="1200" b="1">
                <a:latin typeface="Open Sans"/>
                <a:ea typeface="Open Sans"/>
                <a:cs typeface="Open Sans"/>
                <a:sym typeface="Open Sans"/>
              </a:rPr>
              <a:t>À</a:t>
            </a:r>
            <a:r>
              <a:rPr lang="fr" sz="1200" b="1">
                <a:solidFill>
                  <a:srgbClr val="000000"/>
                </a:solidFill>
                <a:latin typeface="Open Sans"/>
                <a:ea typeface="Open Sans"/>
                <a:cs typeface="Open Sans"/>
                <a:sym typeface="Open Sans"/>
              </a:rPr>
              <a:t>  REMPLIR PAR </a:t>
            </a:r>
            <a:r>
              <a:rPr lang="fr" sz="1200" b="1">
                <a:latin typeface="Open Sans"/>
                <a:ea typeface="Open Sans"/>
                <a:cs typeface="Open Sans"/>
                <a:sym typeface="Open Sans"/>
              </a:rPr>
              <a:t>L'ÉQUIPE</a:t>
            </a:r>
            <a:endParaRPr sz="700"/>
          </a:p>
        </p:txBody>
      </p:sp>
      <p:pic>
        <p:nvPicPr>
          <p:cNvPr id="135" name="Google Shape;135;p20"/>
          <p:cNvPicPr preferRelativeResize="0"/>
          <p:nvPr/>
        </p:nvPicPr>
        <p:blipFill rotWithShape="1">
          <a:blip r:embed="rId3">
            <a:alphaModFix/>
          </a:blip>
          <a:srcRect/>
          <a:stretch/>
        </p:blipFill>
        <p:spPr>
          <a:xfrm rot="-5181430">
            <a:off x="6251471" y="446922"/>
            <a:ext cx="431525" cy="829858"/>
          </a:xfrm>
          <a:prstGeom prst="rect">
            <a:avLst/>
          </a:prstGeom>
          <a:noFill/>
          <a:ln>
            <a:noFill/>
          </a:ln>
        </p:spPr>
      </p:pic>
      <p:pic>
        <p:nvPicPr>
          <p:cNvPr id="137" name="Google Shape;137;p20"/>
          <p:cNvPicPr preferRelativeResize="0"/>
          <p:nvPr/>
        </p:nvPicPr>
        <p:blipFill>
          <a:blip r:embed="rId4">
            <a:alphaModFix/>
          </a:blip>
          <a:stretch>
            <a:fillRect/>
          </a:stretch>
        </p:blipFill>
        <p:spPr>
          <a:xfrm>
            <a:off x="190500" y="3983838"/>
            <a:ext cx="1066800" cy="1066800"/>
          </a:xfrm>
          <a:prstGeom prst="rect">
            <a:avLst/>
          </a:prstGeom>
          <a:noFill/>
          <a:ln>
            <a:noFill/>
          </a:ln>
        </p:spPr>
      </p:pic>
      <p:sp>
        <p:nvSpPr>
          <p:cNvPr id="138" name="Google Shape;138;p20"/>
          <p:cNvSpPr txBox="1"/>
          <p:nvPr/>
        </p:nvSpPr>
        <p:spPr>
          <a:xfrm>
            <a:off x="185825" y="175650"/>
            <a:ext cx="8472600" cy="406265"/>
          </a:xfrm>
          <a:prstGeom prst="rect">
            <a:avLst/>
          </a:prstGeom>
          <a:noFill/>
          <a:ln>
            <a:noFill/>
          </a:ln>
        </p:spPr>
        <p:txBody>
          <a:bodyPr spcFirstLastPara="1" wrap="square" lIns="0" tIns="0" rIns="0" bIns="0" anchor="t" anchorCtr="0">
            <a:spAutoFit/>
          </a:bodyPr>
          <a:lstStyle/>
          <a:p>
            <a:pPr>
              <a:lnSpc>
                <a:spcPct val="110000"/>
              </a:lnSpc>
            </a:pPr>
            <a:r>
              <a:rPr lang="fr" sz="2400" b="1">
                <a:solidFill>
                  <a:srgbClr val="5686DA"/>
                </a:solidFill>
                <a:latin typeface="DM Sans"/>
                <a:ea typeface="DM Sans"/>
                <a:cs typeface="DM Sans"/>
                <a:sym typeface="DM Sans"/>
              </a:rPr>
              <a:t>1.</a:t>
            </a:r>
            <a:r>
              <a:rPr lang="fr" sz="2400" b="1">
                <a:latin typeface="DM Sans"/>
                <a:ea typeface="DM Sans"/>
                <a:cs typeface="DM Sans"/>
                <a:sym typeface="DM Sans"/>
              </a:rPr>
              <a:t>   Retour sur la Fresque du Climat</a:t>
            </a:r>
            <a:endParaRPr sz="2400" b="1">
              <a:latin typeface="DM Sans"/>
              <a:ea typeface="DM Sans"/>
              <a:cs typeface="DM Sans"/>
              <a:sym typeface="DM Sans"/>
            </a:endParaRPr>
          </a:p>
        </p:txBody>
      </p:sp>
      <p:sp>
        <p:nvSpPr>
          <p:cNvPr id="139" name="Google Shape;139;p20"/>
          <p:cNvSpPr txBox="1"/>
          <p:nvPr/>
        </p:nvSpPr>
        <p:spPr>
          <a:xfrm>
            <a:off x="791825" y="1138601"/>
            <a:ext cx="7431900" cy="406265"/>
          </a:xfrm>
          <a:prstGeom prst="rect">
            <a:avLst/>
          </a:prstGeom>
          <a:noFill/>
          <a:ln>
            <a:noFill/>
          </a:ln>
        </p:spPr>
        <p:txBody>
          <a:bodyPr spcFirstLastPara="1" wrap="square" lIns="0" tIns="0" rIns="0" bIns="0" anchor="t" anchorCtr="0">
            <a:spAutoFit/>
          </a:bodyPr>
          <a:lstStyle/>
          <a:p>
            <a:pPr algn="just">
              <a:lnSpc>
                <a:spcPct val="119958"/>
              </a:lnSpc>
            </a:pPr>
            <a:r>
              <a:rPr lang="fr" sz="1100">
                <a:solidFill>
                  <a:srgbClr val="000000"/>
                </a:solidFill>
                <a:latin typeface="DM Sans"/>
                <a:ea typeface="DM Sans"/>
                <a:cs typeface="DM Sans"/>
                <a:sym typeface="DM Sans"/>
              </a:rPr>
              <a:t>Ces pistes de questionnement sont destinées à stimuler votre réflexion après</a:t>
            </a:r>
            <a:r>
              <a:rPr lang="fr" sz="1100">
                <a:latin typeface="DM Sans"/>
                <a:ea typeface="DM Sans"/>
                <a:cs typeface="DM Sans"/>
                <a:sym typeface="DM Sans"/>
              </a:rPr>
              <a:t> votre participation à</a:t>
            </a:r>
            <a:r>
              <a:rPr lang="fr" sz="1100">
                <a:solidFill>
                  <a:srgbClr val="000000"/>
                </a:solidFill>
                <a:latin typeface="DM Sans"/>
                <a:ea typeface="DM Sans"/>
                <a:cs typeface="DM Sans"/>
                <a:sym typeface="DM Sans"/>
              </a:rPr>
              <a:t> la Fresque du </a:t>
            </a:r>
            <a:r>
              <a:rPr lang="fr" sz="1100">
                <a:latin typeface="DM Sans"/>
                <a:ea typeface="DM Sans"/>
                <a:cs typeface="DM Sans"/>
                <a:sym typeface="DM Sans"/>
              </a:rPr>
              <a:t>C</a:t>
            </a:r>
            <a:r>
              <a:rPr lang="fr" sz="1100">
                <a:solidFill>
                  <a:srgbClr val="000000"/>
                </a:solidFill>
                <a:latin typeface="DM Sans"/>
                <a:ea typeface="DM Sans"/>
                <a:cs typeface="DM Sans"/>
                <a:sym typeface="DM Sans"/>
              </a:rPr>
              <a:t>limat et à en garder une trace. </a:t>
            </a:r>
            <a:r>
              <a:rPr lang="fr" sz="1100">
                <a:latin typeface="DM Sans"/>
                <a:ea typeface="DM Sans"/>
                <a:cs typeface="DM Sans"/>
                <a:sym typeface="DM Sans"/>
              </a:rPr>
              <a:t>N’hésitez pas à</a:t>
            </a:r>
            <a:r>
              <a:rPr lang="fr" sz="1100">
                <a:solidFill>
                  <a:srgbClr val="000000"/>
                </a:solidFill>
                <a:latin typeface="DM Sans"/>
                <a:ea typeface="DM Sans"/>
                <a:cs typeface="DM Sans"/>
                <a:sym typeface="DM Sans"/>
              </a:rPr>
              <a:t> vous en servir </a:t>
            </a:r>
            <a:r>
              <a:rPr lang="fr" sz="1100">
                <a:latin typeface="DM Sans"/>
                <a:ea typeface="DM Sans"/>
                <a:cs typeface="DM Sans"/>
                <a:sym typeface="DM Sans"/>
              </a:rPr>
              <a:t>dans</a:t>
            </a:r>
            <a:r>
              <a:rPr lang="fr" sz="1100">
                <a:solidFill>
                  <a:srgbClr val="000000"/>
                </a:solidFill>
                <a:latin typeface="DM Sans"/>
                <a:ea typeface="DM Sans"/>
                <a:cs typeface="DM Sans"/>
                <a:sym typeface="DM Sans"/>
              </a:rPr>
              <a:t> la réalisation de votre Projet</a:t>
            </a:r>
            <a:r>
              <a:rPr lang="fr" sz="1100">
                <a:latin typeface="DM Sans"/>
                <a:ea typeface="DM Sans"/>
                <a:cs typeface="DM Sans"/>
                <a:sym typeface="DM Sans"/>
              </a:rPr>
              <a:t> d’équipe. </a:t>
            </a:r>
            <a:endParaRPr lang="fr-FR" sz="700"/>
          </a:p>
        </p:txBody>
      </p:sp>
      <p:pic>
        <p:nvPicPr>
          <p:cNvPr id="2" name="Image 2">
            <a:extLst>
              <a:ext uri="{FF2B5EF4-FFF2-40B4-BE49-F238E27FC236}">
                <a16:creationId xmlns:a16="http://schemas.microsoft.com/office/drawing/2014/main" id="{9D247F1D-A77F-948A-FFCE-1B0E24648EC3}"/>
              </a:ext>
            </a:extLst>
          </p:cNvPr>
          <p:cNvPicPr>
            <a:picLocks noChangeAspect="1"/>
          </p:cNvPicPr>
          <p:nvPr/>
        </p:nvPicPr>
        <p:blipFill>
          <a:blip r:embed="rId5"/>
          <a:stretch>
            <a:fillRect/>
          </a:stretch>
        </p:blipFill>
        <p:spPr>
          <a:xfrm>
            <a:off x="5764767" y="1575882"/>
            <a:ext cx="2712584" cy="2743023"/>
          </a:xfrm>
          <a:prstGeom prst="rect">
            <a:avLst/>
          </a:prstGeom>
        </p:spPr>
      </p:pic>
      <p:sp>
        <p:nvSpPr>
          <p:cNvPr id="5" name="ZoneTexte 4">
            <a:extLst>
              <a:ext uri="{FF2B5EF4-FFF2-40B4-BE49-F238E27FC236}">
                <a16:creationId xmlns:a16="http://schemas.microsoft.com/office/drawing/2014/main" id="{C315FA20-2566-FD18-0765-10EAA128EE5E}"/>
              </a:ext>
            </a:extLst>
          </p:cNvPr>
          <p:cNvSpPr txBox="1"/>
          <p:nvPr/>
        </p:nvSpPr>
        <p:spPr>
          <a:xfrm>
            <a:off x="7583600" y="4331153"/>
            <a:ext cx="1671637"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600">
                <a:latin typeface="DM Sans"/>
              </a:rPr>
              <a:t>Source : mentalfolss.com</a:t>
            </a:r>
          </a:p>
        </p:txBody>
      </p:sp>
      <p:sp>
        <p:nvSpPr>
          <p:cNvPr id="3" name="Espace réservé du numéro de diapositive 2">
            <a:extLst>
              <a:ext uri="{FF2B5EF4-FFF2-40B4-BE49-F238E27FC236}">
                <a16:creationId xmlns:a16="http://schemas.microsoft.com/office/drawing/2014/main" id="{09C12AF5-0EB7-C0D0-F3A5-60F45F798A74}"/>
              </a:ext>
            </a:extLst>
          </p:cNvPr>
          <p:cNvSpPr>
            <a:spLocks noGrp="1"/>
          </p:cNvSpPr>
          <p:nvPr>
            <p:ph type="sldNum" idx="12"/>
          </p:nvPr>
        </p:nvSpPr>
        <p:spPr/>
        <p:txBody>
          <a:bodyPr/>
          <a:lstStyle/>
          <a:p>
            <a:fld id="{00000000-1234-1234-1234-123412341234}" type="slidenum">
              <a:rPr lang="fr"/>
              <a:t>11</a:t>
            </a:fld>
            <a:endParaRPr lang="fr-FR"/>
          </a:p>
        </p:txBody>
      </p:sp>
    </p:spTree>
    <p:extLst>
      <p:ext uri="{BB962C8B-B14F-4D97-AF65-F5344CB8AC3E}">
        <p14:creationId xmlns:p14="http://schemas.microsoft.com/office/powerpoint/2010/main" val="3591920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8"/>
          <p:cNvSpPr/>
          <p:nvPr/>
        </p:nvSpPr>
        <p:spPr>
          <a:xfrm>
            <a:off x="489264" y="967946"/>
            <a:ext cx="8127662" cy="3628623"/>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06" name="Google Shape;106;p18"/>
          <p:cNvSpPr txBox="1"/>
          <p:nvPr/>
        </p:nvSpPr>
        <p:spPr>
          <a:xfrm>
            <a:off x="791825" y="1138601"/>
            <a:ext cx="7431900" cy="406265"/>
          </a:xfrm>
          <a:prstGeom prst="rect">
            <a:avLst/>
          </a:prstGeom>
          <a:noFill/>
          <a:ln>
            <a:noFill/>
          </a:ln>
        </p:spPr>
        <p:txBody>
          <a:bodyPr spcFirstLastPara="1" wrap="square" lIns="0" tIns="0" rIns="0" bIns="0" anchor="t" anchorCtr="0">
            <a:spAutoFit/>
          </a:bodyPr>
          <a:lstStyle/>
          <a:p>
            <a:pPr algn="just">
              <a:lnSpc>
                <a:spcPct val="119958"/>
              </a:lnSpc>
            </a:pPr>
            <a:r>
              <a:rPr lang="fr" sz="1100">
                <a:solidFill>
                  <a:srgbClr val="000000"/>
                </a:solidFill>
                <a:latin typeface="DM Sans"/>
                <a:ea typeface="DM Sans"/>
                <a:cs typeface="DM Sans"/>
                <a:sym typeface="DM Sans"/>
              </a:rPr>
              <a:t>Ces pistes de questionnement sont destinées à stimuler votre réflexion </a:t>
            </a:r>
            <a:r>
              <a:rPr lang="fr" sz="1100">
                <a:latin typeface="DM Sans"/>
                <a:ea typeface="DM Sans"/>
                <a:cs typeface="DM Sans"/>
                <a:sym typeface="DM Sans"/>
              </a:rPr>
              <a:t>sur la coopération en équipe après votre participation au Rallye</a:t>
            </a:r>
            <a:r>
              <a:rPr lang="fr" sz="1100">
                <a:solidFill>
                  <a:srgbClr val="000000"/>
                </a:solidFill>
                <a:latin typeface="DM Sans"/>
                <a:ea typeface="DM Sans"/>
                <a:cs typeface="DM Sans"/>
                <a:sym typeface="DM Sans"/>
              </a:rPr>
              <a:t>. </a:t>
            </a:r>
            <a:r>
              <a:rPr lang="fr" sz="1100">
                <a:latin typeface="DM Sans"/>
                <a:ea typeface="DM Sans"/>
                <a:cs typeface="DM Sans"/>
                <a:sym typeface="DM Sans"/>
              </a:rPr>
              <a:t>N’hésitez pas à</a:t>
            </a:r>
            <a:r>
              <a:rPr lang="fr" sz="1100">
                <a:solidFill>
                  <a:srgbClr val="000000"/>
                </a:solidFill>
                <a:latin typeface="DM Sans"/>
                <a:ea typeface="DM Sans"/>
                <a:cs typeface="DM Sans"/>
                <a:sym typeface="DM Sans"/>
              </a:rPr>
              <a:t> vous en servir </a:t>
            </a:r>
            <a:r>
              <a:rPr lang="fr" sz="1100">
                <a:latin typeface="DM Sans"/>
                <a:ea typeface="DM Sans"/>
                <a:cs typeface="DM Sans"/>
                <a:sym typeface="DM Sans"/>
              </a:rPr>
              <a:t>dans</a:t>
            </a:r>
            <a:r>
              <a:rPr lang="fr" sz="1100">
                <a:solidFill>
                  <a:srgbClr val="000000"/>
                </a:solidFill>
                <a:latin typeface="DM Sans"/>
                <a:ea typeface="DM Sans"/>
                <a:cs typeface="DM Sans"/>
                <a:sym typeface="DM Sans"/>
              </a:rPr>
              <a:t> la réalisation de votre Projet</a:t>
            </a:r>
            <a:r>
              <a:rPr lang="fr" sz="1100">
                <a:latin typeface="DM Sans"/>
                <a:ea typeface="DM Sans"/>
                <a:cs typeface="DM Sans"/>
                <a:sym typeface="DM Sans"/>
              </a:rPr>
              <a:t> d’équipe. </a:t>
            </a:r>
            <a:endParaRPr lang="fr-FR" sz="700"/>
          </a:p>
        </p:txBody>
      </p:sp>
      <p:sp>
        <p:nvSpPr>
          <p:cNvPr id="107" name="Google Shape;107;p18"/>
          <p:cNvSpPr txBox="1"/>
          <p:nvPr/>
        </p:nvSpPr>
        <p:spPr>
          <a:xfrm>
            <a:off x="185825" y="175650"/>
            <a:ext cx="8472600" cy="406265"/>
          </a:xfrm>
          <a:prstGeom prst="rect">
            <a:avLst/>
          </a:prstGeom>
          <a:noFill/>
          <a:ln>
            <a:noFill/>
          </a:ln>
        </p:spPr>
        <p:txBody>
          <a:bodyPr spcFirstLastPara="1" wrap="square" lIns="0" tIns="0" rIns="0" bIns="0" anchor="t" anchorCtr="0">
            <a:spAutoFit/>
          </a:bodyPr>
          <a:lstStyle/>
          <a:p>
            <a:pPr>
              <a:lnSpc>
                <a:spcPct val="110000"/>
              </a:lnSpc>
            </a:pPr>
            <a:r>
              <a:rPr lang="fr" sz="2400" b="1">
                <a:solidFill>
                  <a:srgbClr val="5686DA"/>
                </a:solidFill>
                <a:latin typeface="DM Sans"/>
                <a:ea typeface="DM Sans"/>
                <a:cs typeface="DM Sans"/>
                <a:sym typeface="DM Sans"/>
              </a:rPr>
              <a:t>1.</a:t>
            </a:r>
            <a:r>
              <a:rPr lang="fr" sz="2400" b="1">
                <a:latin typeface="DM Sans"/>
                <a:ea typeface="DM Sans"/>
                <a:cs typeface="DM Sans"/>
                <a:sym typeface="DM Sans"/>
              </a:rPr>
              <a:t>   Retour sur le Rallye</a:t>
            </a:r>
            <a:endParaRPr lang="fr-FR" sz="2400" b="1">
              <a:latin typeface="DM Sans"/>
              <a:ea typeface="DM Sans"/>
              <a:cs typeface="DM Sans"/>
            </a:endParaRPr>
          </a:p>
        </p:txBody>
      </p:sp>
      <p:sp>
        <p:nvSpPr>
          <p:cNvPr id="108" name="Google Shape;108;p18"/>
          <p:cNvSpPr txBox="1"/>
          <p:nvPr/>
        </p:nvSpPr>
        <p:spPr>
          <a:xfrm rot="437223">
            <a:off x="6870979" y="539533"/>
            <a:ext cx="1986747" cy="18478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fr" sz="1200" b="1">
                <a:latin typeface="Open Sans"/>
                <a:ea typeface="Open Sans"/>
                <a:cs typeface="Open Sans"/>
                <a:sym typeface="Open Sans"/>
              </a:rPr>
              <a:t>À</a:t>
            </a:r>
            <a:r>
              <a:rPr lang="fr" sz="1200" b="1">
                <a:solidFill>
                  <a:srgbClr val="000000"/>
                </a:solidFill>
                <a:latin typeface="Open Sans"/>
                <a:ea typeface="Open Sans"/>
                <a:cs typeface="Open Sans"/>
                <a:sym typeface="Open Sans"/>
              </a:rPr>
              <a:t>  REMPLIR PAR </a:t>
            </a:r>
            <a:r>
              <a:rPr lang="fr" sz="1200" b="1">
                <a:latin typeface="Open Sans"/>
                <a:ea typeface="Open Sans"/>
                <a:cs typeface="Open Sans"/>
                <a:sym typeface="Open Sans"/>
              </a:rPr>
              <a:t>L'ÉQUIPE</a:t>
            </a:r>
            <a:endParaRPr sz="700"/>
          </a:p>
        </p:txBody>
      </p:sp>
      <p:pic>
        <p:nvPicPr>
          <p:cNvPr id="109" name="Google Shape;109;p18"/>
          <p:cNvPicPr preferRelativeResize="0"/>
          <p:nvPr/>
        </p:nvPicPr>
        <p:blipFill rotWithShape="1">
          <a:blip r:embed="rId3">
            <a:alphaModFix/>
          </a:blip>
          <a:srcRect/>
          <a:stretch/>
        </p:blipFill>
        <p:spPr>
          <a:xfrm rot="16418570">
            <a:off x="6078943" y="193162"/>
            <a:ext cx="431525" cy="829858"/>
          </a:xfrm>
          <a:prstGeom prst="rect">
            <a:avLst/>
          </a:prstGeom>
          <a:noFill/>
          <a:ln>
            <a:noFill/>
          </a:ln>
        </p:spPr>
      </p:pic>
      <p:sp>
        <p:nvSpPr>
          <p:cNvPr id="110" name="Google Shape;110;p18"/>
          <p:cNvSpPr/>
          <p:nvPr/>
        </p:nvSpPr>
        <p:spPr>
          <a:xfrm>
            <a:off x="816094" y="1592036"/>
            <a:ext cx="3606611" cy="2730064"/>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a:lnSpc>
                <a:spcPct val="119958"/>
              </a:lnSpc>
            </a:pPr>
            <a:r>
              <a:rPr lang="fr" sz="1200">
                <a:solidFill>
                  <a:schemeClr val="dk1"/>
                </a:solidFill>
                <a:latin typeface="Calibri"/>
                <a:ea typeface="Calibri"/>
                <a:cs typeface="Calibri"/>
                <a:sym typeface="Calibri"/>
              </a:rPr>
              <a:t>► </a:t>
            </a:r>
            <a:r>
              <a:rPr lang="fr" sz="1200">
                <a:solidFill>
                  <a:schemeClr val="dk1"/>
                </a:solidFill>
                <a:latin typeface="DM Sans"/>
                <a:ea typeface="Calibri"/>
                <a:cs typeface="Calibri"/>
                <a:sym typeface="DM Sans"/>
              </a:rPr>
              <a:t>Comment avez-vous réfléchi en équipe à la réalisation de votre signe distinctif ?</a:t>
            </a:r>
            <a:endParaRPr lang="fr" sz="1200">
              <a:solidFill>
                <a:schemeClr val="dk1"/>
              </a:solidFill>
              <a:latin typeface="DM Sans"/>
              <a:ea typeface="DM Sans"/>
              <a:cs typeface="DM Sans"/>
            </a:endParaRPr>
          </a:p>
          <a:p>
            <a:pPr marL="0" lvl="0" indent="0" algn="l" rtl="0">
              <a:lnSpc>
                <a:spcPct val="119958"/>
              </a:lnSpc>
              <a:spcBef>
                <a:spcPts val="0"/>
              </a:spcBef>
              <a:spcAft>
                <a:spcPts val="0"/>
              </a:spcAft>
              <a:buNone/>
            </a:pPr>
            <a:endParaRPr sz="1200">
              <a:solidFill>
                <a:schemeClr val="dk1"/>
              </a:solidFill>
              <a:latin typeface="DM Sans"/>
              <a:ea typeface="DM Sans"/>
              <a:cs typeface="DM Sans"/>
              <a:sym typeface="DM Sans"/>
            </a:endParaRPr>
          </a:p>
          <a:p>
            <a:pPr>
              <a:lnSpc>
                <a:spcPct val="119958"/>
              </a:lnSpc>
            </a:pPr>
            <a:r>
              <a:rPr lang="fr" sz="1200"/>
              <a:t>On a proposé plusieurs idées chacun plus ou moins avancées (notamment à l'aide de photos dessins..)  et on a choisi celle qui plaisait le plus à la majorité  tout  en modifiant l'idée principale grâce aux conseils de chacun.</a:t>
            </a:r>
            <a:endParaRPr lang="fr"/>
          </a:p>
        </p:txBody>
      </p:sp>
      <p:sp>
        <p:nvSpPr>
          <p:cNvPr id="111" name="Google Shape;111;p18"/>
          <p:cNvSpPr/>
          <p:nvPr/>
        </p:nvSpPr>
        <p:spPr>
          <a:xfrm>
            <a:off x="4662500" y="1592024"/>
            <a:ext cx="3645600" cy="2730064"/>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algn="just">
              <a:lnSpc>
                <a:spcPct val="119958"/>
              </a:lnSpc>
            </a:pPr>
            <a:r>
              <a:rPr lang="fr" sz="1200">
                <a:solidFill>
                  <a:schemeClr val="dk1"/>
                </a:solidFill>
                <a:latin typeface="Calibri"/>
                <a:ea typeface="Calibri"/>
                <a:cs typeface="Calibri"/>
                <a:sym typeface="Calibri"/>
              </a:rPr>
              <a:t>► </a:t>
            </a:r>
            <a:r>
              <a:rPr lang="fr" sz="1200">
                <a:solidFill>
                  <a:schemeClr val="dk1"/>
                </a:solidFill>
                <a:latin typeface="DM Sans"/>
                <a:ea typeface="Calibri"/>
                <a:cs typeface="Calibri"/>
                <a:sym typeface="Calibri"/>
              </a:rPr>
              <a:t>Vous êtes-vous attribués des rôles dans l'équipe pendant la journée ?</a:t>
            </a:r>
            <a:endParaRPr lang="fr-FR" sz="1200">
              <a:solidFill>
                <a:schemeClr val="dk1"/>
              </a:solidFill>
              <a:latin typeface="DM Sans"/>
            </a:endParaRPr>
          </a:p>
          <a:p>
            <a:pPr algn="just">
              <a:lnSpc>
                <a:spcPct val="119958"/>
              </a:lnSpc>
            </a:pPr>
            <a:r>
              <a:rPr lang="fr" sz="1200"/>
              <a:t>Pas officiellement, mais chacun a pris des initiatives selon les moments. Ça s’est fait assez naturellement.</a:t>
            </a:r>
            <a:endParaRPr lang="fr"/>
          </a:p>
          <a:p>
            <a:pPr algn="just">
              <a:lnSpc>
                <a:spcPct val="119958"/>
              </a:lnSpc>
            </a:pPr>
            <a:r>
              <a:rPr lang="fr" sz="1200">
                <a:solidFill>
                  <a:schemeClr val="dk1"/>
                </a:solidFill>
                <a:latin typeface="Calibri"/>
                <a:ea typeface="DM Sans"/>
                <a:cs typeface="Calibri"/>
                <a:sym typeface="DM Sans"/>
              </a:rPr>
              <a:t>► </a:t>
            </a:r>
            <a:r>
              <a:rPr lang="fr" sz="1200">
                <a:solidFill>
                  <a:schemeClr val="dk1"/>
                </a:solidFill>
                <a:latin typeface="DM Sans"/>
                <a:cs typeface="Calibri"/>
                <a:sym typeface="DM Sans"/>
              </a:rPr>
              <a:t>Des rôles sont-ils apparus naturellement dans l'équipe pendant la journée ?…</a:t>
            </a:r>
            <a:endParaRPr lang="fr-FR" sz="1200">
              <a:solidFill>
                <a:schemeClr val="dk1"/>
              </a:solidFill>
              <a:latin typeface="DM Sans"/>
              <a:cs typeface="Calibri"/>
            </a:endParaRPr>
          </a:p>
          <a:p>
            <a:pPr>
              <a:lnSpc>
                <a:spcPct val="119958"/>
              </a:lnSpc>
            </a:pPr>
            <a:r>
              <a:rPr lang="fr" sz="1200"/>
              <a:t>Oui. Par exemple, certains se sont occupés de l’orientation, d’autres de gérer la construction. On a pu voir comment chacun fonctionnait dans une situation de groupe.</a:t>
            </a:r>
            <a:endParaRPr lang="fr"/>
          </a:p>
        </p:txBody>
      </p:sp>
      <p:sp>
        <p:nvSpPr>
          <p:cNvPr id="2" name="Espace réservé du numéro de diapositive 1">
            <a:extLst>
              <a:ext uri="{FF2B5EF4-FFF2-40B4-BE49-F238E27FC236}">
                <a16:creationId xmlns:a16="http://schemas.microsoft.com/office/drawing/2014/main" id="{D604138F-7663-A515-10A1-632CB4BF61F3}"/>
              </a:ext>
            </a:extLst>
          </p:cNvPr>
          <p:cNvSpPr>
            <a:spLocks noGrp="1"/>
          </p:cNvSpPr>
          <p:nvPr>
            <p:ph type="sldNum" idx="12"/>
          </p:nvPr>
        </p:nvSpPr>
        <p:spPr/>
        <p:txBody>
          <a:bodyPr/>
          <a:lstStyle/>
          <a:p>
            <a:fld id="{00000000-1234-1234-1234-123412341234}" type="slidenum">
              <a:rPr lang="fr"/>
              <a:t>12</a:t>
            </a:fld>
            <a:endParaRPr lang="fr-FR"/>
          </a:p>
        </p:txBody>
      </p:sp>
    </p:spTree>
    <p:extLst>
      <p:ext uri="{BB962C8B-B14F-4D97-AF65-F5344CB8AC3E}">
        <p14:creationId xmlns:p14="http://schemas.microsoft.com/office/powerpoint/2010/main" val="3733290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9"/>
          <p:cNvSpPr/>
          <p:nvPr/>
        </p:nvSpPr>
        <p:spPr>
          <a:xfrm>
            <a:off x="489264" y="967946"/>
            <a:ext cx="8127662" cy="3628623"/>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ctr" anchorCtr="0">
            <a:noAutofit/>
          </a:bodyPr>
          <a:lstStyle/>
          <a:p>
            <a:endParaRPr lang="en-US"/>
          </a:p>
        </p:txBody>
      </p:sp>
      <p:sp>
        <p:nvSpPr>
          <p:cNvPr id="119" name="Google Shape;119;p19"/>
          <p:cNvSpPr/>
          <p:nvPr/>
        </p:nvSpPr>
        <p:spPr>
          <a:xfrm>
            <a:off x="608586" y="1594934"/>
            <a:ext cx="3586200" cy="27204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a:lnSpc>
                <a:spcPct val="119958"/>
              </a:lnSpc>
            </a:pPr>
            <a:r>
              <a:rPr lang="fr" sz="1200">
                <a:solidFill>
                  <a:schemeClr val="dk1"/>
                </a:solidFill>
                <a:latin typeface="Calibri"/>
                <a:ea typeface="Calibri"/>
                <a:cs typeface="Calibri"/>
                <a:sym typeface="Calibri"/>
              </a:rPr>
              <a:t>►</a:t>
            </a:r>
            <a:r>
              <a:rPr lang="fr" sz="1200">
                <a:solidFill>
                  <a:schemeClr val="dk1"/>
                </a:solidFill>
                <a:latin typeface="DM Sans"/>
                <a:ea typeface="Calibri"/>
                <a:cs typeface="Calibri"/>
                <a:sym typeface="Calibri"/>
              </a:rPr>
              <a:t>Avez-vous rencontré des difficultés ? Lesquelles ?</a:t>
            </a:r>
            <a:endParaRPr sz="1200">
              <a:solidFill>
                <a:schemeClr val="dk1"/>
              </a:solidFill>
              <a:latin typeface="DM Sans"/>
            </a:endParaRPr>
          </a:p>
          <a:p>
            <a:pPr>
              <a:lnSpc>
                <a:spcPct val="119958"/>
              </a:lnSpc>
            </a:pPr>
            <a:r>
              <a:rPr lang="fr-FR" sz="1200">
                <a:latin typeface="Calibri"/>
                <a:ea typeface="Calibri"/>
                <a:cs typeface="Calibri"/>
              </a:rPr>
              <a:t>Nous avons rencontré des difficulté comme par exemple le fait d'avoir un m</a:t>
            </a:r>
            <a:r>
              <a:rPr lang="fr-FR" sz="1200">
                <a:latin typeface="Calibri"/>
                <a:ea typeface="Calibri"/>
              </a:rPr>
              <a:t>anque de repères au début : On ne savait pas trop à quoi s’attendre avec le rallye, donc le début a été un peu hésitant avant qu’on trouve notre rythme. Nous avons également du affronter un temps compliqué qui ne nous as pas </a:t>
            </a:r>
            <a:r>
              <a:rPr lang="fr-FR" sz="1200" err="1">
                <a:latin typeface="Calibri"/>
                <a:ea typeface="Calibri"/>
              </a:rPr>
              <a:t>permi</a:t>
            </a:r>
            <a:r>
              <a:rPr lang="fr-FR" sz="1200">
                <a:latin typeface="Calibri"/>
                <a:ea typeface="Calibri"/>
              </a:rPr>
              <a:t> malheureusement de finir l'ensemble du rallye. </a:t>
            </a:r>
            <a:endParaRPr lang="fr-FR" sz="1200">
              <a:latin typeface="Calibri"/>
              <a:ea typeface="Calibri"/>
              <a:cs typeface="Calibri"/>
            </a:endParaRPr>
          </a:p>
          <a:p>
            <a:pPr marL="0" lvl="0" indent="0" algn="l" rtl="0">
              <a:lnSpc>
                <a:spcPct val="119958"/>
              </a:lnSpc>
              <a:spcBef>
                <a:spcPts val="0"/>
              </a:spcBef>
              <a:spcAft>
                <a:spcPts val="0"/>
              </a:spcAft>
              <a:buNone/>
            </a:pPr>
            <a:endParaRPr sz="1200">
              <a:solidFill>
                <a:schemeClr val="dk1"/>
              </a:solidFill>
              <a:latin typeface="DM Sans"/>
              <a:ea typeface="DM Sans"/>
              <a:cs typeface="DM Sans"/>
              <a:sym typeface="DM Sans"/>
            </a:endParaRPr>
          </a:p>
          <a:p>
            <a:pPr marL="0" lvl="0" indent="0" algn="l" rtl="0">
              <a:lnSpc>
                <a:spcPct val="119958"/>
              </a:lnSpc>
              <a:spcBef>
                <a:spcPts val="0"/>
              </a:spcBef>
              <a:spcAft>
                <a:spcPts val="0"/>
              </a:spcAft>
              <a:buNone/>
            </a:pPr>
            <a:endParaRPr lang="fr" sz="1200">
              <a:solidFill>
                <a:schemeClr val="dk1"/>
              </a:solidFill>
              <a:latin typeface="DM Sans"/>
              <a:ea typeface="DM Sans"/>
              <a:cs typeface="DM Sans"/>
            </a:endParaRPr>
          </a:p>
        </p:txBody>
      </p:sp>
      <p:sp>
        <p:nvSpPr>
          <p:cNvPr id="121" name="Google Shape;121;p19"/>
          <p:cNvSpPr txBox="1"/>
          <p:nvPr/>
        </p:nvSpPr>
        <p:spPr>
          <a:xfrm rot="437223">
            <a:off x="6989592" y="755193"/>
            <a:ext cx="1986747" cy="18478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fr" sz="1200" b="1">
                <a:latin typeface="Open Sans"/>
                <a:ea typeface="Open Sans"/>
                <a:cs typeface="Open Sans"/>
                <a:sym typeface="Open Sans"/>
              </a:rPr>
              <a:t>À</a:t>
            </a:r>
            <a:r>
              <a:rPr lang="fr" sz="1200" b="1">
                <a:solidFill>
                  <a:srgbClr val="000000"/>
                </a:solidFill>
                <a:latin typeface="Open Sans"/>
                <a:ea typeface="Open Sans"/>
                <a:cs typeface="Open Sans"/>
                <a:sym typeface="Open Sans"/>
              </a:rPr>
              <a:t>  REMPLIR PAR </a:t>
            </a:r>
            <a:r>
              <a:rPr lang="fr" sz="1200" b="1">
                <a:latin typeface="Open Sans"/>
                <a:ea typeface="Open Sans"/>
                <a:cs typeface="Open Sans"/>
                <a:sym typeface="Open Sans"/>
              </a:rPr>
              <a:t>L'ÉQUIPE</a:t>
            </a:r>
            <a:endParaRPr sz="700"/>
          </a:p>
        </p:txBody>
      </p:sp>
      <p:pic>
        <p:nvPicPr>
          <p:cNvPr id="122" name="Google Shape;122;p19"/>
          <p:cNvPicPr preferRelativeResize="0"/>
          <p:nvPr/>
        </p:nvPicPr>
        <p:blipFill rotWithShape="1">
          <a:blip r:embed="rId3">
            <a:alphaModFix/>
          </a:blip>
          <a:srcRect/>
          <a:stretch/>
        </p:blipFill>
        <p:spPr>
          <a:xfrm rot="-5181430">
            <a:off x="6251471" y="408822"/>
            <a:ext cx="431525" cy="829858"/>
          </a:xfrm>
          <a:prstGeom prst="rect">
            <a:avLst/>
          </a:prstGeom>
          <a:noFill/>
          <a:ln>
            <a:noFill/>
          </a:ln>
        </p:spPr>
      </p:pic>
      <p:pic>
        <p:nvPicPr>
          <p:cNvPr id="124" name="Google Shape;124;p19"/>
          <p:cNvPicPr preferRelativeResize="0"/>
          <p:nvPr/>
        </p:nvPicPr>
        <p:blipFill>
          <a:blip r:embed="rId4">
            <a:alphaModFix/>
          </a:blip>
          <a:stretch>
            <a:fillRect/>
          </a:stretch>
        </p:blipFill>
        <p:spPr>
          <a:xfrm>
            <a:off x="190500" y="3983838"/>
            <a:ext cx="1066800" cy="1066800"/>
          </a:xfrm>
          <a:prstGeom prst="rect">
            <a:avLst/>
          </a:prstGeom>
          <a:noFill/>
          <a:ln>
            <a:noFill/>
          </a:ln>
        </p:spPr>
      </p:pic>
      <p:sp>
        <p:nvSpPr>
          <p:cNvPr id="125" name="Google Shape;125;p19"/>
          <p:cNvSpPr txBox="1"/>
          <p:nvPr/>
        </p:nvSpPr>
        <p:spPr>
          <a:xfrm>
            <a:off x="185825" y="175650"/>
            <a:ext cx="8472600" cy="406265"/>
          </a:xfrm>
          <a:prstGeom prst="rect">
            <a:avLst/>
          </a:prstGeom>
          <a:noFill/>
          <a:ln>
            <a:noFill/>
          </a:ln>
        </p:spPr>
        <p:txBody>
          <a:bodyPr spcFirstLastPara="1" wrap="square" lIns="0" tIns="0" rIns="0" bIns="0" anchor="t" anchorCtr="0">
            <a:spAutoFit/>
          </a:bodyPr>
          <a:lstStyle/>
          <a:p>
            <a:pPr>
              <a:lnSpc>
                <a:spcPct val="110000"/>
              </a:lnSpc>
            </a:pPr>
            <a:r>
              <a:rPr lang="fr" sz="2400" b="1">
                <a:solidFill>
                  <a:srgbClr val="5686DA"/>
                </a:solidFill>
                <a:latin typeface="DM Sans"/>
                <a:ea typeface="DM Sans"/>
                <a:cs typeface="DM Sans"/>
                <a:sym typeface="DM Sans"/>
              </a:rPr>
              <a:t>1.</a:t>
            </a:r>
            <a:r>
              <a:rPr lang="fr" sz="2400" b="1">
                <a:latin typeface="DM Sans"/>
                <a:ea typeface="DM Sans"/>
                <a:cs typeface="DM Sans"/>
                <a:sym typeface="DM Sans"/>
              </a:rPr>
              <a:t>   Retour sur le Rallye</a:t>
            </a:r>
            <a:endParaRPr sz="2400" b="1">
              <a:latin typeface="DM Sans"/>
              <a:ea typeface="DM Sans"/>
              <a:cs typeface="DM Sans"/>
              <a:sym typeface="DM Sans"/>
            </a:endParaRPr>
          </a:p>
        </p:txBody>
      </p:sp>
      <p:sp>
        <p:nvSpPr>
          <p:cNvPr id="126" name="Google Shape;126;p19"/>
          <p:cNvSpPr txBox="1"/>
          <p:nvPr/>
        </p:nvSpPr>
        <p:spPr>
          <a:xfrm>
            <a:off x="791825" y="1138601"/>
            <a:ext cx="7431900" cy="406265"/>
          </a:xfrm>
          <a:prstGeom prst="rect">
            <a:avLst/>
          </a:prstGeom>
          <a:noFill/>
          <a:ln>
            <a:noFill/>
          </a:ln>
        </p:spPr>
        <p:txBody>
          <a:bodyPr spcFirstLastPara="1" wrap="square" lIns="0" tIns="0" rIns="0" bIns="0" anchor="t" anchorCtr="0">
            <a:spAutoFit/>
          </a:bodyPr>
          <a:lstStyle/>
          <a:p>
            <a:pPr algn="just">
              <a:lnSpc>
                <a:spcPct val="119958"/>
              </a:lnSpc>
            </a:pPr>
            <a:r>
              <a:rPr lang="fr" sz="1100">
                <a:solidFill>
                  <a:srgbClr val="000000"/>
                </a:solidFill>
                <a:latin typeface="DM Sans"/>
                <a:ea typeface="DM Sans"/>
                <a:cs typeface="DM Sans"/>
                <a:sym typeface="DM Sans"/>
              </a:rPr>
              <a:t>Ces pistes de questionnement sont destinées à stimuler votre réflexion après</a:t>
            </a:r>
            <a:r>
              <a:rPr lang="fr" sz="1100">
                <a:latin typeface="DM Sans"/>
                <a:ea typeface="DM Sans"/>
                <a:cs typeface="DM Sans"/>
                <a:sym typeface="DM Sans"/>
              </a:rPr>
              <a:t> votre participation au Rallye</a:t>
            </a:r>
            <a:r>
              <a:rPr lang="fr" sz="1100">
                <a:solidFill>
                  <a:srgbClr val="000000"/>
                </a:solidFill>
                <a:latin typeface="DM Sans"/>
                <a:ea typeface="DM Sans"/>
                <a:cs typeface="DM Sans"/>
                <a:sym typeface="DM Sans"/>
              </a:rPr>
              <a:t> et à en garder une trace. </a:t>
            </a:r>
            <a:r>
              <a:rPr lang="fr" sz="1100">
                <a:latin typeface="DM Sans"/>
                <a:ea typeface="DM Sans"/>
                <a:cs typeface="DM Sans"/>
                <a:sym typeface="DM Sans"/>
              </a:rPr>
              <a:t>N’hésitez pas à</a:t>
            </a:r>
            <a:r>
              <a:rPr lang="fr" sz="1100">
                <a:solidFill>
                  <a:srgbClr val="000000"/>
                </a:solidFill>
                <a:latin typeface="DM Sans"/>
                <a:ea typeface="DM Sans"/>
                <a:cs typeface="DM Sans"/>
                <a:sym typeface="DM Sans"/>
              </a:rPr>
              <a:t> vous en servir </a:t>
            </a:r>
            <a:r>
              <a:rPr lang="fr" sz="1100">
                <a:latin typeface="DM Sans"/>
                <a:ea typeface="DM Sans"/>
                <a:cs typeface="DM Sans"/>
                <a:sym typeface="DM Sans"/>
              </a:rPr>
              <a:t>dans</a:t>
            </a:r>
            <a:r>
              <a:rPr lang="fr" sz="1100">
                <a:solidFill>
                  <a:srgbClr val="000000"/>
                </a:solidFill>
                <a:latin typeface="DM Sans"/>
                <a:ea typeface="DM Sans"/>
                <a:cs typeface="DM Sans"/>
                <a:sym typeface="DM Sans"/>
              </a:rPr>
              <a:t> la réalisation de votre Projet</a:t>
            </a:r>
            <a:r>
              <a:rPr lang="fr" sz="1100">
                <a:latin typeface="DM Sans"/>
                <a:ea typeface="DM Sans"/>
                <a:cs typeface="DM Sans"/>
                <a:sym typeface="DM Sans"/>
              </a:rPr>
              <a:t> d’équipe. </a:t>
            </a:r>
            <a:endParaRPr lang="fr-FR" sz="700"/>
          </a:p>
        </p:txBody>
      </p:sp>
      <p:sp>
        <p:nvSpPr>
          <p:cNvPr id="2" name="Espace réservé du numéro de diapositive 1">
            <a:extLst>
              <a:ext uri="{FF2B5EF4-FFF2-40B4-BE49-F238E27FC236}">
                <a16:creationId xmlns:a16="http://schemas.microsoft.com/office/drawing/2014/main" id="{873F3843-4464-F6F2-48A2-E13C5D393484}"/>
              </a:ext>
            </a:extLst>
          </p:cNvPr>
          <p:cNvSpPr>
            <a:spLocks noGrp="1"/>
          </p:cNvSpPr>
          <p:nvPr>
            <p:ph type="sldNum" idx="12"/>
          </p:nvPr>
        </p:nvSpPr>
        <p:spPr/>
        <p:txBody>
          <a:bodyPr/>
          <a:lstStyle/>
          <a:p>
            <a:fld id="{00000000-1234-1234-1234-123412341234}" type="slidenum">
              <a:rPr lang="fr"/>
              <a:t>13</a:t>
            </a:fld>
            <a:endParaRPr lang="fr-FR"/>
          </a:p>
        </p:txBody>
      </p:sp>
      <p:sp>
        <p:nvSpPr>
          <p:cNvPr id="3" name="ZoneTexte 2">
            <a:extLst>
              <a:ext uri="{FF2B5EF4-FFF2-40B4-BE49-F238E27FC236}">
                <a16:creationId xmlns:a16="http://schemas.microsoft.com/office/drawing/2014/main" id="{B98D5AC6-DBFF-C85F-840C-2C0A747F9AC8}"/>
              </a:ext>
            </a:extLst>
          </p:cNvPr>
          <p:cNvSpPr txBox="1"/>
          <p:nvPr/>
        </p:nvSpPr>
        <p:spPr>
          <a:xfrm rot="-10800000" flipV="1">
            <a:off x="4483579" y="3535567"/>
            <a:ext cx="4101861"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fr-FR" sz="1000">
                <a:solidFill>
                  <a:srgbClr val="4D4D4D"/>
                </a:solidFill>
                <a:latin typeface="DM Sans"/>
                <a:ea typeface="Roboto"/>
                <a:cs typeface="Roboto"/>
              </a:rPr>
              <a:t>Les </a:t>
            </a:r>
            <a:r>
              <a:rPr lang="fr-FR" sz="1000" b="1">
                <a:solidFill>
                  <a:srgbClr val="4D4D4D"/>
                </a:solidFill>
                <a:latin typeface="DM Sans"/>
                <a:ea typeface="Roboto"/>
                <a:cs typeface="Roboto"/>
              </a:rPr>
              <a:t>17 objectifs de développement durable (ODD) de l'ONU</a:t>
            </a:r>
            <a:r>
              <a:rPr lang="fr-FR" sz="1000">
                <a:solidFill>
                  <a:srgbClr val="4D4D4D"/>
                </a:solidFill>
                <a:latin typeface="DM Sans"/>
                <a:ea typeface="Roboto"/>
                <a:cs typeface="Roboto"/>
              </a:rPr>
              <a:t> donnent la marche à suivre pour parvenir à un avenir meilleur et plus durable pour tous. Répondant aux défis mondiaux, les objectifs sont interconnectés et, pour ne laisser personne de côté, il est important d’atteindre chacun d’entre eux, et chacune de leurs cibles, d’ici à 2030.</a:t>
            </a:r>
            <a:endParaRPr lang="fr-FR" sz="1000">
              <a:latin typeface="DM Sans"/>
            </a:endParaRPr>
          </a:p>
        </p:txBody>
      </p:sp>
      <p:pic>
        <p:nvPicPr>
          <p:cNvPr id="4" name="Image 4">
            <a:extLst>
              <a:ext uri="{FF2B5EF4-FFF2-40B4-BE49-F238E27FC236}">
                <a16:creationId xmlns:a16="http://schemas.microsoft.com/office/drawing/2014/main" id="{76E6E4BC-8DC6-FBF4-3C2E-D365C6276C1A}"/>
              </a:ext>
            </a:extLst>
          </p:cNvPr>
          <p:cNvPicPr>
            <a:picLocks noChangeAspect="1"/>
          </p:cNvPicPr>
          <p:nvPr/>
        </p:nvPicPr>
        <p:blipFill rotWithShape="1">
          <a:blip r:embed="rId5"/>
          <a:srcRect t="12143" r="546" b="10714"/>
          <a:stretch/>
        </p:blipFill>
        <p:spPr>
          <a:xfrm>
            <a:off x="4925682" y="1598142"/>
            <a:ext cx="3217690" cy="1935002"/>
          </a:xfrm>
          <a:prstGeom prst="rect">
            <a:avLst/>
          </a:prstGeom>
        </p:spPr>
      </p:pic>
    </p:spTree>
    <p:extLst>
      <p:ext uri="{BB962C8B-B14F-4D97-AF65-F5344CB8AC3E}">
        <p14:creationId xmlns:p14="http://schemas.microsoft.com/office/powerpoint/2010/main" val="3349234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2"/>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fr"/>
              <a:t>2. SUIVI DES MASTERCLASS</a:t>
            </a:r>
            <a:endParaRPr/>
          </a:p>
        </p:txBody>
      </p:sp>
      <p:sp>
        <p:nvSpPr>
          <p:cNvPr id="3" name="Espace réservé du numéro de diapositive 2">
            <a:extLst>
              <a:ext uri="{FF2B5EF4-FFF2-40B4-BE49-F238E27FC236}">
                <a16:creationId xmlns:a16="http://schemas.microsoft.com/office/drawing/2014/main" id="{08AF7E6F-7B3F-0A63-C793-244AC88AF463}"/>
              </a:ext>
            </a:extLst>
          </p:cNvPr>
          <p:cNvSpPr>
            <a:spLocks noGrp="1"/>
          </p:cNvSpPr>
          <p:nvPr>
            <p:ph type="sldNum" idx="12"/>
          </p:nvPr>
        </p:nvSpPr>
        <p:spPr/>
        <p:txBody>
          <a:bodyPr/>
          <a:lstStyle/>
          <a:p>
            <a:fld id="{00000000-1234-1234-1234-123412341234}" type="slidenum">
              <a:rPr lang="fr"/>
              <a:t>14</a:t>
            </a:fld>
            <a:endParaRPr lang="fr-F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3"/>
          <p:cNvSpPr txBox="1"/>
          <p:nvPr/>
        </p:nvSpPr>
        <p:spPr>
          <a:xfrm>
            <a:off x="175620" y="187093"/>
            <a:ext cx="8793900" cy="26553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Clr>
                <a:srgbClr val="000000"/>
              </a:buClr>
              <a:buSzPts val="3000"/>
              <a:buFont typeface="Arial"/>
              <a:buNone/>
            </a:pPr>
            <a:r>
              <a:rPr lang="fr" sz="3000" b="1" i="0" u="none" strike="noStrike" cap="none">
                <a:solidFill>
                  <a:srgbClr val="5686DA"/>
                </a:solidFill>
                <a:latin typeface="DM Sans"/>
                <a:ea typeface="DM Sans"/>
                <a:cs typeface="DM Sans"/>
                <a:sym typeface="DM Sans"/>
              </a:rPr>
              <a:t>MASTERCLASS # 1</a:t>
            </a:r>
            <a:endParaRPr sz="3000" b="1" i="0" u="none" strike="noStrike" cap="none">
              <a:solidFill>
                <a:srgbClr val="5686DA"/>
              </a:solidFill>
              <a:latin typeface="DM Sans"/>
              <a:ea typeface="DM Sans"/>
              <a:cs typeface="DM Sans"/>
              <a:sym typeface="DM Sans"/>
            </a:endParaRPr>
          </a:p>
          <a:p>
            <a:pPr marL="0" marR="0" lvl="0" indent="0" algn="ctr" rtl="0">
              <a:lnSpc>
                <a:spcPct val="150000"/>
              </a:lnSpc>
              <a:spcBef>
                <a:spcPts val="0"/>
              </a:spcBef>
              <a:spcAft>
                <a:spcPts val="0"/>
              </a:spcAft>
              <a:buClr>
                <a:srgbClr val="000000"/>
              </a:buClr>
              <a:buSzPts val="3000"/>
              <a:buFont typeface="Arial"/>
              <a:buNone/>
            </a:pPr>
            <a:r>
              <a:rPr lang="fr" sz="3000" b="1" i="0" u="none" strike="noStrike" cap="none">
                <a:solidFill>
                  <a:srgbClr val="5686DA"/>
                </a:solidFill>
                <a:latin typeface="DM Sans"/>
                <a:ea typeface="DM Sans"/>
                <a:cs typeface="DM Sans"/>
                <a:sym typeface="DM Sans"/>
              </a:rPr>
              <a:t>Au-delà du climat : la Transition Écologique et Sociale, un enjeu systémique </a:t>
            </a:r>
            <a:endParaRPr sz="3000" b="1" i="0" u="none" strike="noStrike" cap="none">
              <a:solidFill>
                <a:srgbClr val="5686DA"/>
              </a:solidFill>
              <a:latin typeface="DM Sans"/>
              <a:ea typeface="DM Sans"/>
              <a:cs typeface="DM Sans"/>
              <a:sym typeface="DM Sans"/>
            </a:endParaRPr>
          </a:p>
          <a:p>
            <a:pPr marL="0" marR="0" lvl="0" indent="0" algn="just" rtl="0">
              <a:lnSpc>
                <a:spcPct val="150000"/>
              </a:lnSpc>
              <a:spcBef>
                <a:spcPts val="0"/>
              </a:spcBef>
              <a:spcAft>
                <a:spcPts val="0"/>
              </a:spcAft>
              <a:buClr>
                <a:srgbClr val="000000"/>
              </a:buClr>
              <a:buSzPts val="1500"/>
              <a:buFont typeface="Arial"/>
              <a:buNone/>
            </a:pPr>
            <a:endParaRPr sz="1500" b="1" i="0" u="none" strike="noStrike" cap="none">
              <a:solidFill>
                <a:srgbClr val="5686DA"/>
              </a:solidFill>
              <a:latin typeface="DM Sans"/>
              <a:ea typeface="DM Sans"/>
              <a:cs typeface="DM Sans"/>
              <a:sym typeface="DM Sans"/>
            </a:endParaRPr>
          </a:p>
          <a:p>
            <a:pPr marL="0" marR="0" lvl="0" indent="0" algn="just" rtl="0">
              <a:lnSpc>
                <a:spcPct val="150000"/>
              </a:lnSpc>
              <a:spcBef>
                <a:spcPts val="0"/>
              </a:spcBef>
              <a:spcAft>
                <a:spcPts val="0"/>
              </a:spcAft>
              <a:buClr>
                <a:srgbClr val="000000"/>
              </a:buClr>
              <a:buSzPts val="1500"/>
              <a:buFont typeface="Arial"/>
              <a:buNone/>
            </a:pPr>
            <a:r>
              <a:rPr lang="fr" sz="1500" b="1" i="0" u="none" strike="noStrike" cap="none">
                <a:solidFill>
                  <a:srgbClr val="5686DA"/>
                </a:solidFill>
                <a:latin typeface="DM Sans"/>
                <a:ea typeface="DM Sans"/>
                <a:cs typeface="DM Sans"/>
                <a:sym typeface="DM Sans"/>
              </a:rPr>
              <a:t>	</a:t>
            </a:r>
            <a:endParaRPr sz="1500" b="1" i="0" u="none" strike="noStrike" cap="none">
              <a:solidFill>
                <a:srgbClr val="5686DA"/>
              </a:solidFill>
              <a:latin typeface="DM Sans"/>
              <a:ea typeface="DM Sans"/>
              <a:cs typeface="DM Sans"/>
              <a:sym typeface="DM Sans"/>
            </a:endParaRPr>
          </a:p>
        </p:txBody>
      </p:sp>
      <p:sp>
        <p:nvSpPr>
          <p:cNvPr id="3" name="ZoneTexte 2">
            <a:extLst>
              <a:ext uri="{FF2B5EF4-FFF2-40B4-BE49-F238E27FC236}">
                <a16:creationId xmlns:a16="http://schemas.microsoft.com/office/drawing/2014/main" id="{66C52AF5-63E5-E071-3F61-A55515F1AA72}"/>
              </a:ext>
            </a:extLst>
          </p:cNvPr>
          <p:cNvSpPr txBox="1"/>
          <p:nvPr/>
        </p:nvSpPr>
        <p:spPr>
          <a:xfrm>
            <a:off x="6253199" y="4614243"/>
            <a:ext cx="2440641"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800">
                <a:latin typeface="DM Sans"/>
              </a:rPr>
              <a:t>Source :</a:t>
            </a:r>
            <a:r>
              <a:rPr lang="fr-FR" sz="800">
                <a:latin typeface="DM Sans"/>
                <a:hlinkClick r:id="rId3"/>
              </a:rPr>
              <a:t>Stockholm Resilience Centre</a:t>
            </a:r>
            <a:r>
              <a:rPr lang="fr-FR" sz="800">
                <a:latin typeface="DM Sans"/>
              </a:rPr>
              <a:t>, 2022</a:t>
            </a:r>
          </a:p>
        </p:txBody>
      </p:sp>
      <p:pic>
        <p:nvPicPr>
          <p:cNvPr id="4" name="Image 4">
            <a:extLst>
              <a:ext uri="{FF2B5EF4-FFF2-40B4-BE49-F238E27FC236}">
                <a16:creationId xmlns:a16="http://schemas.microsoft.com/office/drawing/2014/main" id="{DA6BE088-8DC2-85FE-6C87-97F6DD2F6BFE}"/>
              </a:ext>
            </a:extLst>
          </p:cNvPr>
          <p:cNvPicPr>
            <a:picLocks noChangeAspect="1"/>
          </p:cNvPicPr>
          <p:nvPr/>
        </p:nvPicPr>
        <p:blipFill>
          <a:blip r:embed="rId4"/>
          <a:stretch>
            <a:fillRect/>
          </a:stretch>
        </p:blipFill>
        <p:spPr>
          <a:xfrm>
            <a:off x="3124919" y="2256843"/>
            <a:ext cx="2894162" cy="2732503"/>
          </a:xfrm>
          <a:prstGeom prst="rect">
            <a:avLst/>
          </a:prstGeom>
        </p:spPr>
      </p:pic>
      <p:sp>
        <p:nvSpPr>
          <p:cNvPr id="2" name="Espace réservé du numéro de diapositive 1">
            <a:extLst>
              <a:ext uri="{FF2B5EF4-FFF2-40B4-BE49-F238E27FC236}">
                <a16:creationId xmlns:a16="http://schemas.microsoft.com/office/drawing/2014/main" id="{6EBDF53F-217D-D0EC-0617-A5A624A1B17D}"/>
              </a:ext>
            </a:extLst>
          </p:cNvPr>
          <p:cNvSpPr>
            <a:spLocks noGrp="1"/>
          </p:cNvSpPr>
          <p:nvPr>
            <p:ph type="sldNum" idx="12"/>
          </p:nvPr>
        </p:nvSpPr>
        <p:spPr/>
        <p:txBody>
          <a:bodyPr/>
          <a:lstStyle/>
          <a:p>
            <a:fld id="{00000000-1234-1234-1234-123412341234}" type="slidenum">
              <a:rPr lang="fr"/>
              <a:t>15</a:t>
            </a:fld>
            <a:endParaRPr lang="fr-F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grpSp>
        <p:nvGrpSpPr>
          <p:cNvPr id="210" name="Google Shape;210;p28"/>
          <p:cNvGrpSpPr/>
          <p:nvPr/>
        </p:nvGrpSpPr>
        <p:grpSpPr>
          <a:xfrm>
            <a:off x="237488" y="762582"/>
            <a:ext cx="5792127" cy="4174779"/>
            <a:chOff x="635625" y="1443051"/>
            <a:chExt cx="11584254" cy="8349557"/>
          </a:xfrm>
        </p:grpSpPr>
        <p:sp>
          <p:nvSpPr>
            <p:cNvPr id="211" name="Google Shape;211;p28"/>
            <p:cNvSpPr/>
            <p:nvPr/>
          </p:nvSpPr>
          <p:spPr>
            <a:xfrm>
              <a:off x="635625" y="1443051"/>
              <a:ext cx="11584254" cy="8327759"/>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algn="just">
                <a:buClr>
                  <a:schemeClr val="dk1"/>
                </a:buClr>
                <a:buSzPts val="600"/>
              </a:pPr>
              <a:r>
                <a:rPr lang="fr" sz="1100">
                  <a:latin typeface="DM Sans"/>
                  <a:sym typeface="Calibri"/>
                </a:rPr>
                <a:t>Travail de recherche pendant la </a:t>
              </a:r>
              <a:r>
                <a:rPr lang="fr" sz="1100" err="1">
                  <a:latin typeface="DM Sans"/>
                  <a:sym typeface="Calibri"/>
                </a:rPr>
                <a:t>Masterclass</a:t>
              </a:r>
              <a:r>
                <a:rPr lang="fr" sz="1100">
                  <a:latin typeface="DM Sans"/>
                  <a:sym typeface="Calibri"/>
                </a:rPr>
                <a:t> : notez ici les sources, et les réflexions issues de vos recherches sur l'impact environnemental </a:t>
              </a:r>
              <a:r>
                <a:rPr lang="fr" sz="1100" b="1">
                  <a:solidFill>
                    <a:srgbClr val="0070C0"/>
                  </a:solidFill>
                  <a:latin typeface="DM Sans"/>
                  <a:sym typeface="Calibri"/>
                </a:rPr>
                <a:t>du secteur de votre Projet</a:t>
              </a:r>
              <a:r>
                <a:rPr lang="fr" sz="1100">
                  <a:latin typeface="DM Sans"/>
                  <a:sym typeface="Calibri"/>
                </a:rPr>
                <a:t>. Concentrez-vous sur les </a:t>
              </a:r>
              <a:r>
                <a:rPr lang="fr" sz="1100" b="1">
                  <a:latin typeface="DM Sans"/>
                  <a:sym typeface="Calibri"/>
                </a:rPr>
                <a:t>frontières planétaires autres que le climat.</a:t>
              </a:r>
              <a:endParaRPr lang="fr-FR" sz="1100">
                <a:latin typeface="DM Sans"/>
              </a:endParaRPr>
            </a:p>
          </p:txBody>
        </p:sp>
        <p:sp>
          <p:nvSpPr>
            <p:cNvPr id="212" name="Google Shape;212;p28"/>
            <p:cNvSpPr/>
            <p:nvPr/>
          </p:nvSpPr>
          <p:spPr>
            <a:xfrm>
              <a:off x="1079951" y="2566209"/>
              <a:ext cx="10695600" cy="7226399"/>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just" rtl="0">
                <a:lnSpc>
                  <a:spcPct val="119958"/>
                </a:lnSpc>
                <a:spcBef>
                  <a:spcPts val="0"/>
                </a:spcBef>
                <a:spcAft>
                  <a:spcPts val="0"/>
                </a:spcAft>
                <a:buClr>
                  <a:srgbClr val="000000"/>
                </a:buClr>
                <a:buSzPts val="1200"/>
                <a:buFont typeface="Arial"/>
                <a:buNone/>
              </a:pPr>
              <a:endParaRPr lang="fr-FR" sz="1200" b="0" i="0" u="none" strike="noStrike" cap="none">
                <a:solidFill>
                  <a:schemeClr val="dk1"/>
                </a:solidFill>
                <a:latin typeface="DM Sans"/>
                <a:ea typeface="DM Sans"/>
                <a:cs typeface="DM Sans"/>
              </a:endParaRPr>
            </a:p>
            <a:p>
              <a:pPr marL="266700" indent="-228600" algn="just">
                <a:lnSpc>
                  <a:spcPct val="119958"/>
                </a:lnSpc>
                <a:buClr>
                  <a:schemeClr val="dk1"/>
                </a:buClr>
                <a:buSzPts val="1200"/>
                <a:buAutoNum type="arabicParenR"/>
              </a:pPr>
              <a:r>
                <a:rPr lang="fr-FR" sz="1200">
                  <a:solidFill>
                    <a:schemeClr val="dk1"/>
                  </a:solidFill>
                  <a:latin typeface="DM Sans"/>
                  <a:sym typeface="DM Sans"/>
                </a:rPr>
                <a:t>Quelles sont les frontières planétaires concernées par le secteur de votre Projet ?</a:t>
              </a:r>
              <a:endParaRPr lang="fr-FR" sz="1200">
                <a:solidFill>
                  <a:schemeClr val="dk1"/>
                </a:solidFill>
                <a:latin typeface="DM Sans"/>
              </a:endParaRPr>
            </a:p>
            <a:p>
              <a:pPr marL="38100" algn="just">
                <a:lnSpc>
                  <a:spcPct val="119958"/>
                </a:lnSpc>
                <a:buClr>
                  <a:srgbClr val="4285F4"/>
                </a:buClr>
                <a:buSzPts val="1200"/>
              </a:pPr>
              <a:r>
                <a:rPr lang="fr-FR" sz="1100">
                  <a:latin typeface="Open Sans"/>
                  <a:ea typeface="DM Sans"/>
                </a:rPr>
                <a:t>Selon-moi, la seule frontière planétaire réellement concernée est le changement climatique (électricité -&gt; émission de dioxyde de carbone).</a:t>
              </a:r>
              <a:endParaRPr lang="fr-FR" sz="1100" b="0" i="0" u="none" strike="noStrike" cap="none">
                <a:latin typeface="Open Sans"/>
                <a:ea typeface="DM Sans"/>
              </a:endParaRPr>
            </a:p>
            <a:p>
              <a:pPr marL="38100" algn="just">
                <a:lnSpc>
                  <a:spcPct val="119958"/>
                </a:lnSpc>
                <a:buSzPts val="1200"/>
              </a:pPr>
              <a:r>
                <a:rPr lang="fr-FR" sz="1100">
                  <a:latin typeface="Open Sans"/>
                </a:rPr>
                <a:t>Après on peut dire que le numérique impacte aussi négativement le cycle d'eau douce pour le refroidissement et la construction des infrastructure … pareil pour la frontière de la pollution chimique.</a:t>
              </a:r>
            </a:p>
            <a:p>
              <a:pPr marL="38100" algn="just">
                <a:lnSpc>
                  <a:spcPct val="119958"/>
                </a:lnSpc>
                <a:buSzPts val="1200"/>
              </a:pPr>
              <a:r>
                <a:rPr lang="fr-FR" sz="1100">
                  <a:latin typeface="Open Sans"/>
                </a:rPr>
                <a:t>Mais tout cela reste très faible.</a:t>
              </a:r>
            </a:p>
            <a:p>
              <a:pPr marL="266700" indent="-228600" algn="just">
                <a:lnSpc>
                  <a:spcPct val="119958"/>
                </a:lnSpc>
                <a:buClr>
                  <a:srgbClr val="4285F4"/>
                </a:buClr>
                <a:buSzPts val="1200"/>
                <a:buAutoNum type="arabicParenR"/>
              </a:pPr>
              <a:r>
                <a:rPr lang="fr-FR" sz="1200">
                  <a:solidFill>
                    <a:schemeClr val="dk1"/>
                  </a:solidFill>
                  <a:latin typeface="DM Sans"/>
                  <a:sym typeface="DM Sans"/>
                </a:rPr>
                <a:t>Quelle(s) pression(s) exerce(nt) ce secteur sur la ou les frontières planétaires identifiées ?</a:t>
              </a:r>
              <a:endParaRPr lang="fr-FR" sz="1200">
                <a:solidFill>
                  <a:schemeClr val="dk1"/>
                </a:solidFill>
                <a:latin typeface="DM Sans"/>
              </a:endParaRPr>
            </a:p>
            <a:p>
              <a:pPr algn="just">
                <a:lnSpc>
                  <a:spcPct val="119958"/>
                </a:lnSpc>
                <a:buSzPts val="1200"/>
              </a:pPr>
              <a:r>
                <a:rPr lang="fr-FR" sz="1100">
                  <a:latin typeface="DM Sans"/>
                  <a:ea typeface="DM Sans"/>
                  <a:cs typeface="DM Sans"/>
                </a:rPr>
                <a:t>Aujourd'hui le système digital dans le monde représente environ 4% de l'empreinte carbone mondiale.</a:t>
              </a:r>
              <a:endParaRPr lang="fr-FR" sz="1100" b="0" i="0" u="none" strike="noStrike" cap="none">
                <a:latin typeface="DM Sans"/>
                <a:ea typeface="DM Sans"/>
                <a:cs typeface="DM Sans"/>
              </a:endParaRPr>
            </a:p>
            <a:p>
              <a:pPr algn="just">
                <a:lnSpc>
                  <a:spcPct val="119958"/>
                </a:lnSpc>
                <a:buSzPts val="1200"/>
              </a:pPr>
              <a:r>
                <a:rPr lang="fr-FR" sz="1100">
                  <a:latin typeface="DM Sans"/>
                  <a:ea typeface="DM Sans"/>
                  <a:cs typeface="DM Sans"/>
                </a:rPr>
                <a:t>-&gt; 2% Pour fabriquer les appareils, les infrastructures(ex: satellites </a:t>
              </a:r>
              <a:r>
                <a:rPr lang="fr-FR" sz="1100" err="1">
                  <a:latin typeface="DM Sans"/>
                  <a:ea typeface="DM Sans"/>
                  <a:cs typeface="DM Sans"/>
                </a:rPr>
                <a:t>starlink</a:t>
              </a:r>
              <a:r>
                <a:rPr lang="fr-FR" sz="1100">
                  <a:latin typeface="DM Sans"/>
                  <a:ea typeface="DM Sans"/>
                  <a:cs typeface="DM Sans"/>
                </a:rPr>
                <a:t>)</a:t>
              </a:r>
            </a:p>
            <a:p>
              <a:pPr algn="just">
                <a:lnSpc>
                  <a:spcPct val="119958"/>
                </a:lnSpc>
                <a:buSzPts val="1200"/>
              </a:pPr>
              <a:r>
                <a:rPr lang="fr-FR" sz="1100">
                  <a:latin typeface="DM Sans"/>
                  <a:ea typeface="DM Sans"/>
                  <a:cs typeface="DM Sans"/>
                </a:rPr>
                <a:t>-&gt; 2% Pour l'électricité qui est nécessaire pour faire fonctionner le système</a:t>
              </a:r>
              <a:endParaRPr lang="fr-FR" sz="1100">
                <a:latin typeface="DM Sans"/>
              </a:endParaRPr>
            </a:p>
            <a:p>
              <a:pPr marL="266700" marR="0" lvl="0" indent="-228600" algn="just" rtl="0">
                <a:lnSpc>
                  <a:spcPct val="119958"/>
                </a:lnSpc>
                <a:spcBef>
                  <a:spcPts val="0"/>
                </a:spcBef>
                <a:spcAft>
                  <a:spcPts val="0"/>
                </a:spcAft>
                <a:buClr>
                  <a:srgbClr val="4285F4"/>
                </a:buClr>
                <a:buSzPts val="1200"/>
                <a:buFont typeface="DM Sans"/>
                <a:buAutoNum type="arabicParenR"/>
              </a:pPr>
              <a:endParaRPr lang="fr-FR" sz="1100" b="0" i="0" u="none" strike="noStrike" cap="none">
                <a:solidFill>
                  <a:schemeClr val="dk1"/>
                </a:solidFill>
                <a:latin typeface="DM Sans"/>
                <a:ea typeface="DM Sans"/>
                <a:cs typeface="DM Sans"/>
              </a:endParaRPr>
            </a:p>
            <a:p>
              <a:pPr marL="0" marR="0" lvl="0" indent="0" algn="just" rtl="0">
                <a:lnSpc>
                  <a:spcPct val="119958"/>
                </a:lnSpc>
                <a:spcBef>
                  <a:spcPts val="0"/>
                </a:spcBef>
                <a:spcAft>
                  <a:spcPts val="0"/>
                </a:spcAft>
                <a:buClr>
                  <a:srgbClr val="000000"/>
                </a:buClr>
                <a:buSzPts val="1200"/>
                <a:buFont typeface="Arial"/>
                <a:buNone/>
              </a:pPr>
              <a:endParaRPr lang="fr-FR" sz="1200" b="0" i="0" u="none" strike="noStrike" cap="none">
                <a:solidFill>
                  <a:schemeClr val="dk1"/>
                </a:solidFill>
                <a:latin typeface="DM Sans"/>
                <a:ea typeface="DM Sans"/>
                <a:cs typeface="DM Sans"/>
              </a:endParaRPr>
            </a:p>
            <a:p>
              <a:pPr algn="just">
                <a:lnSpc>
                  <a:spcPct val="119958"/>
                </a:lnSpc>
                <a:buSzPts val="1200"/>
              </a:pPr>
              <a:endParaRPr lang="fr-FR" sz="1200">
                <a:solidFill>
                  <a:schemeClr val="dk1"/>
                </a:solidFill>
                <a:latin typeface="DM Sans"/>
                <a:ea typeface="DM Sans"/>
                <a:cs typeface="DM Sans"/>
                <a:sym typeface="DM Sans"/>
              </a:endParaRPr>
            </a:p>
            <a:p>
              <a:pPr marL="0" marR="0" lvl="0" indent="0" algn="just" rtl="0">
                <a:lnSpc>
                  <a:spcPct val="119958"/>
                </a:lnSpc>
                <a:spcBef>
                  <a:spcPts val="0"/>
                </a:spcBef>
                <a:spcAft>
                  <a:spcPts val="0"/>
                </a:spcAft>
                <a:buClr>
                  <a:srgbClr val="000000"/>
                </a:buClr>
                <a:buSzPts val="1200"/>
                <a:buFont typeface="Arial"/>
                <a:buNone/>
              </a:pPr>
              <a:r>
                <a:rPr lang="fr-FR" sz="1200" b="0" i="0" u="none" strike="noStrike" cap="none">
                  <a:solidFill>
                    <a:schemeClr val="dk1"/>
                  </a:solidFill>
                  <a:latin typeface="DM Sans"/>
                  <a:ea typeface="DM Sans"/>
                  <a:cs typeface="DM Sans"/>
                  <a:sym typeface="DM Sans"/>
                </a:rPr>
                <a:t>…</a:t>
              </a:r>
              <a:endParaRPr sz="1200" b="0" i="0" u="none" strike="noStrike" cap="none">
                <a:solidFill>
                  <a:schemeClr val="dk1"/>
                </a:solidFill>
                <a:latin typeface="DM Sans"/>
                <a:ea typeface="DM Sans"/>
                <a:cs typeface="DM Sans"/>
              </a:endParaRPr>
            </a:p>
          </p:txBody>
        </p:sp>
      </p:grpSp>
      <p:grpSp>
        <p:nvGrpSpPr>
          <p:cNvPr id="213" name="Google Shape;213;p28"/>
          <p:cNvGrpSpPr/>
          <p:nvPr/>
        </p:nvGrpSpPr>
        <p:grpSpPr>
          <a:xfrm>
            <a:off x="6014710" y="213747"/>
            <a:ext cx="2940548" cy="483380"/>
            <a:chOff x="12078870" y="1545119"/>
            <a:chExt cx="5881096" cy="966761"/>
          </a:xfrm>
        </p:grpSpPr>
        <p:sp>
          <p:nvSpPr>
            <p:cNvPr id="214" name="Google Shape;214;p28"/>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215" name="Google Shape;215;p28"/>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216" name="Google Shape;216;p28"/>
          <p:cNvSpPr txBox="1"/>
          <p:nvPr/>
        </p:nvSpPr>
        <p:spPr>
          <a:xfrm>
            <a:off x="185825" y="175650"/>
            <a:ext cx="63795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err="1">
                <a:solidFill>
                  <a:schemeClr val="dk1"/>
                </a:solidFill>
                <a:latin typeface="DM Sans"/>
                <a:ea typeface="DM Sans"/>
                <a:cs typeface="DM Sans"/>
                <a:sym typeface="DM Sans"/>
              </a:rPr>
              <a:t>Masterclass</a:t>
            </a:r>
            <a:r>
              <a:rPr lang="fr" sz="2400" b="1" i="0" u="none" strike="noStrike" cap="none">
                <a:solidFill>
                  <a:schemeClr val="dk1"/>
                </a:solidFill>
                <a:latin typeface="DM Sans"/>
                <a:ea typeface="DM Sans"/>
                <a:cs typeface="DM Sans"/>
                <a:sym typeface="DM Sans"/>
              </a:rPr>
              <a:t> #</a:t>
            </a:r>
            <a:r>
              <a:rPr lang="fr" sz="2400" b="1">
                <a:solidFill>
                  <a:schemeClr val="dk1"/>
                </a:solidFill>
                <a:latin typeface="DM Sans"/>
                <a:ea typeface="DM Sans"/>
                <a:cs typeface="DM Sans"/>
                <a:sym typeface="DM Sans"/>
              </a:rPr>
              <a:t>1</a:t>
            </a:r>
            <a:endParaRPr sz="2400" b="1" i="0" u="none" strike="noStrike" cap="none">
              <a:solidFill>
                <a:srgbClr val="000000"/>
              </a:solidFill>
              <a:latin typeface="DM Sans"/>
              <a:ea typeface="DM Sans"/>
              <a:cs typeface="DM Sans"/>
              <a:sym typeface="DM Sans"/>
            </a:endParaRPr>
          </a:p>
        </p:txBody>
      </p:sp>
      <p:pic>
        <p:nvPicPr>
          <p:cNvPr id="3" name="Image 2">
            <a:extLst>
              <a:ext uri="{FF2B5EF4-FFF2-40B4-BE49-F238E27FC236}">
                <a16:creationId xmlns:a16="http://schemas.microsoft.com/office/drawing/2014/main" id="{57BCDA5C-AC0D-1FD0-F7FE-B02539EE0E2C}"/>
              </a:ext>
            </a:extLst>
          </p:cNvPr>
          <p:cNvPicPr>
            <a:picLocks noChangeAspect="1"/>
          </p:cNvPicPr>
          <p:nvPr/>
        </p:nvPicPr>
        <p:blipFill>
          <a:blip r:embed="rId4"/>
          <a:stretch>
            <a:fillRect/>
          </a:stretch>
        </p:blipFill>
        <p:spPr>
          <a:xfrm>
            <a:off x="6025551" y="1643343"/>
            <a:ext cx="2937294" cy="2395965"/>
          </a:xfrm>
          <a:prstGeom prst="rect">
            <a:avLst/>
          </a:prstGeom>
        </p:spPr>
      </p:pic>
      <p:sp>
        <p:nvSpPr>
          <p:cNvPr id="2" name="Espace réservé du numéro de diapositive 1">
            <a:extLst>
              <a:ext uri="{FF2B5EF4-FFF2-40B4-BE49-F238E27FC236}">
                <a16:creationId xmlns:a16="http://schemas.microsoft.com/office/drawing/2014/main" id="{974AFEF9-FDE0-9498-F9A5-6F38A14D4F44}"/>
              </a:ext>
            </a:extLst>
          </p:cNvPr>
          <p:cNvSpPr>
            <a:spLocks noGrp="1"/>
          </p:cNvSpPr>
          <p:nvPr>
            <p:ph type="sldNum" idx="12"/>
          </p:nvPr>
        </p:nvSpPr>
        <p:spPr/>
        <p:txBody>
          <a:bodyPr/>
          <a:lstStyle/>
          <a:p>
            <a:fld id="{00000000-1234-1234-1234-123412341234}" type="slidenum">
              <a:rPr lang="fr"/>
              <a:t>16</a:t>
            </a:fld>
            <a:endParaRPr lang="fr-FR"/>
          </a:p>
        </p:txBody>
      </p:sp>
    </p:spTree>
    <p:extLst>
      <p:ext uri="{BB962C8B-B14F-4D97-AF65-F5344CB8AC3E}">
        <p14:creationId xmlns:p14="http://schemas.microsoft.com/office/powerpoint/2010/main" val="21491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25"/>
          <p:cNvSpPr/>
          <p:nvPr/>
        </p:nvSpPr>
        <p:spPr>
          <a:xfrm>
            <a:off x="2532646" y="721526"/>
            <a:ext cx="6320494" cy="4174663"/>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algn="just">
              <a:lnSpc>
                <a:spcPct val="119958"/>
              </a:lnSpc>
            </a:pPr>
            <a:r>
              <a:rPr lang="fr" sz="1100">
                <a:latin typeface="DM Sans"/>
                <a:sym typeface="Calibri"/>
              </a:rPr>
              <a:t>Nous vous invitons à noter ici ce que vous avez appris, ce qui vous a surpris et ce que vous avez ressenti. Le </a:t>
            </a:r>
            <a:r>
              <a:rPr lang="fr" sz="1100" err="1">
                <a:latin typeface="DM Sans"/>
                <a:sym typeface="Calibri"/>
              </a:rPr>
              <a:t>tuteur.trice</a:t>
            </a:r>
            <a:r>
              <a:rPr lang="fr" sz="1100">
                <a:latin typeface="DM Sans"/>
                <a:sym typeface="Calibri"/>
              </a:rPr>
              <a:t> lira votre carnet de bord et fera un retour au jury.</a:t>
            </a:r>
            <a:endParaRPr lang="fr-FR" sz="1100">
              <a:latin typeface="DM Sans"/>
            </a:endParaRPr>
          </a:p>
        </p:txBody>
      </p:sp>
      <p:sp>
        <p:nvSpPr>
          <p:cNvPr id="183" name="Google Shape;183;p25"/>
          <p:cNvSpPr/>
          <p:nvPr/>
        </p:nvSpPr>
        <p:spPr>
          <a:xfrm>
            <a:off x="2836181" y="1479302"/>
            <a:ext cx="5789903" cy="32718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algn="just">
              <a:lnSpc>
                <a:spcPct val="119958"/>
              </a:lnSpc>
              <a:buSzPts val="1200"/>
            </a:pPr>
            <a:r>
              <a:rPr lang="fr" sz="1200" b="0" i="0" u="none" strike="noStrike" cap="none">
                <a:solidFill>
                  <a:schemeClr val="dk1"/>
                </a:solidFill>
                <a:latin typeface="DM Sans"/>
                <a:ea typeface="Calibri"/>
                <a:cs typeface="Calibri"/>
                <a:sym typeface="Calibri"/>
              </a:rPr>
              <a:t>Ce que nous avons appris :</a:t>
            </a:r>
            <a:r>
              <a:rPr lang="fr" sz="1200">
                <a:solidFill>
                  <a:schemeClr val="dk1"/>
                </a:solidFill>
                <a:latin typeface="DM Sans"/>
                <a:ea typeface="Calibri"/>
                <a:cs typeface="Calibri"/>
                <a:sym typeface="Calibri"/>
              </a:rPr>
              <a:t> </a:t>
            </a:r>
            <a:endParaRPr lang="fr-FR" sz="1200" b="0" i="0" u="none" strike="noStrike" cap="none">
              <a:solidFill>
                <a:schemeClr val="dk1"/>
              </a:solidFill>
              <a:latin typeface="DM Sans"/>
              <a:ea typeface="Calibri"/>
              <a:cs typeface="Calibri"/>
            </a:endParaRPr>
          </a:p>
          <a:p>
            <a:pPr algn="just">
              <a:lnSpc>
                <a:spcPct val="119958"/>
              </a:lnSpc>
              <a:buSzPts val="1200"/>
            </a:pPr>
            <a:r>
              <a:rPr lang="en-US" sz="1200">
                <a:latin typeface="DM Sans"/>
                <a:ea typeface="DM Sans"/>
                <a:cs typeface="DM Sans"/>
              </a:rPr>
              <a:t>La transition </a:t>
            </a:r>
            <a:r>
              <a:rPr lang="en-US" sz="1200" err="1">
                <a:latin typeface="DM Sans"/>
                <a:ea typeface="DM Sans"/>
                <a:cs typeface="DM Sans"/>
              </a:rPr>
              <a:t>écologique</a:t>
            </a:r>
            <a:r>
              <a:rPr lang="en-US" sz="1200">
                <a:latin typeface="DM Sans"/>
                <a:ea typeface="DM Sans"/>
                <a:cs typeface="DM Sans"/>
              </a:rPr>
              <a:t> ne </a:t>
            </a:r>
            <a:r>
              <a:rPr lang="en-US" sz="1200" err="1">
                <a:latin typeface="DM Sans"/>
                <a:ea typeface="DM Sans"/>
                <a:cs typeface="DM Sans"/>
              </a:rPr>
              <a:t>concerne</a:t>
            </a:r>
            <a:r>
              <a:rPr lang="en-US" sz="1200">
                <a:latin typeface="DM Sans"/>
                <a:ea typeface="DM Sans"/>
                <a:cs typeface="DM Sans"/>
              </a:rPr>
              <a:t> pas que le </a:t>
            </a:r>
            <a:r>
              <a:rPr lang="en-US" sz="1200" err="1">
                <a:latin typeface="DM Sans"/>
                <a:ea typeface="DM Sans"/>
                <a:cs typeface="DM Sans"/>
              </a:rPr>
              <a:t>climat</a:t>
            </a:r>
            <a:r>
              <a:rPr lang="en-US" sz="1200">
                <a:latin typeface="DM Sans"/>
                <a:ea typeface="DM Sans"/>
                <a:cs typeface="DM Sans"/>
              </a:rPr>
              <a:t>. Elle </a:t>
            </a:r>
            <a:r>
              <a:rPr lang="en-US" sz="1200" err="1">
                <a:latin typeface="DM Sans"/>
                <a:ea typeface="DM Sans"/>
                <a:cs typeface="DM Sans"/>
              </a:rPr>
              <a:t>touche</a:t>
            </a:r>
            <a:r>
              <a:rPr lang="en-US" sz="1200">
                <a:latin typeface="DM Sans"/>
                <a:ea typeface="DM Sans"/>
                <a:cs typeface="DM Sans"/>
              </a:rPr>
              <a:t> </a:t>
            </a:r>
            <a:r>
              <a:rPr lang="en-US" sz="1200" err="1">
                <a:latin typeface="DM Sans"/>
                <a:ea typeface="DM Sans"/>
                <a:cs typeface="DM Sans"/>
              </a:rPr>
              <a:t>aussi</a:t>
            </a:r>
            <a:r>
              <a:rPr lang="en-US" sz="1200">
                <a:latin typeface="DM Sans"/>
                <a:ea typeface="DM Sans"/>
                <a:cs typeface="DM Sans"/>
              </a:rPr>
              <a:t> les </a:t>
            </a:r>
            <a:r>
              <a:rPr lang="en-US" sz="1200" err="1">
                <a:latin typeface="DM Sans"/>
                <a:ea typeface="DM Sans"/>
                <a:cs typeface="DM Sans"/>
              </a:rPr>
              <a:t>ressources</a:t>
            </a:r>
            <a:r>
              <a:rPr lang="en-US" sz="1200">
                <a:latin typeface="DM Sans"/>
                <a:ea typeface="DM Sans"/>
                <a:cs typeface="DM Sans"/>
              </a:rPr>
              <a:t>, </a:t>
            </a:r>
            <a:r>
              <a:rPr lang="en-US" sz="1200" err="1">
                <a:latin typeface="DM Sans"/>
                <a:ea typeface="DM Sans"/>
                <a:cs typeface="DM Sans"/>
              </a:rPr>
              <a:t>l'énergie</a:t>
            </a:r>
            <a:r>
              <a:rPr lang="en-US" sz="1200">
                <a:latin typeface="DM Sans"/>
                <a:ea typeface="DM Sans"/>
                <a:cs typeface="DM Sans"/>
              </a:rPr>
              <a:t>, la </a:t>
            </a:r>
            <a:r>
              <a:rPr lang="en-US" sz="1200" err="1">
                <a:latin typeface="DM Sans"/>
                <a:ea typeface="DM Sans"/>
                <a:cs typeface="DM Sans"/>
              </a:rPr>
              <a:t>biodiversité</a:t>
            </a:r>
            <a:r>
              <a:rPr lang="en-US" sz="1200">
                <a:latin typeface="DM Sans"/>
                <a:ea typeface="DM Sans"/>
                <a:cs typeface="DM Sans"/>
              </a:rPr>
              <a:t> et les </a:t>
            </a:r>
            <a:r>
              <a:rPr lang="en-US" sz="1200" err="1">
                <a:latin typeface="DM Sans"/>
                <a:ea typeface="DM Sans"/>
                <a:cs typeface="DM Sans"/>
              </a:rPr>
              <a:t>inégalités</a:t>
            </a:r>
            <a:r>
              <a:rPr lang="en-US" sz="1200">
                <a:latin typeface="DM Sans"/>
                <a:ea typeface="DM Sans"/>
                <a:cs typeface="DM Sans"/>
              </a:rPr>
              <a:t>. On a </a:t>
            </a:r>
            <a:r>
              <a:rPr lang="en-US" sz="1200" err="1">
                <a:latin typeface="DM Sans"/>
                <a:ea typeface="DM Sans"/>
                <a:cs typeface="DM Sans"/>
              </a:rPr>
              <a:t>découvert</a:t>
            </a:r>
            <a:r>
              <a:rPr lang="en-US" sz="1200">
                <a:latin typeface="DM Sans"/>
                <a:ea typeface="DM Sans"/>
                <a:cs typeface="DM Sans"/>
              </a:rPr>
              <a:t> que tout </a:t>
            </a:r>
            <a:r>
              <a:rPr lang="en-US" sz="1200" err="1">
                <a:latin typeface="DM Sans"/>
                <a:ea typeface="DM Sans"/>
                <a:cs typeface="DM Sans"/>
              </a:rPr>
              <a:t>est</a:t>
            </a:r>
            <a:r>
              <a:rPr lang="en-US" sz="1200">
                <a:latin typeface="DM Sans"/>
                <a:ea typeface="DM Sans"/>
                <a:cs typeface="DM Sans"/>
              </a:rPr>
              <a:t> </a:t>
            </a:r>
            <a:r>
              <a:rPr lang="en-US" sz="1200" err="1">
                <a:latin typeface="DM Sans"/>
                <a:ea typeface="DM Sans"/>
                <a:cs typeface="DM Sans"/>
              </a:rPr>
              <a:t>lié</a:t>
            </a:r>
            <a:r>
              <a:rPr lang="en-US" sz="1200">
                <a:latin typeface="DM Sans"/>
                <a:ea typeface="DM Sans"/>
                <a:cs typeface="DM Sans"/>
              </a:rPr>
              <a:t>, et que les </a:t>
            </a:r>
            <a:r>
              <a:rPr lang="en-US" sz="1200" err="1">
                <a:latin typeface="DM Sans"/>
                <a:ea typeface="DM Sans"/>
                <a:cs typeface="DM Sans"/>
              </a:rPr>
              <a:t>problèmes</a:t>
            </a:r>
            <a:r>
              <a:rPr lang="en-US" sz="1200">
                <a:latin typeface="DM Sans"/>
                <a:ea typeface="DM Sans"/>
                <a:cs typeface="DM Sans"/>
              </a:rPr>
              <a:t> </a:t>
            </a:r>
            <a:r>
              <a:rPr lang="en-US" sz="1200" err="1">
                <a:latin typeface="DM Sans"/>
                <a:ea typeface="DM Sans"/>
                <a:cs typeface="DM Sans"/>
              </a:rPr>
              <a:t>viennent</a:t>
            </a:r>
            <a:r>
              <a:rPr lang="en-US" sz="1200">
                <a:latin typeface="DM Sans"/>
                <a:ea typeface="DM Sans"/>
                <a:cs typeface="DM Sans"/>
              </a:rPr>
              <a:t> d'un </a:t>
            </a:r>
            <a:r>
              <a:rPr lang="en-US" sz="1200" err="1">
                <a:latin typeface="DM Sans"/>
                <a:ea typeface="DM Sans"/>
                <a:cs typeface="DM Sans"/>
              </a:rPr>
              <a:t>système</a:t>
            </a:r>
            <a:r>
              <a:rPr lang="en-US" sz="1200">
                <a:latin typeface="DM Sans"/>
                <a:ea typeface="DM Sans"/>
                <a:cs typeface="DM Sans"/>
              </a:rPr>
              <a:t> global </a:t>
            </a:r>
            <a:r>
              <a:rPr lang="en-US" sz="1200" err="1">
                <a:latin typeface="DM Sans"/>
                <a:ea typeface="DM Sans"/>
                <a:cs typeface="DM Sans"/>
              </a:rPr>
              <a:t>basé</a:t>
            </a:r>
            <a:r>
              <a:rPr lang="en-US" sz="1200">
                <a:latin typeface="DM Sans"/>
                <a:ea typeface="DM Sans"/>
                <a:cs typeface="DM Sans"/>
              </a:rPr>
              <a:t> sur la </a:t>
            </a:r>
            <a:r>
              <a:rPr lang="en-US" sz="1200" err="1">
                <a:latin typeface="DM Sans"/>
                <a:ea typeface="DM Sans"/>
                <a:cs typeface="DM Sans"/>
              </a:rPr>
              <a:t>croissance</a:t>
            </a:r>
            <a:r>
              <a:rPr lang="en-US" sz="1200">
                <a:latin typeface="DM Sans"/>
                <a:ea typeface="DM Sans"/>
                <a:cs typeface="DM Sans"/>
              </a:rPr>
              <a:t> </a:t>
            </a:r>
            <a:r>
              <a:rPr lang="en-US" sz="1200" err="1">
                <a:latin typeface="DM Sans"/>
                <a:ea typeface="DM Sans"/>
                <a:cs typeface="DM Sans"/>
              </a:rPr>
              <a:t>infinie</a:t>
            </a:r>
            <a:r>
              <a:rPr lang="en-US" sz="1200">
                <a:latin typeface="DM Sans"/>
                <a:ea typeface="DM Sans"/>
                <a:cs typeface="DM Sans"/>
              </a:rPr>
              <a:t>. Il faut </a:t>
            </a:r>
            <a:r>
              <a:rPr lang="en-US" sz="1200" err="1">
                <a:latin typeface="DM Sans"/>
                <a:ea typeface="DM Sans"/>
                <a:cs typeface="DM Sans"/>
              </a:rPr>
              <a:t>ralentir</a:t>
            </a:r>
            <a:r>
              <a:rPr lang="en-US" sz="1200">
                <a:latin typeface="DM Sans"/>
                <a:ea typeface="DM Sans"/>
                <a:cs typeface="DM Sans"/>
              </a:rPr>
              <a:t>, et </a:t>
            </a:r>
            <a:r>
              <a:rPr lang="en-US" sz="1200" err="1">
                <a:latin typeface="DM Sans"/>
                <a:ea typeface="DM Sans"/>
                <a:cs typeface="DM Sans"/>
              </a:rPr>
              <a:t>consommer</a:t>
            </a:r>
            <a:r>
              <a:rPr lang="en-US" sz="1200">
                <a:latin typeface="DM Sans"/>
                <a:ea typeface="DM Sans"/>
                <a:cs typeface="DM Sans"/>
              </a:rPr>
              <a:t> </a:t>
            </a:r>
            <a:r>
              <a:rPr lang="en-US" sz="1200" err="1">
                <a:latin typeface="DM Sans"/>
                <a:ea typeface="DM Sans"/>
                <a:cs typeface="DM Sans"/>
              </a:rPr>
              <a:t>mieux</a:t>
            </a:r>
            <a:r>
              <a:rPr lang="en-US" sz="1200">
                <a:latin typeface="DM Sans"/>
                <a:ea typeface="DM Sans"/>
                <a:cs typeface="DM Sans"/>
              </a:rPr>
              <a:t>.</a:t>
            </a:r>
            <a:endParaRPr lang="en-US" sz="1200" b="0" i="0" u="none" strike="noStrike" cap="none">
              <a:latin typeface="DM Sans"/>
              <a:ea typeface="DM Sans"/>
              <a:cs typeface="DM Sans"/>
            </a:endParaRPr>
          </a:p>
          <a:p>
            <a:pPr marL="0" marR="0" lvl="0" indent="0" algn="just" rtl="0">
              <a:lnSpc>
                <a:spcPct val="119958"/>
              </a:lnSpc>
              <a:spcBef>
                <a:spcPts val="0"/>
              </a:spcBef>
              <a:spcAft>
                <a:spcPts val="0"/>
              </a:spcAft>
              <a:buClr>
                <a:srgbClr val="000000"/>
              </a:buClr>
              <a:buSzPts val="1200"/>
              <a:buFont typeface="Arial"/>
              <a:buNone/>
            </a:pPr>
            <a:r>
              <a:rPr lang="fr" sz="1200" b="0" i="0" u="none" strike="noStrike" cap="none">
                <a:solidFill>
                  <a:schemeClr val="dk1"/>
                </a:solidFill>
                <a:latin typeface="DM Sans"/>
                <a:ea typeface="Calibri"/>
                <a:cs typeface="Calibri"/>
                <a:sym typeface="Calibri"/>
              </a:rPr>
              <a:t>Ce qui nous a surpris :</a:t>
            </a:r>
            <a:endParaRPr sz="1200" b="0" i="0" u="none" strike="noStrike" cap="none">
              <a:solidFill>
                <a:schemeClr val="dk1"/>
              </a:solidFill>
              <a:latin typeface="DM Sans"/>
              <a:ea typeface="DM Sans"/>
              <a:cs typeface="DM Sans"/>
            </a:endParaRPr>
          </a:p>
          <a:p>
            <a:pPr algn="just">
              <a:lnSpc>
                <a:spcPct val="119958"/>
              </a:lnSpc>
              <a:buSzPts val="1200"/>
            </a:pPr>
            <a:r>
              <a:rPr lang="fr" sz="1200">
                <a:latin typeface="DM Sans"/>
                <a:ea typeface="DM Sans"/>
                <a:cs typeface="DM Sans"/>
              </a:rPr>
              <a:t>On ne pensait pas que 7 des 9 limites planétaires étaient déjà dépassés. On a aussi été marqués par le lien entre écologie et justice sociale. Changer le système demande de revoir nos modes de vie, pas juste de nouvelles technologies</a:t>
            </a:r>
            <a:endParaRPr lang="fr" sz="1200" b="0" i="0" u="none" strike="noStrike" cap="none">
              <a:latin typeface="DM Sans"/>
              <a:ea typeface="DM Sans"/>
              <a:cs typeface="DM Sans"/>
            </a:endParaRPr>
          </a:p>
          <a:p>
            <a:pPr algn="just">
              <a:lnSpc>
                <a:spcPct val="119958"/>
              </a:lnSpc>
              <a:buSzPts val="1200"/>
            </a:pPr>
            <a:r>
              <a:rPr lang="fr" sz="1200" b="0" i="0" u="none" strike="noStrike" cap="none">
                <a:solidFill>
                  <a:schemeClr val="dk1"/>
                </a:solidFill>
                <a:latin typeface="DM Sans"/>
                <a:ea typeface="Calibri"/>
                <a:cs typeface="Calibri"/>
                <a:sym typeface="Calibri"/>
              </a:rPr>
              <a:t>Nos ressentis :</a:t>
            </a:r>
            <a:r>
              <a:rPr lang="fr" sz="1200">
                <a:solidFill>
                  <a:schemeClr val="dk1"/>
                </a:solidFill>
                <a:latin typeface="DM Sans"/>
                <a:ea typeface="Calibri"/>
                <a:cs typeface="Calibri"/>
                <a:sym typeface="Calibri"/>
              </a:rPr>
              <a:t> </a:t>
            </a:r>
            <a:endParaRPr sz="1200" b="0" i="0" u="none" strike="noStrike" cap="none">
              <a:solidFill>
                <a:schemeClr val="dk1"/>
              </a:solidFill>
              <a:latin typeface="DM Sans"/>
              <a:ea typeface="Calibri"/>
              <a:cs typeface="Calibri"/>
            </a:endParaRPr>
          </a:p>
          <a:p>
            <a:pPr algn="just">
              <a:lnSpc>
                <a:spcPct val="119958"/>
              </a:lnSpc>
              <a:buSzPts val="1200"/>
            </a:pPr>
            <a:r>
              <a:rPr lang="fr" sz="1200">
                <a:latin typeface="DM Sans"/>
                <a:ea typeface="Calibri"/>
                <a:cs typeface="Calibri"/>
              </a:rPr>
              <a:t>Un peu de choc au début, mais aussi de la motivation. On comprend mieux pourquoi notre projet est important.</a:t>
            </a:r>
            <a:endParaRPr lang="fr" sz="1200" b="0" i="0" u="none" strike="noStrike" cap="none">
              <a:latin typeface="DM Sans"/>
              <a:ea typeface="Calibri"/>
              <a:cs typeface="Calibri"/>
            </a:endParaRPr>
          </a:p>
          <a:p>
            <a:pPr marL="0" marR="0" lvl="0" indent="0" algn="just" rtl="0">
              <a:lnSpc>
                <a:spcPct val="119958"/>
              </a:lnSpc>
              <a:spcBef>
                <a:spcPts val="0"/>
              </a:spcBef>
              <a:spcAft>
                <a:spcPts val="0"/>
              </a:spcAft>
              <a:buClr>
                <a:schemeClr val="dk1"/>
              </a:buClr>
              <a:buSzPts val="600"/>
              <a:buFont typeface="Arial"/>
              <a:buNone/>
            </a:pPr>
            <a:endParaRPr sz="1200" b="0" i="0" u="none" strike="noStrike" cap="none">
              <a:solidFill>
                <a:schemeClr val="dk1"/>
              </a:solidFill>
              <a:latin typeface="DM Sans"/>
              <a:ea typeface="Calibri"/>
              <a:cs typeface="Calibri"/>
            </a:endParaRPr>
          </a:p>
          <a:p>
            <a:pPr marL="0" marR="0" lvl="0" indent="0" algn="just"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DM Sans"/>
              <a:ea typeface="DM Sans"/>
              <a:cs typeface="DM Sans"/>
            </a:endParaRPr>
          </a:p>
        </p:txBody>
      </p:sp>
      <p:grpSp>
        <p:nvGrpSpPr>
          <p:cNvPr id="184" name="Google Shape;184;p25"/>
          <p:cNvGrpSpPr/>
          <p:nvPr/>
        </p:nvGrpSpPr>
        <p:grpSpPr>
          <a:xfrm>
            <a:off x="120435" y="4271860"/>
            <a:ext cx="2940548" cy="483380"/>
            <a:chOff x="12078870" y="1545119"/>
            <a:chExt cx="5881096" cy="966761"/>
          </a:xfrm>
        </p:grpSpPr>
        <p:sp>
          <p:nvSpPr>
            <p:cNvPr id="185" name="Google Shape;185;p25"/>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186" name="Google Shape;186;p25"/>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pic>
        <p:nvPicPr>
          <p:cNvPr id="187" name="Google Shape;187;p25"/>
          <p:cNvPicPr preferRelativeResize="0"/>
          <p:nvPr/>
        </p:nvPicPr>
        <p:blipFill rotWithShape="1">
          <a:blip r:embed="rId4">
            <a:alphaModFix/>
          </a:blip>
          <a:srcRect/>
          <a:stretch/>
        </p:blipFill>
        <p:spPr>
          <a:xfrm>
            <a:off x="291726" y="1696105"/>
            <a:ext cx="1949575" cy="1866900"/>
          </a:xfrm>
          <a:prstGeom prst="rect">
            <a:avLst/>
          </a:prstGeom>
          <a:noFill/>
          <a:ln>
            <a:noFill/>
          </a:ln>
        </p:spPr>
      </p:pic>
      <p:sp>
        <p:nvSpPr>
          <p:cNvPr id="189" name="Google Shape;189;p25"/>
          <p:cNvSpPr txBox="1"/>
          <p:nvPr/>
        </p:nvSpPr>
        <p:spPr>
          <a:xfrm>
            <a:off x="185825" y="175650"/>
            <a:ext cx="8793900" cy="3693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a:solidFill>
                  <a:schemeClr val="accent1"/>
                </a:solidFill>
                <a:latin typeface="DM Sans"/>
                <a:ea typeface="DM Sans"/>
                <a:cs typeface="DM Sans"/>
                <a:sym typeface="DM Sans"/>
              </a:rPr>
              <a:t>Masterclass #1</a:t>
            </a:r>
            <a:endParaRPr sz="2400" b="1" i="0" u="none" strike="noStrike" cap="none">
              <a:solidFill>
                <a:schemeClr val="accent1"/>
              </a:solidFill>
              <a:latin typeface="DM Sans"/>
              <a:ea typeface="DM Sans"/>
              <a:cs typeface="DM Sans"/>
              <a:sym typeface="DM Sans"/>
            </a:endParaRPr>
          </a:p>
        </p:txBody>
      </p:sp>
      <p:sp>
        <p:nvSpPr>
          <p:cNvPr id="2" name="Espace réservé du numéro de diapositive 1">
            <a:extLst>
              <a:ext uri="{FF2B5EF4-FFF2-40B4-BE49-F238E27FC236}">
                <a16:creationId xmlns:a16="http://schemas.microsoft.com/office/drawing/2014/main" id="{0FD46472-DA76-D749-94A5-58CE3C08A47E}"/>
              </a:ext>
            </a:extLst>
          </p:cNvPr>
          <p:cNvSpPr>
            <a:spLocks noGrp="1"/>
          </p:cNvSpPr>
          <p:nvPr>
            <p:ph type="sldNum" idx="12"/>
          </p:nvPr>
        </p:nvSpPr>
        <p:spPr/>
        <p:txBody>
          <a:bodyPr/>
          <a:lstStyle/>
          <a:p>
            <a:fld id="{00000000-1234-1234-1234-123412341234}" type="slidenum">
              <a:rPr lang="fr"/>
              <a:t>17</a:t>
            </a:fld>
            <a:endParaRPr lang="fr-F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5" name="Google Shape;205;p27"/>
          <p:cNvSpPr txBox="1"/>
          <p:nvPr/>
        </p:nvSpPr>
        <p:spPr>
          <a:xfrm>
            <a:off x="175050" y="202979"/>
            <a:ext cx="8793900" cy="138499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Clr>
                <a:srgbClr val="000000"/>
              </a:buClr>
              <a:buSzPts val="3000"/>
              <a:buFont typeface="Arial"/>
              <a:buNone/>
            </a:pPr>
            <a:r>
              <a:rPr lang="fr" sz="3000" b="1" i="0" u="none" strike="noStrike" cap="none">
                <a:solidFill>
                  <a:srgbClr val="5686DA"/>
                </a:solidFill>
                <a:latin typeface="DM Sans"/>
                <a:ea typeface="DM Sans"/>
                <a:cs typeface="DM Sans"/>
                <a:sym typeface="DM Sans"/>
              </a:rPr>
              <a:t>MASTERCLASS # </a:t>
            </a:r>
            <a:r>
              <a:rPr lang="fr" sz="3000" b="1">
                <a:solidFill>
                  <a:srgbClr val="5686DA"/>
                </a:solidFill>
                <a:latin typeface="DM Sans"/>
                <a:ea typeface="DM Sans"/>
                <a:cs typeface="DM Sans"/>
                <a:sym typeface="DM Sans"/>
              </a:rPr>
              <a:t>2</a:t>
            </a:r>
            <a:endParaRPr sz="3000" b="1" i="0" u="none" strike="noStrike" cap="none">
              <a:solidFill>
                <a:srgbClr val="5686DA"/>
              </a:solidFill>
              <a:latin typeface="DM Sans"/>
              <a:ea typeface="DM Sans"/>
              <a:cs typeface="DM Sans"/>
              <a:sym typeface="DM Sans"/>
            </a:endParaRPr>
          </a:p>
          <a:p>
            <a:pPr marL="0" marR="0" lvl="0" indent="0" algn="ctr" rtl="0">
              <a:lnSpc>
                <a:spcPct val="150000"/>
              </a:lnSpc>
              <a:spcBef>
                <a:spcPts val="0"/>
              </a:spcBef>
              <a:spcAft>
                <a:spcPts val="0"/>
              </a:spcAft>
              <a:buClr>
                <a:srgbClr val="000000"/>
              </a:buClr>
              <a:buSzPts val="3000"/>
              <a:buFont typeface="Arial"/>
              <a:buNone/>
            </a:pPr>
            <a:r>
              <a:rPr lang="fr" sz="3000" b="1">
                <a:solidFill>
                  <a:srgbClr val="5686DA"/>
                </a:solidFill>
                <a:latin typeface="DM Sans"/>
                <a:ea typeface="DM Sans"/>
                <a:cs typeface="DM Sans"/>
                <a:sym typeface="DM Sans"/>
              </a:rPr>
              <a:t>L’empreinte</a:t>
            </a:r>
            <a:r>
              <a:rPr lang="fr" sz="3000" b="1" i="0" u="none" strike="noStrike" cap="none">
                <a:solidFill>
                  <a:srgbClr val="5686DA"/>
                </a:solidFill>
                <a:latin typeface="DM Sans"/>
                <a:ea typeface="DM Sans"/>
                <a:cs typeface="DM Sans"/>
                <a:sym typeface="DM Sans"/>
              </a:rPr>
              <a:t> carbone</a:t>
            </a:r>
            <a:endParaRPr sz="1500" b="1" i="0" u="none" strike="noStrike" cap="none">
              <a:solidFill>
                <a:srgbClr val="5686DA"/>
              </a:solidFill>
              <a:latin typeface="DM Sans"/>
              <a:ea typeface="DM Sans"/>
              <a:cs typeface="DM Sans"/>
              <a:sym typeface="DM Sans"/>
            </a:endParaRPr>
          </a:p>
        </p:txBody>
      </p:sp>
      <p:sp>
        <p:nvSpPr>
          <p:cNvPr id="2" name="Espace réservé du numéro de diapositive 1">
            <a:extLst>
              <a:ext uri="{FF2B5EF4-FFF2-40B4-BE49-F238E27FC236}">
                <a16:creationId xmlns:a16="http://schemas.microsoft.com/office/drawing/2014/main" id="{D12A3EA9-9981-9959-FBBC-76170E8F902B}"/>
              </a:ext>
            </a:extLst>
          </p:cNvPr>
          <p:cNvSpPr>
            <a:spLocks noGrp="1"/>
          </p:cNvSpPr>
          <p:nvPr>
            <p:ph type="sldNum" idx="12"/>
          </p:nvPr>
        </p:nvSpPr>
        <p:spPr/>
        <p:txBody>
          <a:bodyPr/>
          <a:lstStyle/>
          <a:p>
            <a:fld id="{00000000-1234-1234-1234-123412341234}" type="slidenum">
              <a:rPr lang="fr"/>
              <a:t>18</a:t>
            </a:fld>
            <a:endParaRPr lang="fr-FR"/>
          </a:p>
        </p:txBody>
      </p:sp>
      <p:pic>
        <p:nvPicPr>
          <p:cNvPr id="7" name="Image 7">
            <a:extLst>
              <a:ext uri="{FF2B5EF4-FFF2-40B4-BE49-F238E27FC236}">
                <a16:creationId xmlns:a16="http://schemas.microsoft.com/office/drawing/2014/main" id="{CA1D33CF-1D93-BFB6-1CC7-87A263F0F14A}"/>
              </a:ext>
            </a:extLst>
          </p:cNvPr>
          <p:cNvPicPr>
            <a:picLocks noChangeAspect="1"/>
          </p:cNvPicPr>
          <p:nvPr/>
        </p:nvPicPr>
        <p:blipFill>
          <a:blip r:embed="rId3"/>
          <a:stretch>
            <a:fillRect/>
          </a:stretch>
        </p:blipFill>
        <p:spPr>
          <a:xfrm>
            <a:off x="1744692" y="1588209"/>
            <a:ext cx="5652639" cy="33215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grpSp>
        <p:nvGrpSpPr>
          <p:cNvPr id="210" name="Google Shape;210;p28"/>
          <p:cNvGrpSpPr/>
          <p:nvPr/>
        </p:nvGrpSpPr>
        <p:grpSpPr>
          <a:xfrm>
            <a:off x="237488" y="762582"/>
            <a:ext cx="6744627" cy="4163880"/>
            <a:chOff x="635625" y="1443051"/>
            <a:chExt cx="11584254" cy="8327759"/>
          </a:xfrm>
        </p:grpSpPr>
        <p:sp>
          <p:nvSpPr>
            <p:cNvPr id="211" name="Google Shape;211;p28"/>
            <p:cNvSpPr/>
            <p:nvPr/>
          </p:nvSpPr>
          <p:spPr>
            <a:xfrm>
              <a:off x="635625" y="1443051"/>
              <a:ext cx="11584254" cy="8327759"/>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algn="just">
                <a:buClr>
                  <a:schemeClr val="dk1"/>
                </a:buClr>
                <a:buSzPts val="600"/>
              </a:pPr>
              <a:r>
                <a:rPr lang="fr" sz="1100">
                  <a:latin typeface="DM Sans"/>
                  <a:sym typeface="Calibri"/>
                </a:rPr>
                <a:t>Travail de recherche pendant la </a:t>
              </a:r>
              <a:r>
                <a:rPr lang="fr" sz="1100" err="1">
                  <a:latin typeface="DM Sans"/>
                  <a:sym typeface="Calibri"/>
                </a:rPr>
                <a:t>Masterclass</a:t>
              </a:r>
              <a:r>
                <a:rPr lang="fr" sz="1100">
                  <a:latin typeface="DM Sans"/>
                  <a:sym typeface="Calibri"/>
                </a:rPr>
                <a:t> : notez ici les sources, et les réflexions issues de vos recherches sur l'empreinte carbone </a:t>
              </a:r>
              <a:r>
                <a:rPr lang="fr" sz="1100" b="1">
                  <a:solidFill>
                    <a:schemeClr val="tx1"/>
                  </a:solidFill>
                  <a:latin typeface="DM Sans"/>
                  <a:sym typeface="Calibri"/>
                </a:rPr>
                <a:t>du secteur de votre Projet. </a:t>
              </a:r>
              <a:endParaRPr lang="fr-FR" sz="1100" b="1">
                <a:solidFill>
                  <a:schemeClr val="tx1"/>
                </a:solidFill>
                <a:latin typeface="DM Sans"/>
              </a:endParaRPr>
            </a:p>
          </p:txBody>
        </p:sp>
        <p:sp>
          <p:nvSpPr>
            <p:cNvPr id="212" name="Google Shape;212;p28"/>
            <p:cNvSpPr/>
            <p:nvPr/>
          </p:nvSpPr>
          <p:spPr>
            <a:xfrm>
              <a:off x="1079950" y="2372114"/>
              <a:ext cx="10695600" cy="72264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just" rtl="0">
                <a:lnSpc>
                  <a:spcPct val="119958"/>
                </a:lnSpc>
                <a:spcBef>
                  <a:spcPts val="0"/>
                </a:spcBef>
                <a:spcAft>
                  <a:spcPts val="0"/>
                </a:spcAft>
                <a:buClr>
                  <a:srgbClr val="000000"/>
                </a:buClr>
                <a:buSzPts val="1200"/>
                <a:buFont typeface="Arial"/>
                <a:buNone/>
              </a:pPr>
              <a:endParaRPr lang="fr-FR" sz="1200" b="0" i="0" u="none" strike="noStrike" cap="none">
                <a:solidFill>
                  <a:schemeClr val="dk1"/>
                </a:solidFill>
                <a:latin typeface="DM Sans"/>
                <a:ea typeface="DM Sans"/>
                <a:cs typeface="DM Sans"/>
              </a:endParaRPr>
            </a:p>
            <a:p>
              <a:pPr marL="266700" indent="-228600" algn="just">
                <a:lnSpc>
                  <a:spcPct val="119958"/>
                </a:lnSpc>
                <a:buClr>
                  <a:schemeClr val="dk1"/>
                </a:buClr>
                <a:buSzPts val="1200"/>
                <a:buFont typeface="DM Sans"/>
                <a:buAutoNum type="arabicParenR"/>
              </a:pPr>
              <a:r>
                <a:rPr lang="fr-FR" sz="1200" b="0" i="0" u="none" strike="noStrike" cap="none">
                  <a:solidFill>
                    <a:schemeClr val="dk1"/>
                  </a:solidFill>
                  <a:latin typeface="DM Sans"/>
                  <a:ea typeface="DM Sans"/>
                  <a:cs typeface="DM Sans"/>
                  <a:sym typeface="DM Sans"/>
                </a:rPr>
                <a:t>Quel grand secteur est concerné par votre Projet ?</a:t>
              </a:r>
              <a:r>
                <a:rPr lang="fr-FR" sz="1200">
                  <a:solidFill>
                    <a:schemeClr val="dk1"/>
                  </a:solidFill>
                  <a:latin typeface="DM Sans"/>
                  <a:ea typeface="DM Sans"/>
                  <a:cs typeface="DM Sans"/>
                  <a:sym typeface="DM Sans"/>
                </a:rPr>
                <a:t> </a:t>
              </a:r>
              <a:endParaRPr lang="fr-FR" sz="1200" b="0" i="0" u="none" strike="noStrike" cap="none">
                <a:solidFill>
                  <a:schemeClr val="dk1"/>
                </a:solidFill>
                <a:latin typeface="DM Sans"/>
                <a:ea typeface="DM Sans"/>
                <a:cs typeface="DM Sans"/>
              </a:endParaRPr>
            </a:p>
            <a:p>
              <a:pPr algn="just">
                <a:lnSpc>
                  <a:spcPct val="119958"/>
                </a:lnSpc>
                <a:buSzPts val="1200"/>
              </a:pPr>
              <a:r>
                <a:rPr lang="fr-FR" sz="1200">
                  <a:solidFill>
                    <a:schemeClr val="dk1"/>
                  </a:solidFill>
                  <a:latin typeface="DM Sans"/>
                  <a:ea typeface="DM Sans"/>
                  <a:cs typeface="DM Sans"/>
                </a:rPr>
                <a:t>Notre projet concerne le secteur du numérique, plus précisément la conception e</a:t>
              </a:r>
              <a:endParaRPr lang="fr-FR" sz="1200" b="0" i="0" u="none" strike="noStrike" cap="none">
                <a:solidFill>
                  <a:schemeClr val="dk1"/>
                </a:solidFill>
                <a:latin typeface="DM Sans"/>
                <a:ea typeface="DM Sans"/>
                <a:cs typeface="DM Sans"/>
              </a:endParaRPr>
            </a:p>
            <a:p>
              <a:pPr marL="228600" marR="0" lvl="0" indent="-228600" algn="just" rtl="0">
                <a:lnSpc>
                  <a:spcPct val="119958"/>
                </a:lnSpc>
                <a:spcBef>
                  <a:spcPts val="0"/>
                </a:spcBef>
                <a:spcAft>
                  <a:spcPts val="0"/>
                </a:spcAft>
                <a:buClr>
                  <a:srgbClr val="000000"/>
                </a:buClr>
                <a:buSzPts val="1200"/>
                <a:buAutoNum type="arabicParenR"/>
              </a:pPr>
              <a:endParaRPr lang="fr-FR" sz="1200" b="0" i="0" u="none" strike="noStrike" cap="none">
                <a:solidFill>
                  <a:schemeClr val="dk1"/>
                </a:solidFill>
                <a:latin typeface="DM Sans"/>
                <a:ea typeface="DM Sans"/>
                <a:cs typeface="DM Sans"/>
              </a:endParaRPr>
            </a:p>
            <a:p>
              <a:pPr marL="266700" indent="-228600" algn="just">
                <a:lnSpc>
                  <a:spcPct val="119958"/>
                </a:lnSpc>
                <a:buClr>
                  <a:schemeClr val="dk1"/>
                </a:buClr>
                <a:buSzPts val="1200"/>
                <a:buFont typeface="DM Sans"/>
                <a:buAutoNum type="arabicParenR"/>
              </a:pPr>
              <a:r>
                <a:rPr lang="fr-FR" sz="1200">
                  <a:solidFill>
                    <a:schemeClr val="dk1"/>
                  </a:solidFill>
                  <a:latin typeface="DM Sans"/>
                  <a:ea typeface="DM Sans"/>
                  <a:cs typeface="DM Sans"/>
                  <a:sym typeface="DM Sans"/>
                </a:rPr>
                <a:t>Quelle</a:t>
              </a:r>
              <a:r>
                <a:rPr lang="fr-FR" sz="1200" b="0" i="0" u="none" strike="noStrike" cap="none">
                  <a:solidFill>
                    <a:schemeClr val="dk1"/>
                  </a:solidFill>
                  <a:latin typeface="DM Sans"/>
                  <a:ea typeface="DM Sans"/>
                  <a:cs typeface="DM Sans"/>
                  <a:sym typeface="DM Sans"/>
                </a:rPr>
                <a:t> est son </a:t>
              </a:r>
              <a:r>
                <a:rPr lang="fr-FR" sz="1200">
                  <a:solidFill>
                    <a:schemeClr val="dk1"/>
                  </a:solidFill>
                  <a:latin typeface="DM Sans"/>
                  <a:ea typeface="DM Sans"/>
                  <a:cs typeface="DM Sans"/>
                  <a:sym typeface="DM Sans"/>
                </a:rPr>
                <a:t>empreinte carbone</a:t>
              </a:r>
              <a:r>
                <a:rPr lang="fr-FR" sz="1200" b="0" i="0" u="none" strike="noStrike" cap="none">
                  <a:solidFill>
                    <a:schemeClr val="dk1"/>
                  </a:solidFill>
                  <a:latin typeface="DM Sans"/>
                  <a:ea typeface="DM Sans"/>
                  <a:cs typeface="DM Sans"/>
                  <a:sym typeface="DM Sans"/>
                </a:rPr>
                <a:t> dans le monde ? En France ?</a:t>
              </a:r>
              <a:r>
                <a:rPr lang="fr-FR" sz="1200">
                  <a:solidFill>
                    <a:schemeClr val="dk1"/>
                  </a:solidFill>
                  <a:latin typeface="DM Sans"/>
                  <a:ea typeface="DM Sans"/>
                  <a:cs typeface="DM Sans"/>
                  <a:sym typeface="DM Sans"/>
                </a:rPr>
                <a:t> </a:t>
              </a:r>
              <a:endParaRPr lang="fr-FR" sz="1200" b="0" i="0" u="none" strike="noStrike" cap="none">
                <a:solidFill>
                  <a:schemeClr val="dk1"/>
                </a:solidFill>
                <a:latin typeface="DM Sans"/>
                <a:ea typeface="DM Sans"/>
                <a:cs typeface="DM Sans"/>
              </a:endParaRPr>
            </a:p>
            <a:p>
              <a:pPr algn="just">
                <a:lnSpc>
                  <a:spcPct val="119958"/>
                </a:lnSpc>
              </a:pPr>
              <a:r>
                <a:rPr lang="fr-FR" sz="1100">
                  <a:latin typeface="DM Sans"/>
                </a:rPr>
                <a:t>Aujourd'hui le système digital dans le monde représente environ 4% de l'empreinte carbone mondiale.</a:t>
              </a:r>
              <a:endParaRPr lang="en-US" sz="1100">
                <a:solidFill>
                  <a:schemeClr val="dk1"/>
                </a:solidFill>
                <a:latin typeface="DM Sans"/>
              </a:endParaRPr>
            </a:p>
            <a:p>
              <a:pPr algn="just">
                <a:lnSpc>
                  <a:spcPct val="119958"/>
                </a:lnSpc>
              </a:pPr>
              <a:r>
                <a:rPr lang="fr-FR" sz="1100">
                  <a:latin typeface="DM Sans"/>
                </a:rPr>
                <a:t>-&gt; 2% Pour fabriquer les appareils, les infrastructures(ex: satellites </a:t>
              </a:r>
              <a:r>
                <a:rPr lang="fr-FR" sz="1100" err="1">
                  <a:latin typeface="DM Sans"/>
                </a:rPr>
                <a:t>starlink</a:t>
              </a:r>
              <a:r>
                <a:rPr lang="fr-FR" sz="1100">
                  <a:latin typeface="DM Sans"/>
                </a:rPr>
                <a:t>)</a:t>
              </a:r>
              <a:endParaRPr lang="en-US" sz="1100">
                <a:solidFill>
                  <a:schemeClr val="dk1"/>
                </a:solidFill>
                <a:latin typeface="DM Sans"/>
              </a:endParaRPr>
            </a:p>
            <a:p>
              <a:pPr algn="just">
                <a:lnSpc>
                  <a:spcPct val="119958"/>
                </a:lnSpc>
              </a:pPr>
              <a:r>
                <a:rPr lang="fr-FR" sz="1100">
                  <a:latin typeface="DM Sans"/>
                </a:rPr>
                <a:t>-&gt; 2% Pour l'électricité qui est nécessaire pour faire fonctionner le système</a:t>
              </a:r>
              <a:endParaRPr lang="fr-FR"/>
            </a:p>
            <a:p>
              <a:pPr marR="0" lvl="0" algn="just" rtl="0">
                <a:lnSpc>
                  <a:spcPct val="119958"/>
                </a:lnSpc>
                <a:spcBef>
                  <a:spcPts val="0"/>
                </a:spcBef>
                <a:spcAft>
                  <a:spcPts val="0"/>
                </a:spcAft>
                <a:buClr>
                  <a:srgbClr val="000000"/>
                </a:buClr>
                <a:buSzPts val="1200"/>
              </a:pPr>
              <a:endParaRPr lang="fr-FR" sz="1200" b="0" i="0" u="none" strike="noStrike" cap="none">
                <a:solidFill>
                  <a:schemeClr val="dk1"/>
                </a:solidFill>
                <a:latin typeface="DM Sans"/>
                <a:ea typeface="DM Sans"/>
                <a:cs typeface="DM Sans"/>
              </a:endParaRPr>
            </a:p>
            <a:p>
              <a:pPr marL="266700" indent="-228600" algn="just">
                <a:lnSpc>
                  <a:spcPct val="119958"/>
                </a:lnSpc>
                <a:buClr>
                  <a:schemeClr val="dk1"/>
                </a:buClr>
                <a:buSzPts val="1200"/>
                <a:buFont typeface="DM Sans"/>
                <a:buAutoNum type="arabicParenR"/>
              </a:pPr>
              <a:r>
                <a:rPr lang="fr-FR" sz="1200" b="0" i="0" u="none" strike="noStrike" cap="none">
                  <a:solidFill>
                    <a:schemeClr val="dk1"/>
                  </a:solidFill>
                  <a:latin typeface="DM Sans"/>
                  <a:ea typeface="DM Sans"/>
                  <a:cs typeface="DM Sans"/>
                  <a:sym typeface="DM Sans"/>
                </a:rPr>
                <a:t>Votre Projet a-t-il un potentiel dans la réduction des émissions de GES ? Si oui, dans quelles mesures ?</a:t>
              </a:r>
              <a:r>
                <a:rPr lang="fr-FR" sz="1200">
                  <a:solidFill>
                    <a:schemeClr val="dk1"/>
                  </a:solidFill>
                  <a:latin typeface="DM Sans"/>
                  <a:ea typeface="DM Sans"/>
                  <a:cs typeface="DM Sans"/>
                  <a:sym typeface="DM Sans"/>
                </a:rPr>
                <a:t> </a:t>
              </a:r>
              <a:endParaRPr lang="fr-FR" sz="1200" b="0" i="0" u="none" strike="noStrike" cap="none">
                <a:solidFill>
                  <a:schemeClr val="dk1"/>
                </a:solidFill>
                <a:latin typeface="DM Sans"/>
                <a:ea typeface="DM Sans"/>
                <a:cs typeface="DM Sans"/>
              </a:endParaRPr>
            </a:p>
            <a:p>
              <a:pPr algn="just">
                <a:lnSpc>
                  <a:spcPct val="119958"/>
                </a:lnSpc>
                <a:buSzPts val="1200"/>
              </a:pPr>
              <a:r>
                <a:rPr lang="fr-FR" sz="1200">
                  <a:latin typeface="DM Sans"/>
                  <a:ea typeface="DM Sans"/>
                  <a:cs typeface="DM Sans"/>
                </a:rPr>
                <a:t>Oui, notre projet a un fort potentiel de réduction des émissions car l'éco-conception d'un site internet en choisissant un hébergement vert peut réduire 80% de son empreinte carbone.</a:t>
              </a:r>
              <a:endParaRPr lang="fr-FR" sz="1200" b="0" i="0" u="none" strike="noStrike" cap="none">
                <a:latin typeface="DM Sans"/>
                <a:ea typeface="DM Sans"/>
                <a:cs typeface="DM Sans"/>
              </a:endParaRPr>
            </a:p>
          </p:txBody>
        </p:sp>
      </p:grpSp>
      <p:grpSp>
        <p:nvGrpSpPr>
          <p:cNvPr id="213" name="Google Shape;213;p28"/>
          <p:cNvGrpSpPr/>
          <p:nvPr/>
        </p:nvGrpSpPr>
        <p:grpSpPr>
          <a:xfrm>
            <a:off x="6014710" y="213747"/>
            <a:ext cx="2940548" cy="483380"/>
            <a:chOff x="12078870" y="1545119"/>
            <a:chExt cx="5881096" cy="966761"/>
          </a:xfrm>
        </p:grpSpPr>
        <p:sp>
          <p:nvSpPr>
            <p:cNvPr id="214" name="Google Shape;214;p28"/>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215" name="Google Shape;215;p28"/>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216" name="Google Shape;216;p28"/>
          <p:cNvSpPr txBox="1"/>
          <p:nvPr/>
        </p:nvSpPr>
        <p:spPr>
          <a:xfrm>
            <a:off x="185825" y="175650"/>
            <a:ext cx="63795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err="1">
                <a:solidFill>
                  <a:schemeClr val="dk1"/>
                </a:solidFill>
                <a:latin typeface="DM Sans"/>
                <a:ea typeface="DM Sans"/>
                <a:cs typeface="DM Sans"/>
                <a:sym typeface="DM Sans"/>
              </a:rPr>
              <a:t>Masterclass</a:t>
            </a:r>
            <a:r>
              <a:rPr lang="fr" sz="2400" b="1" i="0" u="none" strike="noStrike" cap="none">
                <a:solidFill>
                  <a:schemeClr val="dk1"/>
                </a:solidFill>
                <a:latin typeface="DM Sans"/>
                <a:ea typeface="DM Sans"/>
                <a:cs typeface="DM Sans"/>
                <a:sym typeface="DM Sans"/>
              </a:rPr>
              <a:t> #</a:t>
            </a:r>
            <a:r>
              <a:rPr lang="fr" sz="2400" b="1">
                <a:solidFill>
                  <a:schemeClr val="dk1"/>
                </a:solidFill>
                <a:latin typeface="DM Sans"/>
                <a:ea typeface="DM Sans"/>
                <a:cs typeface="DM Sans"/>
                <a:sym typeface="DM Sans"/>
              </a:rPr>
              <a:t>2</a:t>
            </a:r>
            <a:endParaRPr sz="2400" b="1" i="0" u="none" strike="noStrike" cap="none">
              <a:solidFill>
                <a:srgbClr val="000000"/>
              </a:solidFill>
              <a:latin typeface="DM Sans"/>
              <a:ea typeface="DM Sans"/>
              <a:cs typeface="DM Sans"/>
              <a:sym typeface="DM Sans"/>
            </a:endParaRPr>
          </a:p>
        </p:txBody>
      </p:sp>
      <p:pic>
        <p:nvPicPr>
          <p:cNvPr id="218" name="Google Shape;218;p28"/>
          <p:cNvPicPr preferRelativeResize="0"/>
          <p:nvPr/>
        </p:nvPicPr>
        <p:blipFill rotWithShape="1">
          <a:blip r:embed="rId4">
            <a:alphaModFix/>
          </a:blip>
          <a:srcRect/>
          <a:stretch/>
        </p:blipFill>
        <p:spPr>
          <a:xfrm>
            <a:off x="6863448" y="1727687"/>
            <a:ext cx="2281287" cy="2352725"/>
          </a:xfrm>
          <a:prstGeom prst="rect">
            <a:avLst/>
          </a:prstGeom>
          <a:noFill/>
          <a:ln>
            <a:noFill/>
          </a:ln>
        </p:spPr>
      </p:pic>
      <p:sp>
        <p:nvSpPr>
          <p:cNvPr id="2" name="Espace réservé du numéro de diapositive 1">
            <a:extLst>
              <a:ext uri="{FF2B5EF4-FFF2-40B4-BE49-F238E27FC236}">
                <a16:creationId xmlns:a16="http://schemas.microsoft.com/office/drawing/2014/main" id="{43086BD4-46B5-214C-EB18-71FB2C1A95D5}"/>
              </a:ext>
            </a:extLst>
          </p:cNvPr>
          <p:cNvSpPr>
            <a:spLocks noGrp="1"/>
          </p:cNvSpPr>
          <p:nvPr>
            <p:ph type="sldNum" idx="12"/>
          </p:nvPr>
        </p:nvSpPr>
        <p:spPr/>
        <p:txBody>
          <a:bodyPr/>
          <a:lstStyle/>
          <a:p>
            <a:fld id="{00000000-1234-1234-1234-123412341234}" type="slidenum">
              <a:rPr lang="fr"/>
              <a:t>19</a:t>
            </a:fld>
            <a:endParaRPr lang="fr-F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4" name="Google Shape;224;p29"/>
          <p:cNvSpPr/>
          <p:nvPr/>
        </p:nvSpPr>
        <p:spPr>
          <a:xfrm>
            <a:off x="3061013" y="721526"/>
            <a:ext cx="5792127" cy="4163880"/>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marL="0" marR="0" lvl="0" indent="0" algn="just" rtl="0">
              <a:lnSpc>
                <a:spcPct val="119958"/>
              </a:lnSpc>
              <a:spcBef>
                <a:spcPts val="0"/>
              </a:spcBef>
              <a:spcAft>
                <a:spcPts val="0"/>
              </a:spcAft>
              <a:buClr>
                <a:schemeClr val="dk1"/>
              </a:buClr>
              <a:buSzPts val="600"/>
              <a:buFont typeface="Arial"/>
              <a:buNone/>
            </a:pPr>
            <a:r>
              <a:rPr lang="fr" sz="1100">
                <a:latin typeface="DM Sans"/>
                <a:sym typeface="Calibri"/>
              </a:rPr>
              <a:t>Nous vous invitons à noter ici ce que vous avez appris, ce qui vous a surpris et ce que vous avez ressenti. </a:t>
            </a:r>
            <a:r>
              <a:rPr lang="en-US" sz="1100">
                <a:latin typeface="DM Sans"/>
                <a:sym typeface="Calibri"/>
              </a:rPr>
              <a:t>La </a:t>
            </a:r>
            <a:r>
              <a:rPr lang="en-US" sz="1100" err="1">
                <a:latin typeface="DM Sans"/>
                <a:sym typeface="Calibri"/>
              </a:rPr>
              <a:t>tutrice</a:t>
            </a:r>
            <a:r>
              <a:rPr lang="en-US" sz="1100">
                <a:latin typeface="DM Sans"/>
                <a:sym typeface="Calibri"/>
              </a:rPr>
              <a:t> </a:t>
            </a:r>
            <a:r>
              <a:rPr lang="fr" sz="1100">
                <a:latin typeface="DM Sans"/>
                <a:sym typeface="Calibri"/>
              </a:rPr>
              <a:t>lira votre carnet de bord et fera un retour au jury.</a:t>
            </a:r>
            <a:endParaRPr lang="fr-FR" sz="1100">
              <a:latin typeface="DM Sans"/>
            </a:endParaRPr>
          </a:p>
        </p:txBody>
      </p:sp>
      <p:sp>
        <p:nvSpPr>
          <p:cNvPr id="225" name="Google Shape;225;p29"/>
          <p:cNvSpPr/>
          <p:nvPr/>
        </p:nvSpPr>
        <p:spPr>
          <a:xfrm>
            <a:off x="3374424" y="1372782"/>
            <a:ext cx="5347800" cy="32718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l" rtl="0">
              <a:lnSpc>
                <a:spcPct val="119958"/>
              </a:lnSpc>
              <a:spcBef>
                <a:spcPts val="0"/>
              </a:spcBef>
              <a:spcAft>
                <a:spcPts val="0"/>
              </a:spcAft>
              <a:buClr>
                <a:srgbClr val="000000"/>
              </a:buClr>
              <a:buSzPts val="1200"/>
              <a:buFont typeface="Arial"/>
              <a:buNone/>
            </a:pPr>
            <a:r>
              <a:rPr lang="fr" sz="1200" b="0" i="0" u="none" strike="noStrike" cap="none">
                <a:solidFill>
                  <a:schemeClr val="dk1"/>
                </a:solidFill>
                <a:latin typeface="Calibri"/>
                <a:ea typeface="Calibri"/>
                <a:cs typeface="Calibri"/>
                <a:sym typeface="Calibri"/>
              </a:rPr>
              <a:t>Ce que nous avons appris : </a:t>
            </a:r>
            <a:endParaRPr sz="1200" b="0" i="0" u="none" strike="noStrike" cap="none">
              <a:solidFill>
                <a:schemeClr val="dk1"/>
              </a:solidFill>
              <a:latin typeface="Calibri"/>
              <a:ea typeface="Calibri"/>
              <a:cs typeface="Calibri"/>
              <a:sym typeface="Calibri"/>
            </a:endParaRPr>
          </a:p>
          <a:p>
            <a:pPr>
              <a:lnSpc>
                <a:spcPct val="119958"/>
              </a:lnSpc>
              <a:buSzPts val="1200"/>
            </a:pPr>
            <a:r>
              <a:rPr lang="fr" sz="1200">
                <a:latin typeface="Calibri"/>
                <a:ea typeface="Calibri"/>
                <a:cs typeface="Calibri"/>
              </a:rPr>
              <a:t>On a appris à mesurer l'empreinte carbone en CO</a:t>
            </a:r>
            <a:r>
              <a:rPr lang="fr" sz="1200">
                <a:ea typeface="Calibri"/>
              </a:rPr>
              <a:t>₂ . On a vu les trois scopes d'émissions (directes et indirectes). On a aussi découvert l'analyse du cycle de la vie (ACV) pour évaluer l'impact d'un produit sur toute sa durée de vie.</a:t>
            </a:r>
            <a:endParaRPr lang="fr" sz="1200" b="0" i="0" u="none" strike="noStrike" cap="none">
              <a:ea typeface="Calibri"/>
            </a:endParaRPr>
          </a:p>
          <a:p>
            <a:pPr marL="0" marR="0" lvl="0" indent="0" algn="l" rtl="0">
              <a:lnSpc>
                <a:spcPct val="119958"/>
              </a:lnSpc>
              <a:spcBef>
                <a:spcPts val="0"/>
              </a:spcBef>
              <a:spcAft>
                <a:spcPts val="0"/>
              </a:spcAft>
              <a:buClr>
                <a:srgbClr val="000000"/>
              </a:buClr>
              <a:buSzPts val="1200"/>
              <a:buFont typeface="Arial"/>
              <a:buNone/>
            </a:pPr>
            <a:endParaRPr lang="fr" sz="1200" b="0" i="0" u="none" strike="noStrike" cap="none">
              <a:solidFill>
                <a:schemeClr val="dk1"/>
              </a:solidFill>
              <a:latin typeface="DM Sans"/>
              <a:ea typeface="DM Sans"/>
              <a:cs typeface="DM Sans"/>
            </a:endParaRPr>
          </a:p>
          <a:p>
            <a:pPr marL="0" marR="0" lvl="0" indent="0" algn="l" rtl="0">
              <a:lnSpc>
                <a:spcPct val="119958"/>
              </a:lnSpc>
              <a:spcBef>
                <a:spcPts val="0"/>
              </a:spcBef>
              <a:spcAft>
                <a:spcPts val="0"/>
              </a:spcAft>
              <a:buClr>
                <a:srgbClr val="000000"/>
              </a:buClr>
              <a:buSzPts val="1200"/>
              <a:buFont typeface="Arial"/>
              <a:buNone/>
            </a:pPr>
            <a:r>
              <a:rPr lang="fr" sz="1200" b="0" i="0" u="none" strike="noStrike" cap="none">
                <a:solidFill>
                  <a:schemeClr val="dk1"/>
                </a:solidFill>
                <a:latin typeface="Calibri"/>
                <a:ea typeface="Calibri"/>
                <a:cs typeface="Calibri"/>
                <a:sym typeface="Calibri"/>
              </a:rPr>
              <a:t>Ce qui nous a surpris :</a:t>
            </a:r>
            <a:endParaRPr sz="1200" b="0" i="0" u="none" strike="noStrike" cap="none">
              <a:solidFill>
                <a:schemeClr val="dk1"/>
              </a:solidFill>
              <a:latin typeface="DM Sans"/>
              <a:ea typeface="DM Sans"/>
              <a:cs typeface="DM Sans"/>
              <a:sym typeface="DM Sans"/>
            </a:endParaRPr>
          </a:p>
          <a:p>
            <a:pPr>
              <a:lnSpc>
                <a:spcPct val="119958"/>
              </a:lnSpc>
              <a:buSzPts val="1200"/>
            </a:pPr>
            <a:r>
              <a:rPr lang="fr-FR" sz="1200">
                <a:latin typeface="DM Sans"/>
                <a:ea typeface="DM Sans"/>
                <a:cs typeface="DM Sans"/>
              </a:rPr>
              <a:t>Les usages numériques ont un gros impact carbone. On ne s'y attendait pas. Un site web mal conçu peut polluer beaucoup.</a:t>
            </a:r>
            <a:endParaRPr lang="fr-FR" sz="1200" b="0" i="0" u="none" strike="noStrike" cap="none">
              <a:latin typeface="DM Sans"/>
              <a:ea typeface="DM Sans"/>
              <a:cs typeface="DM Sans"/>
            </a:endParaRPr>
          </a:p>
          <a:p>
            <a:pPr marL="0" marR="0" lvl="0" indent="0" algn="l" rtl="0">
              <a:lnSpc>
                <a:spcPct val="119958"/>
              </a:lnSpc>
              <a:spcBef>
                <a:spcPts val="0"/>
              </a:spcBef>
              <a:spcAft>
                <a:spcPts val="0"/>
              </a:spcAft>
              <a:buClr>
                <a:srgbClr val="000000"/>
              </a:buClr>
              <a:buSzPts val="1200"/>
              <a:buFont typeface="Arial"/>
              <a:buNone/>
            </a:pPr>
            <a:endParaRPr lang="fr-FR" sz="1200" b="0" i="0" u="none" strike="noStrike" cap="none">
              <a:latin typeface="DM Sans"/>
              <a:ea typeface="DM Sans"/>
              <a:cs typeface="DM Sans"/>
            </a:endParaRPr>
          </a:p>
          <a:p>
            <a:pPr marL="0" marR="0" lvl="0" indent="0" algn="l" rtl="0">
              <a:lnSpc>
                <a:spcPct val="119958"/>
              </a:lnSpc>
              <a:spcBef>
                <a:spcPts val="0"/>
              </a:spcBef>
              <a:spcAft>
                <a:spcPts val="0"/>
              </a:spcAft>
              <a:buClr>
                <a:srgbClr val="000000"/>
              </a:buClr>
              <a:buSzPts val="1200"/>
              <a:buFont typeface="Arial"/>
              <a:buNone/>
            </a:pPr>
            <a:r>
              <a:rPr lang="fr" sz="1200" b="0" i="0" u="none" strike="noStrike" cap="none">
                <a:solidFill>
                  <a:schemeClr val="dk1"/>
                </a:solidFill>
                <a:latin typeface="Calibri"/>
                <a:ea typeface="Calibri"/>
                <a:cs typeface="Calibri"/>
                <a:sym typeface="Calibri"/>
              </a:rPr>
              <a:t>Nos ressentis : </a:t>
            </a:r>
            <a:endParaRPr sz="1200" b="0" i="0" u="none" strike="noStrike" cap="none">
              <a:solidFill>
                <a:schemeClr val="dk1"/>
              </a:solidFill>
              <a:latin typeface="Calibri"/>
              <a:ea typeface="Calibri"/>
              <a:cs typeface="Calibri"/>
              <a:sym typeface="Calibri"/>
            </a:endParaRPr>
          </a:p>
          <a:p>
            <a:pPr>
              <a:lnSpc>
                <a:spcPct val="119958"/>
              </a:lnSpc>
              <a:buSzPts val="1200"/>
            </a:pPr>
            <a:r>
              <a:rPr lang="fr-FR" sz="1200">
                <a:latin typeface="Calibri"/>
                <a:ea typeface="Calibri"/>
                <a:cs typeface="Calibri"/>
                <a:sym typeface="Calibri"/>
              </a:rPr>
              <a:t>C'était concret et utile, on se sent mieux armés pour évaluer l'impact de notre projet. On est motivés à concevoir un site plus écologique pour CYU.</a:t>
            </a:r>
            <a:endParaRPr lang="fr-FR"/>
          </a:p>
          <a:p>
            <a:pPr marL="0" marR="0" lvl="0" indent="0" algn="l" rtl="0">
              <a:lnSpc>
                <a:spcPct val="119958"/>
              </a:lnSpc>
              <a:spcBef>
                <a:spcPts val="0"/>
              </a:spcBef>
              <a:spcAft>
                <a:spcPts val="0"/>
              </a:spcAft>
              <a:buClr>
                <a:srgbClr val="000000"/>
              </a:buClr>
              <a:buSzPts val="1200"/>
              <a:buFont typeface="Arial"/>
              <a:buNone/>
            </a:pPr>
            <a:endParaRPr lang="fr-FR" sz="1200" b="0" i="0" u="none" strike="noStrike" cap="none">
              <a:latin typeface="Calibri"/>
              <a:ea typeface="Calibri"/>
              <a:cs typeface="Calibri"/>
            </a:endParaRPr>
          </a:p>
          <a:p>
            <a:pPr marL="0" marR="0" lvl="0" indent="0" algn="l"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DM Sans"/>
              <a:ea typeface="DM Sans"/>
              <a:cs typeface="DM Sans"/>
              <a:sym typeface="DM Sans"/>
            </a:endParaRPr>
          </a:p>
        </p:txBody>
      </p:sp>
      <p:grpSp>
        <p:nvGrpSpPr>
          <p:cNvPr id="226" name="Google Shape;226;p29"/>
          <p:cNvGrpSpPr/>
          <p:nvPr/>
        </p:nvGrpSpPr>
        <p:grpSpPr>
          <a:xfrm>
            <a:off x="120435" y="4271860"/>
            <a:ext cx="2940548" cy="483380"/>
            <a:chOff x="12078870" y="1545119"/>
            <a:chExt cx="5881096" cy="966761"/>
          </a:xfrm>
        </p:grpSpPr>
        <p:sp>
          <p:nvSpPr>
            <p:cNvPr id="227" name="Google Shape;227;p29"/>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228" name="Google Shape;228;p29"/>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pic>
        <p:nvPicPr>
          <p:cNvPr id="229" name="Google Shape;229;p29"/>
          <p:cNvPicPr preferRelativeResize="0"/>
          <p:nvPr/>
        </p:nvPicPr>
        <p:blipFill rotWithShape="1">
          <a:blip r:embed="rId4">
            <a:alphaModFix/>
          </a:blip>
          <a:srcRect/>
          <a:stretch/>
        </p:blipFill>
        <p:spPr>
          <a:xfrm>
            <a:off x="421122" y="1588275"/>
            <a:ext cx="1949575" cy="1866900"/>
          </a:xfrm>
          <a:prstGeom prst="rect">
            <a:avLst/>
          </a:prstGeom>
          <a:noFill/>
          <a:ln>
            <a:noFill/>
          </a:ln>
        </p:spPr>
      </p:pic>
      <p:sp>
        <p:nvSpPr>
          <p:cNvPr id="231" name="Google Shape;231;p29"/>
          <p:cNvSpPr txBox="1"/>
          <p:nvPr/>
        </p:nvSpPr>
        <p:spPr>
          <a:xfrm>
            <a:off x="185825" y="175650"/>
            <a:ext cx="87939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err="1">
                <a:solidFill>
                  <a:schemeClr val="accent1"/>
                </a:solidFill>
                <a:latin typeface="DM Sans"/>
                <a:ea typeface="DM Sans"/>
                <a:cs typeface="DM Sans"/>
                <a:sym typeface="DM Sans"/>
              </a:rPr>
              <a:t>Masterclass</a:t>
            </a:r>
            <a:r>
              <a:rPr lang="fr" sz="2400" b="1" i="0" u="none" strike="noStrike" cap="none">
                <a:solidFill>
                  <a:schemeClr val="accent1"/>
                </a:solidFill>
                <a:latin typeface="DM Sans"/>
                <a:ea typeface="DM Sans"/>
                <a:cs typeface="DM Sans"/>
                <a:sym typeface="DM Sans"/>
              </a:rPr>
              <a:t> #</a:t>
            </a:r>
            <a:r>
              <a:rPr lang="fr" sz="2400" b="1">
                <a:solidFill>
                  <a:schemeClr val="accent1"/>
                </a:solidFill>
                <a:latin typeface="DM Sans"/>
                <a:ea typeface="DM Sans"/>
                <a:cs typeface="DM Sans"/>
                <a:sym typeface="DM Sans"/>
              </a:rPr>
              <a:t>2</a:t>
            </a:r>
            <a:endParaRPr sz="2400" b="1" i="0" u="none" strike="noStrike" cap="none">
              <a:solidFill>
                <a:schemeClr val="accent1"/>
              </a:solidFill>
              <a:latin typeface="DM Sans"/>
              <a:ea typeface="DM Sans"/>
              <a:cs typeface="DM Sans"/>
              <a:sym typeface="DM Sans"/>
            </a:endParaRPr>
          </a:p>
        </p:txBody>
      </p:sp>
      <p:sp>
        <p:nvSpPr>
          <p:cNvPr id="2" name="Espace réservé du numéro de diapositive 1">
            <a:extLst>
              <a:ext uri="{FF2B5EF4-FFF2-40B4-BE49-F238E27FC236}">
                <a16:creationId xmlns:a16="http://schemas.microsoft.com/office/drawing/2014/main" id="{810BC9B5-A3B2-A948-A8AF-E5B18C8DA7D1}"/>
              </a:ext>
            </a:extLst>
          </p:cNvPr>
          <p:cNvSpPr>
            <a:spLocks noGrp="1"/>
          </p:cNvSpPr>
          <p:nvPr>
            <p:ph type="sldNum" idx="12"/>
          </p:nvPr>
        </p:nvSpPr>
        <p:spPr/>
        <p:txBody>
          <a:bodyPr/>
          <a:lstStyle/>
          <a:p>
            <a:fld id="{00000000-1234-1234-1234-123412341234}" type="slidenum">
              <a:rPr lang="fr"/>
              <a:t>20</a:t>
            </a:fld>
            <a:endParaRPr lang="fr-F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0"/>
          <p:cNvSpPr txBox="1"/>
          <p:nvPr/>
        </p:nvSpPr>
        <p:spPr>
          <a:xfrm>
            <a:off x="185825" y="175650"/>
            <a:ext cx="63795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err="1">
                <a:solidFill>
                  <a:schemeClr val="dk1"/>
                </a:solidFill>
                <a:latin typeface="DM Sans"/>
                <a:ea typeface="DM Sans"/>
                <a:cs typeface="DM Sans"/>
                <a:sym typeface="DM Sans"/>
              </a:rPr>
              <a:t>Masterclass</a:t>
            </a:r>
            <a:r>
              <a:rPr lang="fr" sz="2400" b="1" i="0" u="none" strike="noStrike" cap="none">
                <a:solidFill>
                  <a:schemeClr val="dk1"/>
                </a:solidFill>
                <a:latin typeface="DM Sans"/>
                <a:ea typeface="DM Sans"/>
                <a:cs typeface="DM Sans"/>
                <a:sym typeface="DM Sans"/>
              </a:rPr>
              <a:t> #</a:t>
            </a:r>
            <a:r>
              <a:rPr lang="fr" sz="2400" b="1">
                <a:solidFill>
                  <a:schemeClr val="dk1"/>
                </a:solidFill>
                <a:latin typeface="DM Sans"/>
                <a:ea typeface="DM Sans"/>
                <a:cs typeface="DM Sans"/>
                <a:sym typeface="DM Sans"/>
              </a:rPr>
              <a:t>2</a:t>
            </a:r>
            <a:endParaRPr sz="2400" b="1" i="0" u="none" strike="noStrike" cap="none">
              <a:solidFill>
                <a:schemeClr val="dk1"/>
              </a:solidFill>
              <a:latin typeface="DM Sans"/>
              <a:ea typeface="DM Sans"/>
              <a:cs typeface="DM Sans"/>
              <a:sym typeface="DM Sans"/>
            </a:endParaRPr>
          </a:p>
        </p:txBody>
      </p:sp>
      <p:pic>
        <p:nvPicPr>
          <p:cNvPr id="237" name="Google Shape;237;p30"/>
          <p:cNvPicPr preferRelativeResize="0"/>
          <p:nvPr/>
        </p:nvPicPr>
        <p:blipFill rotWithShape="1">
          <a:blip r:embed="rId3">
            <a:alphaModFix/>
          </a:blip>
          <a:srcRect/>
          <a:stretch/>
        </p:blipFill>
        <p:spPr>
          <a:xfrm>
            <a:off x="186848" y="864647"/>
            <a:ext cx="2435446" cy="1369605"/>
          </a:xfrm>
          <a:prstGeom prst="rect">
            <a:avLst/>
          </a:prstGeom>
          <a:noFill/>
          <a:ln>
            <a:noFill/>
          </a:ln>
        </p:spPr>
      </p:pic>
      <p:sp>
        <p:nvSpPr>
          <p:cNvPr id="238" name="Google Shape;238;p30"/>
          <p:cNvSpPr/>
          <p:nvPr/>
        </p:nvSpPr>
        <p:spPr>
          <a:xfrm>
            <a:off x="3039458" y="788300"/>
            <a:ext cx="5682256" cy="4108980"/>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algn="just">
              <a:buSzPts val="1200"/>
            </a:pPr>
            <a:r>
              <a:rPr lang="fr" sz="1100">
                <a:latin typeface="DM Sans"/>
                <a:sym typeface="Calibri"/>
              </a:rPr>
              <a:t>Notez ici les bilans carbone individuels de chacun des membres de votre groupe. </a:t>
            </a:r>
            <a:endParaRPr lang="fr-FR" sz="1100">
              <a:latin typeface="DM Sans"/>
            </a:endParaRPr>
          </a:p>
        </p:txBody>
      </p:sp>
      <p:sp>
        <p:nvSpPr>
          <p:cNvPr id="239" name="Google Shape;239;p30"/>
          <p:cNvSpPr/>
          <p:nvPr/>
        </p:nvSpPr>
        <p:spPr>
          <a:xfrm>
            <a:off x="3251283" y="1110080"/>
            <a:ext cx="5260890" cy="3329043"/>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l"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DM Sans"/>
              <a:ea typeface="DM Sans"/>
              <a:cs typeface="DM Sans"/>
              <a:sym typeface="DM Sans"/>
            </a:endParaRPr>
          </a:p>
          <a:p>
            <a:pPr>
              <a:lnSpc>
                <a:spcPct val="119958"/>
              </a:lnSpc>
              <a:buSzPts val="1200"/>
            </a:pPr>
            <a:r>
              <a:rPr lang="fr-FR" sz="1200">
                <a:latin typeface="DM Sans"/>
                <a:ea typeface="DM Sans"/>
                <a:cs typeface="DM Sans"/>
              </a:rPr>
              <a:t>Tom : 7,6 Tonnes de CO2 par an, 4800 litres.</a:t>
            </a:r>
          </a:p>
          <a:p>
            <a:pPr>
              <a:lnSpc>
                <a:spcPct val="119958"/>
              </a:lnSpc>
              <a:buSzPts val="1200"/>
            </a:pPr>
            <a:r>
              <a:rPr lang="fr-FR" sz="1200" b="0" i="0" u="none" strike="noStrike" cap="none">
                <a:latin typeface="DM Sans"/>
                <a:ea typeface="DM Sans"/>
                <a:cs typeface="DM Sans"/>
                <a:sym typeface="DM Sans"/>
              </a:rPr>
              <a:t>Myriam : 4,8 tonnes de CO2 par an et 4800 litres.</a:t>
            </a:r>
            <a:endParaRPr lang="fr-FR" sz="1200">
              <a:latin typeface="DM Sans"/>
              <a:ea typeface="DM Sans"/>
              <a:cs typeface="DM Sans"/>
            </a:endParaRPr>
          </a:p>
          <a:p>
            <a:pPr>
              <a:lnSpc>
                <a:spcPct val="119958"/>
              </a:lnSpc>
              <a:buSzPts val="1200"/>
            </a:pPr>
            <a:r>
              <a:rPr lang="fr-FR" sz="1200" b="0" i="0" u="none" strike="noStrike" cap="none">
                <a:latin typeface="DM Sans"/>
                <a:ea typeface="DM Sans"/>
                <a:cs typeface="DM Sans"/>
                <a:sym typeface="DM Sans"/>
              </a:rPr>
              <a:t>Ambrine: 6,4 tonnes de CO2 par an et 6000 litres d’eau/jour</a:t>
            </a:r>
            <a:endParaRPr lang="fr-FR" sz="1200" b="0" i="0" u="none" strike="noStrike" cap="none">
              <a:latin typeface="DM Sans"/>
              <a:ea typeface="DM Sans"/>
              <a:cs typeface="DM Sans"/>
            </a:endParaRPr>
          </a:p>
          <a:p>
            <a:pPr>
              <a:lnSpc>
                <a:spcPct val="119958"/>
              </a:lnSpc>
              <a:buSzPts val="1200"/>
            </a:pPr>
            <a:r>
              <a:rPr lang="fr-FR" sz="1200" err="1">
                <a:latin typeface="DM Sans"/>
                <a:ea typeface="DM Sans"/>
                <a:cs typeface="DM Sans"/>
              </a:rPr>
              <a:t>Maria-Danielle</a:t>
            </a:r>
            <a:r>
              <a:rPr lang="fr-FR" sz="1200">
                <a:latin typeface="DM Sans"/>
                <a:ea typeface="DM Sans"/>
                <a:cs typeface="DM Sans"/>
              </a:rPr>
              <a:t> : 4,4 tonnes de CO2 par an et 4300 litres d'eau/jour.</a:t>
            </a:r>
          </a:p>
          <a:p>
            <a:pPr>
              <a:lnSpc>
                <a:spcPct val="119958"/>
              </a:lnSpc>
              <a:buSzPts val="1200"/>
            </a:pPr>
            <a:r>
              <a:rPr lang="fr-FR" sz="1200">
                <a:latin typeface="DM Sans"/>
                <a:ea typeface="DM Sans"/>
                <a:cs typeface="DM Sans"/>
              </a:rPr>
              <a:t>Ibrahim :  6,5 tonnes de CO2 par an et 4500 Litres d'eau/jour.</a:t>
            </a:r>
          </a:p>
          <a:p>
            <a:pPr>
              <a:lnSpc>
                <a:spcPct val="119958"/>
              </a:lnSpc>
              <a:buSzPts val="1200"/>
            </a:pPr>
            <a:r>
              <a:rPr lang="fr-FR" sz="1200" err="1">
                <a:latin typeface="DM Sans"/>
                <a:ea typeface="DM Sans"/>
                <a:cs typeface="DM Sans"/>
              </a:rPr>
              <a:t>Wahiba</a:t>
            </a:r>
            <a:r>
              <a:rPr lang="fr-FR" sz="1200">
                <a:latin typeface="DM Sans"/>
                <a:ea typeface="DM Sans"/>
                <a:cs typeface="DM Sans"/>
              </a:rPr>
              <a:t> : 5,7 Tonnes de CO2 par an, 5900 litres d'eau/jour. </a:t>
            </a:r>
          </a:p>
          <a:p>
            <a:pPr>
              <a:lnSpc>
                <a:spcPct val="119958"/>
              </a:lnSpc>
              <a:buSzPts val="1200"/>
            </a:pPr>
            <a:endParaRPr lang="fr-FR" sz="1200">
              <a:solidFill>
                <a:schemeClr val="dk1"/>
              </a:solidFill>
              <a:latin typeface="DM Sans"/>
              <a:ea typeface="DM Sans"/>
              <a:cs typeface="DM Sans"/>
            </a:endParaRPr>
          </a:p>
          <a:p>
            <a:pPr>
              <a:lnSpc>
                <a:spcPct val="119958"/>
              </a:lnSpc>
              <a:buSzPts val="1200"/>
            </a:pPr>
            <a:endParaRPr lang="fr-FR" sz="1200">
              <a:solidFill>
                <a:schemeClr val="dk1"/>
              </a:solidFill>
              <a:latin typeface="DM Sans"/>
              <a:ea typeface="DM Sans"/>
              <a:cs typeface="DM Sans"/>
            </a:endParaRPr>
          </a:p>
        </p:txBody>
      </p:sp>
      <p:sp>
        <p:nvSpPr>
          <p:cNvPr id="240" name="Google Shape;240;p30"/>
          <p:cNvSpPr txBox="1"/>
          <p:nvPr/>
        </p:nvSpPr>
        <p:spPr>
          <a:xfrm>
            <a:off x="-146140" y="2771361"/>
            <a:ext cx="3293700" cy="277200"/>
          </a:xfrm>
          <a:prstGeom prst="rect">
            <a:avLst/>
          </a:prstGeom>
          <a:noFill/>
          <a:ln>
            <a:noFill/>
          </a:ln>
        </p:spPr>
        <p:txBody>
          <a:bodyPr spcFirstLastPara="1" wrap="square" lIns="45725" tIns="45725" rIns="45725" bIns="457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fr" sz="1200" b="0" i="0" u="sng" strike="noStrike" cap="none">
                <a:solidFill>
                  <a:schemeClr val="hlink"/>
                </a:solidFill>
                <a:latin typeface="Calibri"/>
                <a:ea typeface="Calibri"/>
                <a:cs typeface="Calibri"/>
                <a:sym typeface="Calibri"/>
                <a:hlinkClick r:id="rId4"/>
              </a:rPr>
              <a:t>https://nosgestesclimat.fr/</a:t>
            </a:r>
            <a:endParaRPr sz="1200" b="0" i="0" u="none" strike="noStrike" cap="none">
              <a:solidFill>
                <a:srgbClr val="000000"/>
              </a:solidFill>
              <a:latin typeface="Calibri"/>
              <a:ea typeface="Calibri"/>
              <a:cs typeface="Calibri"/>
              <a:sym typeface="Calibri"/>
            </a:endParaRPr>
          </a:p>
        </p:txBody>
      </p:sp>
      <p:grpSp>
        <p:nvGrpSpPr>
          <p:cNvPr id="241" name="Google Shape;241;p30"/>
          <p:cNvGrpSpPr/>
          <p:nvPr/>
        </p:nvGrpSpPr>
        <p:grpSpPr>
          <a:xfrm>
            <a:off x="3055506" y="4437968"/>
            <a:ext cx="2923917" cy="431526"/>
            <a:chOff x="12104611" y="1596973"/>
            <a:chExt cx="5847832" cy="863051"/>
          </a:xfrm>
        </p:grpSpPr>
        <p:sp>
          <p:nvSpPr>
            <p:cNvPr id="242" name="Google Shape;242;p30"/>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243" name="Google Shape;243;p30"/>
            <p:cNvPicPr preferRelativeResize="0"/>
            <p:nvPr/>
          </p:nvPicPr>
          <p:blipFill rotWithShape="1">
            <a:blip r:embed="rId5">
              <a:alphaModFix/>
            </a:blip>
            <a:srcRect/>
            <a:stretch/>
          </p:blipFill>
          <p:spPr>
            <a:xfrm rot="-5181430">
              <a:off x="12502940" y="1198644"/>
              <a:ext cx="863051" cy="1659710"/>
            </a:xfrm>
            <a:prstGeom prst="rect">
              <a:avLst/>
            </a:prstGeom>
            <a:noFill/>
            <a:ln>
              <a:noFill/>
            </a:ln>
          </p:spPr>
        </p:pic>
      </p:grpSp>
      <p:sp>
        <p:nvSpPr>
          <p:cNvPr id="245" name="Google Shape;245;p30"/>
          <p:cNvSpPr txBox="1"/>
          <p:nvPr/>
        </p:nvSpPr>
        <p:spPr>
          <a:xfrm rot="600000">
            <a:off x="6588919" y="240039"/>
            <a:ext cx="2345469" cy="461856"/>
          </a:xfrm>
          <a:prstGeom prst="rect">
            <a:avLst/>
          </a:prstGeom>
          <a:noFill/>
          <a:ln>
            <a:noFill/>
          </a:ln>
        </p:spPr>
        <p:txBody>
          <a:bodyPr spcFirstLastPara="1" wrap="square" lIns="45725" tIns="45725" rIns="45725" bIns="457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fr" sz="1200" b="1" i="0" u="none" strike="noStrike" cap="none">
                <a:solidFill>
                  <a:srgbClr val="FF0000"/>
                </a:solidFill>
                <a:latin typeface="Calibri"/>
                <a:ea typeface="Calibri"/>
                <a:cs typeface="Calibri"/>
                <a:sym typeface="Calibri"/>
              </a:rPr>
              <a:t>À FAIRE CHEZ SOI ENTRE LES MASTERCLASS</a:t>
            </a:r>
            <a:endParaRPr sz="1200" b="1" i="0" u="none" strike="noStrike" cap="none">
              <a:solidFill>
                <a:srgbClr val="FF0000"/>
              </a:solidFill>
              <a:latin typeface="Calibri"/>
              <a:ea typeface="Calibri"/>
              <a:cs typeface="Calibri"/>
              <a:sym typeface="Calibri"/>
            </a:endParaRPr>
          </a:p>
        </p:txBody>
      </p:sp>
      <p:sp>
        <p:nvSpPr>
          <p:cNvPr id="2" name="Espace réservé du numéro de diapositive 1">
            <a:extLst>
              <a:ext uri="{FF2B5EF4-FFF2-40B4-BE49-F238E27FC236}">
                <a16:creationId xmlns:a16="http://schemas.microsoft.com/office/drawing/2014/main" id="{9D7B47FD-F2A3-16BA-93B7-A035AD69E9DD}"/>
              </a:ext>
            </a:extLst>
          </p:cNvPr>
          <p:cNvSpPr>
            <a:spLocks noGrp="1"/>
          </p:cNvSpPr>
          <p:nvPr>
            <p:ph type="sldNum" idx="12"/>
          </p:nvPr>
        </p:nvSpPr>
        <p:spPr/>
        <p:txBody>
          <a:bodyPr/>
          <a:lstStyle/>
          <a:p>
            <a:fld id="{00000000-1234-1234-1234-123412341234}" type="slidenum">
              <a:rPr lang="fr"/>
              <a:t>21</a:t>
            </a:fld>
            <a:endParaRPr lang="fr-F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1"/>
          <p:cNvSpPr txBox="1"/>
          <p:nvPr/>
        </p:nvSpPr>
        <p:spPr>
          <a:xfrm>
            <a:off x="185825" y="175650"/>
            <a:ext cx="63795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err="1">
                <a:solidFill>
                  <a:schemeClr val="dk1"/>
                </a:solidFill>
                <a:latin typeface="DM Sans"/>
                <a:ea typeface="DM Sans"/>
                <a:cs typeface="DM Sans"/>
                <a:sym typeface="DM Sans"/>
              </a:rPr>
              <a:t>Masterclass</a:t>
            </a:r>
            <a:r>
              <a:rPr lang="fr" sz="2400" b="1" i="0" u="none" strike="noStrike" cap="none">
                <a:solidFill>
                  <a:schemeClr val="dk1"/>
                </a:solidFill>
                <a:latin typeface="DM Sans"/>
                <a:ea typeface="DM Sans"/>
                <a:cs typeface="DM Sans"/>
                <a:sym typeface="DM Sans"/>
              </a:rPr>
              <a:t> #</a:t>
            </a:r>
            <a:r>
              <a:rPr lang="fr" sz="2400" b="1">
                <a:solidFill>
                  <a:schemeClr val="dk1"/>
                </a:solidFill>
                <a:latin typeface="DM Sans"/>
                <a:ea typeface="DM Sans"/>
                <a:cs typeface="DM Sans"/>
                <a:sym typeface="DM Sans"/>
              </a:rPr>
              <a:t>2</a:t>
            </a:r>
            <a:endParaRPr sz="2400" b="1" i="0" u="none" strike="noStrike" cap="none">
              <a:solidFill>
                <a:srgbClr val="000000"/>
              </a:solidFill>
              <a:latin typeface="DM Sans"/>
              <a:ea typeface="DM Sans"/>
              <a:cs typeface="DM Sans"/>
              <a:sym typeface="DM Sans"/>
            </a:endParaRPr>
          </a:p>
        </p:txBody>
      </p:sp>
      <p:sp>
        <p:nvSpPr>
          <p:cNvPr id="251" name="Google Shape;251;p31"/>
          <p:cNvSpPr/>
          <p:nvPr/>
        </p:nvSpPr>
        <p:spPr>
          <a:xfrm>
            <a:off x="2920845" y="788300"/>
            <a:ext cx="5800869" cy="4108980"/>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marL="0" marR="0" lvl="0" indent="0" algn="just" rtl="0">
              <a:lnSpc>
                <a:spcPct val="100000"/>
              </a:lnSpc>
              <a:spcBef>
                <a:spcPts val="0"/>
              </a:spcBef>
              <a:spcAft>
                <a:spcPts val="0"/>
              </a:spcAft>
              <a:buClr>
                <a:srgbClr val="000000"/>
              </a:buClr>
              <a:buSzPts val="1200"/>
              <a:buFont typeface="Arial"/>
              <a:buNone/>
            </a:pPr>
            <a:r>
              <a:rPr lang="fr" sz="1100">
                <a:latin typeface="DM Sans"/>
                <a:sym typeface="Calibri"/>
              </a:rPr>
              <a:t>Quelles sont les premières actions individuelles que vous souhaitez mettre en place pour réduire votre empreinte carbone ? - </a:t>
            </a:r>
            <a:r>
              <a:rPr lang="fr" sz="1100" i="1">
                <a:latin typeface="DM Sans"/>
                <a:sym typeface="Calibri"/>
              </a:rPr>
              <a:t>Mes prochains petits pas</a:t>
            </a:r>
            <a:endParaRPr lang="fr-FR" sz="1100" i="1">
              <a:latin typeface="DM Sans"/>
            </a:endParaRPr>
          </a:p>
        </p:txBody>
      </p:sp>
      <p:sp>
        <p:nvSpPr>
          <p:cNvPr id="252" name="Google Shape;252;p31"/>
          <p:cNvSpPr/>
          <p:nvPr/>
        </p:nvSpPr>
        <p:spPr>
          <a:xfrm>
            <a:off x="3230302" y="1254110"/>
            <a:ext cx="5293239" cy="31026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l"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DM Sans"/>
              <a:ea typeface="DM Sans"/>
              <a:cs typeface="DM Sans"/>
              <a:sym typeface="DM Sans"/>
            </a:endParaRPr>
          </a:p>
          <a:p>
            <a:pPr>
              <a:lnSpc>
                <a:spcPct val="119958"/>
              </a:lnSpc>
              <a:buSzPts val="1200"/>
            </a:pPr>
            <a:r>
              <a:rPr lang="fr" sz="1200">
                <a:latin typeface="DM Sans"/>
                <a:ea typeface="DM Sans"/>
                <a:cs typeface="DM Sans"/>
              </a:rPr>
              <a:t>Tom : Remplacer la chaudière gaz de ma maison par une pompe à chaleur.</a:t>
            </a:r>
            <a:endParaRPr lang="fr" sz="1200" b="0" i="0" u="none" strike="noStrike" cap="none">
              <a:latin typeface="DM Sans"/>
              <a:ea typeface="DM Sans"/>
              <a:cs typeface="DM Sans"/>
            </a:endParaRPr>
          </a:p>
          <a:p>
            <a:pPr marL="0" marR="0" lvl="0" indent="0" algn="l" rtl="0">
              <a:lnSpc>
                <a:spcPct val="119958"/>
              </a:lnSpc>
              <a:spcBef>
                <a:spcPts val="0"/>
              </a:spcBef>
              <a:spcAft>
                <a:spcPts val="0"/>
              </a:spcAft>
              <a:buClr>
                <a:srgbClr val="000000"/>
              </a:buClr>
              <a:buSzPts val="1200"/>
              <a:buFont typeface="Arial"/>
              <a:buNone/>
            </a:pPr>
            <a:r>
              <a:rPr lang="fr" sz="1200">
                <a:latin typeface="DM Sans"/>
                <a:ea typeface="DM Sans"/>
                <a:cs typeface="DM Sans"/>
                <a:sym typeface="DM Sans"/>
              </a:rPr>
              <a:t>Myriam : Changer mon régime alimentaire.</a:t>
            </a:r>
            <a:endParaRPr lang="fr-FR" sz="1200">
              <a:latin typeface="DM Sans"/>
              <a:ea typeface="DM Sans"/>
              <a:cs typeface="DM Sans"/>
            </a:endParaRPr>
          </a:p>
          <a:p>
            <a:pPr marL="0" marR="0" lvl="0" indent="0" algn="l" rtl="0">
              <a:lnSpc>
                <a:spcPct val="119958"/>
              </a:lnSpc>
              <a:spcBef>
                <a:spcPts val="0"/>
              </a:spcBef>
              <a:spcAft>
                <a:spcPts val="0"/>
              </a:spcAft>
              <a:buClr>
                <a:srgbClr val="000000"/>
              </a:buClr>
              <a:buSzPts val="1200"/>
              <a:buFont typeface="Arial"/>
              <a:buNone/>
            </a:pPr>
            <a:r>
              <a:rPr lang="fr-FR" sz="1200" b="0" i="0" u="none" strike="noStrike" cap="none">
                <a:latin typeface="DM Sans"/>
                <a:ea typeface="DM Sans"/>
                <a:cs typeface="DM Sans"/>
                <a:sym typeface="DM Sans"/>
              </a:rPr>
              <a:t>Ambrine</a:t>
            </a:r>
            <a:r>
              <a:rPr lang="fr-FR" sz="1200">
                <a:latin typeface="DM Sans"/>
                <a:ea typeface="DM Sans"/>
                <a:cs typeface="DM Sans"/>
                <a:sym typeface="DM Sans"/>
              </a:rPr>
              <a:t> : Diminuer ma consommation de poisson et éviter de prendre l’avion </a:t>
            </a:r>
            <a:endParaRPr lang="fr-FR" sz="1200" b="0" i="0" u="none" strike="noStrike" cap="none">
              <a:latin typeface="DM Sans"/>
              <a:ea typeface="DM Sans"/>
              <a:cs typeface="DM Sans"/>
            </a:endParaRPr>
          </a:p>
          <a:p>
            <a:pPr>
              <a:lnSpc>
                <a:spcPct val="119958"/>
              </a:lnSpc>
              <a:buSzPts val="1200"/>
            </a:pPr>
            <a:r>
              <a:rPr lang="fr-FR" sz="1200" err="1">
                <a:latin typeface="DM Sans"/>
                <a:ea typeface="DM Sans"/>
                <a:cs typeface="DM Sans"/>
              </a:rPr>
              <a:t>Maria-Danielle</a:t>
            </a:r>
            <a:r>
              <a:rPr lang="fr-FR" sz="1200">
                <a:latin typeface="DM Sans"/>
                <a:ea typeface="DM Sans"/>
                <a:cs typeface="DM Sans"/>
              </a:rPr>
              <a:t> : Réduire ma consommation de viande.</a:t>
            </a:r>
          </a:p>
          <a:p>
            <a:pPr>
              <a:lnSpc>
                <a:spcPct val="119958"/>
              </a:lnSpc>
              <a:buSzPts val="1200"/>
            </a:pPr>
            <a:r>
              <a:rPr lang="fr-FR" sz="1200">
                <a:latin typeface="DM Sans"/>
                <a:ea typeface="DM Sans"/>
                <a:cs typeface="DM Sans"/>
                <a:sym typeface="DM Sans"/>
              </a:rPr>
              <a:t>Ibrahim :  Réduire mes dépenses de vêtements et ma consommation de viande</a:t>
            </a:r>
            <a:endParaRPr lang="fr-FR" sz="1200">
              <a:latin typeface="DM Sans"/>
              <a:ea typeface="DM Sans"/>
              <a:cs typeface="DM Sans"/>
            </a:endParaRPr>
          </a:p>
          <a:p>
            <a:pPr>
              <a:lnSpc>
                <a:spcPct val="119958"/>
              </a:lnSpc>
              <a:buSzPts val="1200"/>
            </a:pPr>
            <a:r>
              <a:rPr lang="fr-FR" sz="1200" err="1">
                <a:latin typeface="DM Sans"/>
                <a:ea typeface="DM Sans"/>
                <a:cs typeface="DM Sans"/>
              </a:rPr>
              <a:t>Wahiba</a:t>
            </a:r>
            <a:r>
              <a:rPr lang="fr-FR" sz="1200">
                <a:latin typeface="DM Sans"/>
                <a:ea typeface="DM Sans"/>
                <a:cs typeface="DM Sans"/>
              </a:rPr>
              <a:t> : Consommer moins, mieux, et me déplacer de façon plus écologique.</a:t>
            </a:r>
            <a:endParaRPr lang="fr-FR" sz="1200">
              <a:latin typeface="DM Sans"/>
              <a:ea typeface="DM Sans"/>
              <a:cs typeface="DM Sans"/>
              <a:sym typeface="DM Sans"/>
            </a:endParaRPr>
          </a:p>
        </p:txBody>
      </p:sp>
      <p:grpSp>
        <p:nvGrpSpPr>
          <p:cNvPr id="253" name="Google Shape;253;p31"/>
          <p:cNvGrpSpPr/>
          <p:nvPr/>
        </p:nvGrpSpPr>
        <p:grpSpPr>
          <a:xfrm>
            <a:off x="2934803" y="4412039"/>
            <a:ext cx="2940548" cy="483380"/>
            <a:chOff x="12078870" y="1545119"/>
            <a:chExt cx="5881096" cy="966761"/>
          </a:xfrm>
        </p:grpSpPr>
        <p:sp>
          <p:nvSpPr>
            <p:cNvPr id="254" name="Google Shape;254;p31"/>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255" name="Google Shape;255;p31"/>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pic>
        <p:nvPicPr>
          <p:cNvPr id="257" name="Google Shape;257;p31"/>
          <p:cNvPicPr preferRelativeResize="0"/>
          <p:nvPr/>
        </p:nvPicPr>
        <p:blipFill rotWithShape="1">
          <a:blip r:embed="rId4">
            <a:alphaModFix/>
          </a:blip>
          <a:srcRect/>
          <a:stretch/>
        </p:blipFill>
        <p:spPr>
          <a:xfrm>
            <a:off x="-826025" y="420627"/>
            <a:ext cx="4199756" cy="4307586"/>
          </a:xfrm>
          <a:prstGeom prst="rect">
            <a:avLst/>
          </a:prstGeom>
          <a:noFill/>
          <a:ln>
            <a:noFill/>
          </a:ln>
        </p:spPr>
      </p:pic>
      <p:sp>
        <p:nvSpPr>
          <p:cNvPr id="258" name="Google Shape;258;p31"/>
          <p:cNvSpPr txBox="1"/>
          <p:nvPr/>
        </p:nvSpPr>
        <p:spPr>
          <a:xfrm rot="780000">
            <a:off x="6556570" y="261605"/>
            <a:ext cx="2345469" cy="461856"/>
          </a:xfrm>
          <a:prstGeom prst="rect">
            <a:avLst/>
          </a:prstGeom>
          <a:noFill/>
          <a:ln>
            <a:noFill/>
          </a:ln>
        </p:spPr>
        <p:txBody>
          <a:bodyPr spcFirstLastPara="1" wrap="square" lIns="45725" tIns="45725" rIns="45725" bIns="457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fr" sz="1200" b="1" i="0" u="none" strike="noStrike" cap="none">
                <a:solidFill>
                  <a:srgbClr val="FF0000"/>
                </a:solidFill>
                <a:latin typeface="Calibri"/>
                <a:ea typeface="Calibri"/>
                <a:cs typeface="Calibri"/>
                <a:sym typeface="Calibri"/>
              </a:rPr>
              <a:t>À FAIRE CHEZ SOI ENTRE LES MASTERCLASS</a:t>
            </a:r>
            <a:endParaRPr sz="1200" b="1" i="0" u="none" strike="noStrike" cap="none">
              <a:solidFill>
                <a:srgbClr val="FF0000"/>
              </a:solidFill>
              <a:latin typeface="Calibri"/>
              <a:ea typeface="Calibri"/>
              <a:cs typeface="Calibri"/>
              <a:sym typeface="Calibri"/>
            </a:endParaRPr>
          </a:p>
        </p:txBody>
      </p:sp>
      <p:sp>
        <p:nvSpPr>
          <p:cNvPr id="2" name="Espace réservé du numéro de diapositive 1">
            <a:extLst>
              <a:ext uri="{FF2B5EF4-FFF2-40B4-BE49-F238E27FC236}">
                <a16:creationId xmlns:a16="http://schemas.microsoft.com/office/drawing/2014/main" id="{4AF40B21-C211-8A92-6CAC-4C40B3EFE427}"/>
              </a:ext>
            </a:extLst>
          </p:cNvPr>
          <p:cNvSpPr>
            <a:spLocks noGrp="1"/>
          </p:cNvSpPr>
          <p:nvPr>
            <p:ph type="sldNum" idx="12"/>
          </p:nvPr>
        </p:nvSpPr>
        <p:spPr/>
        <p:txBody>
          <a:bodyPr/>
          <a:lstStyle/>
          <a:p>
            <a:fld id="{00000000-1234-1234-1234-123412341234}" type="slidenum">
              <a:rPr lang="fr"/>
              <a:t>22</a:t>
            </a:fld>
            <a:endParaRPr lang="fr-F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29"/>
          <p:cNvSpPr txBox="1"/>
          <p:nvPr/>
        </p:nvSpPr>
        <p:spPr>
          <a:xfrm>
            <a:off x="175050" y="153161"/>
            <a:ext cx="8793900" cy="2077492"/>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Clr>
                <a:srgbClr val="000000"/>
              </a:buClr>
              <a:buSzPts val="3000"/>
              <a:buFont typeface="Arial"/>
              <a:buNone/>
            </a:pPr>
            <a:r>
              <a:rPr lang="fr" sz="3000" b="1" i="0" u="none" strike="noStrike" cap="none">
                <a:solidFill>
                  <a:srgbClr val="5686DA"/>
                </a:solidFill>
                <a:latin typeface="DM Sans"/>
                <a:ea typeface="DM Sans"/>
                <a:cs typeface="DM Sans"/>
                <a:sym typeface="DM Sans"/>
              </a:rPr>
              <a:t>MASTERCLASS # 3</a:t>
            </a:r>
            <a:endParaRPr sz="3000" b="1" i="0" u="none" strike="noStrike" cap="none">
              <a:solidFill>
                <a:srgbClr val="5686DA"/>
              </a:solidFill>
              <a:latin typeface="DM Sans"/>
              <a:ea typeface="DM Sans"/>
              <a:cs typeface="DM Sans"/>
              <a:sym typeface="DM Sans"/>
            </a:endParaRPr>
          </a:p>
          <a:p>
            <a:pPr marL="0" marR="0" lvl="0" indent="0" algn="ctr" rtl="0">
              <a:lnSpc>
                <a:spcPct val="150000"/>
              </a:lnSpc>
              <a:spcBef>
                <a:spcPts val="0"/>
              </a:spcBef>
              <a:spcAft>
                <a:spcPts val="0"/>
              </a:spcAft>
              <a:buClr>
                <a:srgbClr val="000000"/>
              </a:buClr>
              <a:buSzPts val="3000"/>
              <a:buFont typeface="Arial"/>
              <a:buNone/>
            </a:pPr>
            <a:r>
              <a:rPr lang="fr" sz="3000" b="1">
                <a:solidFill>
                  <a:srgbClr val="5686DA"/>
                </a:solidFill>
                <a:latin typeface="DM Sans"/>
                <a:ea typeface="DM Sans"/>
                <a:cs typeface="DM Sans"/>
                <a:sym typeface="DM Sans"/>
              </a:rPr>
              <a:t>Concepts</a:t>
            </a:r>
            <a:r>
              <a:rPr lang="fr" sz="3000" b="1" i="0" u="none" strike="noStrike" cap="none">
                <a:solidFill>
                  <a:srgbClr val="5686DA"/>
                </a:solidFill>
                <a:latin typeface="DM Sans"/>
                <a:ea typeface="DM Sans"/>
                <a:cs typeface="DM Sans"/>
                <a:sym typeface="DM Sans"/>
              </a:rPr>
              <a:t> socio-économiques de la T</a:t>
            </a:r>
            <a:r>
              <a:rPr lang="fr" sz="3000" b="1">
                <a:solidFill>
                  <a:srgbClr val="5686DA"/>
                </a:solidFill>
                <a:latin typeface="DM Sans"/>
                <a:ea typeface="DM Sans"/>
                <a:cs typeface="DM Sans"/>
                <a:sym typeface="DM Sans"/>
              </a:rPr>
              <a:t>ransition : l’économie circulaire</a:t>
            </a:r>
            <a:endParaRPr sz="1500" b="1" i="0" u="none" strike="noStrike" cap="none">
              <a:solidFill>
                <a:srgbClr val="5686DA"/>
              </a:solidFill>
              <a:latin typeface="DM Sans"/>
              <a:ea typeface="DM Sans"/>
              <a:cs typeface="DM Sans"/>
              <a:sym typeface="DM Sans"/>
            </a:endParaRPr>
          </a:p>
        </p:txBody>
      </p:sp>
      <p:sp>
        <p:nvSpPr>
          <p:cNvPr id="436" name="Google Shape;436;p29"/>
          <p:cNvSpPr txBox="1"/>
          <p:nvPr/>
        </p:nvSpPr>
        <p:spPr>
          <a:xfrm>
            <a:off x="6885250" y="4567894"/>
            <a:ext cx="23373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fr" sz="800" b="0" i="0" u="none" strike="noStrike" cap="none">
                <a:solidFill>
                  <a:srgbClr val="000000"/>
                </a:solidFill>
                <a:latin typeface="DM Sans"/>
                <a:ea typeface="DM Sans"/>
                <a:cs typeface="DM Sans"/>
                <a:sym typeface="DM Sans"/>
              </a:rPr>
              <a:t>Source : </a:t>
            </a:r>
            <a:r>
              <a:rPr lang="fr" sz="800" u="none">
                <a:solidFill>
                  <a:srgbClr val="000000"/>
                </a:solidFill>
                <a:latin typeface="DM Sans"/>
                <a:ea typeface="DM Sans"/>
                <a:cs typeface="DM Sans"/>
                <a:sym typeface="DM Sans"/>
              </a:rPr>
              <a:t>Institut EDDEC, 2018, en collaboration avec RECYC-QUEBEC</a:t>
            </a:r>
            <a:endParaRPr/>
          </a:p>
        </p:txBody>
      </p:sp>
      <p:sp>
        <p:nvSpPr>
          <p:cNvPr id="437" name="Google Shape;437;p29"/>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fr"/>
              <a:t>23</a:t>
            </a:fld>
            <a:endParaRPr/>
          </a:p>
        </p:txBody>
      </p:sp>
      <p:pic>
        <p:nvPicPr>
          <p:cNvPr id="438" name="Google Shape;438;p29"/>
          <p:cNvPicPr preferRelativeResize="0"/>
          <p:nvPr/>
        </p:nvPicPr>
        <p:blipFill>
          <a:blip r:embed="rId3">
            <a:alphaModFix/>
          </a:blip>
          <a:stretch>
            <a:fillRect/>
          </a:stretch>
        </p:blipFill>
        <p:spPr>
          <a:xfrm>
            <a:off x="2366713" y="2068161"/>
            <a:ext cx="4410568" cy="283844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grpSp>
        <p:nvGrpSpPr>
          <p:cNvPr id="443" name="Google Shape;443;p31"/>
          <p:cNvGrpSpPr/>
          <p:nvPr/>
        </p:nvGrpSpPr>
        <p:grpSpPr>
          <a:xfrm>
            <a:off x="2202750" y="721526"/>
            <a:ext cx="6644309" cy="4171817"/>
            <a:chOff x="562669" y="1443051"/>
            <a:chExt cx="11669368" cy="8327759"/>
          </a:xfrm>
        </p:grpSpPr>
        <p:sp>
          <p:nvSpPr>
            <p:cNvPr id="444" name="Google Shape;444;p31"/>
            <p:cNvSpPr/>
            <p:nvPr/>
          </p:nvSpPr>
          <p:spPr>
            <a:xfrm>
              <a:off x="562669" y="1443051"/>
              <a:ext cx="11669368" cy="8327759"/>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marL="0" marR="0" lvl="0" indent="0" algn="l" rtl="0">
                <a:lnSpc>
                  <a:spcPct val="119958"/>
                </a:lnSpc>
                <a:spcBef>
                  <a:spcPts val="0"/>
                </a:spcBef>
                <a:spcAft>
                  <a:spcPts val="0"/>
                </a:spcAft>
                <a:buClr>
                  <a:schemeClr val="dk1"/>
                </a:buClr>
                <a:buSzPts val="600"/>
                <a:buFont typeface="Arial"/>
                <a:buNone/>
              </a:pPr>
              <a:r>
                <a:rPr lang="fr" sz="1100" b="0" i="0" u="none" strike="noStrike" cap="none">
                  <a:solidFill>
                    <a:srgbClr val="000000"/>
                  </a:solidFill>
                  <a:latin typeface="DM Sans"/>
                  <a:ea typeface="DM Sans"/>
                  <a:cs typeface="DM Sans"/>
                  <a:sym typeface="DM Sans"/>
                </a:rPr>
                <a:t>Nous vous invitons à noter ici ce que vous avez appris, ce qui vous a surpris et ce que vous avez ressenti. </a:t>
              </a:r>
              <a:r>
                <a:rPr lang="en-US" sz="1100" b="0" i="0" u="none" strike="noStrike" cap="none">
                  <a:solidFill>
                    <a:srgbClr val="000000"/>
                  </a:solidFill>
                  <a:latin typeface="DM Sans"/>
                  <a:ea typeface="DM Sans"/>
                  <a:cs typeface="DM Sans"/>
                  <a:sym typeface="DM Sans"/>
                </a:rPr>
                <a:t>La </a:t>
              </a:r>
              <a:r>
                <a:rPr lang="en-US" sz="1100" b="0" i="0" u="none" strike="noStrike" cap="none" err="1">
                  <a:solidFill>
                    <a:srgbClr val="000000"/>
                  </a:solidFill>
                  <a:latin typeface="DM Sans"/>
                  <a:ea typeface="DM Sans"/>
                  <a:cs typeface="DM Sans"/>
                  <a:sym typeface="DM Sans"/>
                </a:rPr>
                <a:t>tutrice</a:t>
              </a:r>
              <a:r>
                <a:rPr lang="en-US" sz="1100" b="0" i="0" u="none" strike="noStrike" cap="none">
                  <a:solidFill>
                    <a:srgbClr val="000000"/>
                  </a:solidFill>
                  <a:latin typeface="DM Sans"/>
                  <a:ea typeface="DM Sans"/>
                  <a:cs typeface="DM Sans"/>
                  <a:sym typeface="DM Sans"/>
                </a:rPr>
                <a:t> </a:t>
              </a:r>
              <a:r>
                <a:rPr lang="fr" sz="1100" b="0" i="0" u="none" strike="noStrike" cap="none">
                  <a:solidFill>
                    <a:srgbClr val="000000"/>
                  </a:solidFill>
                  <a:latin typeface="DM Sans"/>
                  <a:ea typeface="DM Sans"/>
                  <a:cs typeface="DM Sans"/>
                  <a:sym typeface="DM Sans"/>
                </a:rPr>
                <a:t>lira votre carnet de bord et fera un retour au jury.</a:t>
              </a:r>
              <a:endParaRPr sz="1100" b="0" i="0" u="none" strike="noStrike" cap="none">
                <a:solidFill>
                  <a:srgbClr val="000000"/>
                </a:solidFill>
                <a:latin typeface="DM Sans"/>
                <a:ea typeface="DM Sans"/>
                <a:cs typeface="DM Sans"/>
                <a:sym typeface="DM Sans"/>
              </a:endParaRPr>
            </a:p>
          </p:txBody>
        </p:sp>
        <p:sp>
          <p:nvSpPr>
            <p:cNvPr id="445" name="Google Shape;445;p31"/>
            <p:cNvSpPr/>
            <p:nvPr/>
          </p:nvSpPr>
          <p:spPr>
            <a:xfrm>
              <a:off x="1048600" y="2786075"/>
              <a:ext cx="10695600" cy="65436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l">
                <a:lnSpc>
                  <a:spcPct val="119958"/>
                </a:lnSpc>
                <a:spcBef>
                  <a:spcPts val="0"/>
                </a:spcBef>
                <a:spcAft>
                  <a:spcPts val="0"/>
                </a:spcAft>
                <a:buNone/>
              </a:pPr>
              <a:r>
                <a:rPr lang="fr" sz="1200" b="0" i="0" u="none" strike="noStrike" cap="none">
                  <a:solidFill>
                    <a:schemeClr val="dk1"/>
                  </a:solidFill>
                  <a:latin typeface="Calibri"/>
                  <a:ea typeface="Calibri"/>
                  <a:cs typeface="Calibri"/>
                  <a:sym typeface="Calibri"/>
                </a:rPr>
                <a:t>Ce que nous avons appris : </a:t>
              </a:r>
              <a:endParaRPr lang="fr-FR" sz="1200" b="0" i="0" u="none" strike="noStrike" cap="none">
                <a:solidFill>
                  <a:schemeClr val="dk1"/>
                </a:solidFill>
                <a:latin typeface="Calibri"/>
                <a:ea typeface="Calibri"/>
                <a:cs typeface="Calibri"/>
              </a:endParaRPr>
            </a:p>
            <a:p>
              <a:pPr>
                <a:lnSpc>
                  <a:spcPct val="119958"/>
                </a:lnSpc>
              </a:pPr>
              <a:r>
                <a:rPr lang="en-US" sz="900">
                  <a:ea typeface="DM Sans"/>
                </a:rPr>
                <a:t>Cette Masterclass nous a </a:t>
              </a:r>
              <a:r>
                <a:rPr lang="en-US" sz="900" err="1">
                  <a:ea typeface="DM Sans"/>
                </a:rPr>
                <a:t>permis</a:t>
              </a:r>
              <a:r>
                <a:rPr lang="en-US" sz="900">
                  <a:ea typeface="DM Sans"/>
                </a:rPr>
                <a:t> de </a:t>
              </a:r>
              <a:r>
                <a:rPr lang="en-US" sz="900" err="1">
                  <a:ea typeface="DM Sans"/>
                </a:rPr>
                <a:t>comprendre</a:t>
              </a:r>
              <a:r>
                <a:rPr lang="en-US" sz="900">
                  <a:ea typeface="DM Sans"/>
                </a:rPr>
                <a:t> les bases de </a:t>
              </a:r>
              <a:r>
                <a:rPr lang="en-US" sz="900" err="1">
                  <a:ea typeface="DM Sans"/>
                </a:rPr>
                <a:t>l’économie</a:t>
              </a:r>
              <a:r>
                <a:rPr lang="en-US" sz="900">
                  <a:ea typeface="DM Sans"/>
                </a:rPr>
                <a:t> </a:t>
              </a:r>
              <a:r>
                <a:rPr lang="en-US" sz="900" err="1">
                  <a:ea typeface="DM Sans"/>
                </a:rPr>
                <a:t>circulaire</a:t>
              </a:r>
              <a:r>
                <a:rPr lang="en-US" sz="900">
                  <a:ea typeface="DM Sans"/>
                </a:rPr>
                <a:t>. </a:t>
              </a:r>
              <a:r>
                <a:rPr lang="en-US" sz="900" err="1">
                  <a:ea typeface="DM Sans"/>
                </a:rPr>
                <a:t>Contrairement</a:t>
              </a:r>
              <a:r>
                <a:rPr lang="en-US" sz="900">
                  <a:ea typeface="DM Sans"/>
                </a:rPr>
                <a:t> au </a:t>
              </a:r>
              <a:r>
                <a:rPr lang="en-US" sz="900" err="1">
                  <a:ea typeface="DM Sans"/>
                </a:rPr>
                <a:t>modèle</a:t>
              </a:r>
              <a:r>
                <a:rPr lang="en-US" sz="900">
                  <a:ea typeface="DM Sans"/>
                </a:rPr>
                <a:t> </a:t>
              </a:r>
              <a:r>
                <a:rPr lang="en-US" sz="900" err="1">
                  <a:ea typeface="DM Sans"/>
                </a:rPr>
                <a:t>linéaire</a:t>
              </a:r>
              <a:r>
                <a:rPr lang="en-US" sz="900">
                  <a:ea typeface="DM Sans"/>
                </a:rPr>
                <a:t> </a:t>
              </a:r>
              <a:r>
                <a:rPr lang="en-US" sz="900" err="1">
                  <a:ea typeface="DM Sans"/>
                </a:rPr>
                <a:t>classique</a:t>
              </a:r>
              <a:r>
                <a:rPr lang="en-US" sz="900">
                  <a:ea typeface="DM Sans"/>
                </a:rPr>
                <a:t> (</a:t>
              </a:r>
              <a:r>
                <a:rPr lang="en-US" sz="900" err="1">
                  <a:ea typeface="DM Sans"/>
                </a:rPr>
                <a:t>produire</a:t>
              </a:r>
              <a:r>
                <a:rPr lang="en-US" sz="900">
                  <a:ea typeface="DM Sans"/>
                </a:rPr>
                <a:t>, </a:t>
              </a:r>
              <a:r>
                <a:rPr lang="en-US" sz="900" err="1">
                  <a:ea typeface="DM Sans"/>
                </a:rPr>
                <a:t>consommer</a:t>
              </a:r>
              <a:r>
                <a:rPr lang="en-US" sz="900">
                  <a:ea typeface="DM Sans"/>
                </a:rPr>
                <a:t>, </a:t>
              </a:r>
              <a:r>
                <a:rPr lang="en-US" sz="900" err="1">
                  <a:ea typeface="DM Sans"/>
                </a:rPr>
                <a:t>jeter</a:t>
              </a:r>
              <a:r>
                <a:rPr lang="en-US" sz="900">
                  <a:ea typeface="DM Sans"/>
                </a:rPr>
                <a:t>), </a:t>
              </a:r>
              <a:r>
                <a:rPr lang="en-US" sz="900" err="1">
                  <a:ea typeface="DM Sans"/>
                </a:rPr>
                <a:t>l’économie</a:t>
              </a:r>
              <a:r>
                <a:rPr lang="en-US" sz="900">
                  <a:ea typeface="DM Sans"/>
                </a:rPr>
                <a:t> </a:t>
              </a:r>
              <a:r>
                <a:rPr lang="en-US" sz="900" err="1">
                  <a:ea typeface="DM Sans"/>
                </a:rPr>
                <a:t>circulaire</a:t>
              </a:r>
              <a:r>
                <a:rPr lang="en-US" sz="900">
                  <a:ea typeface="DM Sans"/>
                </a:rPr>
                <a:t> vise à </a:t>
              </a:r>
              <a:r>
                <a:rPr lang="en-US" sz="900" err="1">
                  <a:ea typeface="DM Sans"/>
                </a:rPr>
                <a:t>repenser</a:t>
              </a:r>
              <a:r>
                <a:rPr lang="en-US" sz="900">
                  <a:ea typeface="DM Sans"/>
                </a:rPr>
                <a:t> le cycle de vie des </a:t>
              </a:r>
              <a:r>
                <a:rPr lang="en-US" sz="900" err="1">
                  <a:ea typeface="DM Sans"/>
                </a:rPr>
                <a:t>produits</a:t>
              </a:r>
              <a:r>
                <a:rPr lang="en-US" sz="900">
                  <a:ea typeface="DM Sans"/>
                </a:rPr>
                <a:t> pour limiter </a:t>
              </a:r>
              <a:r>
                <a:rPr lang="en-US" sz="900" err="1">
                  <a:ea typeface="DM Sans"/>
                </a:rPr>
                <a:t>leur</a:t>
              </a:r>
              <a:r>
                <a:rPr lang="en-US" sz="900">
                  <a:ea typeface="DM Sans"/>
                </a:rPr>
                <a:t> impact </a:t>
              </a:r>
              <a:r>
                <a:rPr lang="en-US" sz="900" err="1">
                  <a:ea typeface="DM Sans"/>
                </a:rPr>
                <a:t>environnemental</a:t>
              </a:r>
              <a:r>
                <a:rPr lang="en-US" sz="900">
                  <a:ea typeface="DM Sans"/>
                </a:rPr>
                <a:t>. On y a vu des notions </a:t>
              </a:r>
              <a:r>
                <a:rPr lang="en-US" sz="900" err="1">
                  <a:ea typeface="DM Sans"/>
                </a:rPr>
                <a:t>comme</a:t>
              </a:r>
              <a:r>
                <a:rPr lang="en-US" sz="900">
                  <a:ea typeface="DM Sans"/>
                </a:rPr>
                <a:t> </a:t>
              </a:r>
              <a:r>
                <a:rPr lang="en-US" sz="900" err="1">
                  <a:ea typeface="DM Sans"/>
                </a:rPr>
                <a:t>l’écoconception</a:t>
              </a:r>
              <a:r>
                <a:rPr lang="en-US" sz="900">
                  <a:ea typeface="DM Sans"/>
                </a:rPr>
                <a:t>, le </a:t>
              </a:r>
              <a:r>
                <a:rPr lang="en-US" sz="900" err="1">
                  <a:ea typeface="DM Sans"/>
                </a:rPr>
                <a:t>réemploiement</a:t>
              </a:r>
              <a:r>
                <a:rPr lang="en-US" sz="900">
                  <a:ea typeface="DM Sans"/>
                </a:rPr>
                <a:t>, la </a:t>
              </a:r>
              <a:r>
                <a:rPr lang="en-US" sz="900" err="1">
                  <a:ea typeface="DM Sans"/>
                </a:rPr>
                <a:t>valorisation</a:t>
              </a:r>
              <a:r>
                <a:rPr lang="en-US" sz="900">
                  <a:ea typeface="DM Sans"/>
                </a:rPr>
                <a:t> des </a:t>
              </a:r>
              <a:r>
                <a:rPr lang="en-US" sz="900" err="1">
                  <a:ea typeface="DM Sans"/>
                </a:rPr>
                <a:t>déchets</a:t>
              </a:r>
              <a:r>
                <a:rPr lang="en-US" sz="900">
                  <a:ea typeface="DM Sans"/>
                </a:rPr>
                <a:t>, etc... </a:t>
              </a:r>
              <a:r>
                <a:rPr lang="en-US" sz="900" err="1">
                  <a:ea typeface="DM Sans"/>
                </a:rPr>
                <a:t>C’est</a:t>
              </a:r>
              <a:r>
                <a:rPr lang="en-US" sz="900">
                  <a:ea typeface="DM Sans"/>
                </a:rPr>
                <a:t> un concept qui </a:t>
              </a:r>
              <a:r>
                <a:rPr lang="en-US" sz="900" err="1">
                  <a:ea typeface="DM Sans"/>
                </a:rPr>
                <a:t>demande</a:t>
              </a:r>
              <a:r>
                <a:rPr lang="en-US" sz="900">
                  <a:ea typeface="DM Sans"/>
                </a:rPr>
                <a:t> de </a:t>
              </a:r>
              <a:r>
                <a:rPr lang="en-US" sz="900" err="1">
                  <a:ea typeface="DM Sans"/>
                </a:rPr>
                <a:t>réfléchir</a:t>
              </a:r>
              <a:r>
                <a:rPr lang="en-US" sz="900">
                  <a:ea typeface="DM Sans"/>
                </a:rPr>
                <a:t> </a:t>
              </a:r>
              <a:r>
                <a:rPr lang="en-US" sz="900" err="1">
                  <a:ea typeface="DM Sans"/>
                </a:rPr>
                <a:t>dès</a:t>
              </a:r>
              <a:r>
                <a:rPr lang="en-US" sz="900">
                  <a:ea typeface="DM Sans"/>
                </a:rPr>
                <a:t> la conception à </a:t>
              </a:r>
              <a:r>
                <a:rPr lang="en-US" sz="900" err="1">
                  <a:ea typeface="DM Sans"/>
                </a:rPr>
                <a:t>ce</a:t>
              </a:r>
              <a:r>
                <a:rPr lang="en-US" sz="900">
                  <a:ea typeface="DM Sans"/>
                </a:rPr>
                <a:t> </a:t>
              </a:r>
              <a:r>
                <a:rPr lang="en-US" sz="900" err="1">
                  <a:ea typeface="DM Sans"/>
                </a:rPr>
                <a:t>qu’un</a:t>
              </a:r>
              <a:r>
                <a:rPr lang="en-US" sz="900">
                  <a:ea typeface="DM Sans"/>
                </a:rPr>
                <a:t> </a:t>
              </a:r>
              <a:r>
                <a:rPr lang="en-US" sz="900" err="1">
                  <a:ea typeface="DM Sans"/>
                </a:rPr>
                <a:t>produit</a:t>
              </a:r>
              <a:r>
                <a:rPr lang="en-US" sz="900">
                  <a:ea typeface="DM Sans"/>
                </a:rPr>
                <a:t> </a:t>
              </a:r>
              <a:r>
                <a:rPr lang="en-US" sz="900" err="1">
                  <a:ea typeface="DM Sans"/>
                </a:rPr>
                <a:t>deviendra</a:t>
              </a:r>
              <a:r>
                <a:rPr lang="en-US" sz="900">
                  <a:ea typeface="DM Sans"/>
                </a:rPr>
                <a:t> après </a:t>
              </a:r>
              <a:r>
                <a:rPr lang="en-US" sz="900" err="1">
                  <a:ea typeface="DM Sans"/>
                </a:rPr>
                <a:t>utilisation</a:t>
              </a:r>
              <a:r>
                <a:rPr lang="en-US" sz="900">
                  <a:ea typeface="DM Sans"/>
                </a:rPr>
                <a:t>.</a:t>
              </a:r>
              <a:endParaRPr lang="en-US" sz="900" b="0" i="0" u="none" strike="noStrike" cap="none">
                <a:solidFill>
                  <a:schemeClr val="dk1"/>
                </a:solidFill>
                <a:ea typeface="DM Sans"/>
              </a:endParaRPr>
            </a:p>
            <a:p>
              <a:pPr marL="0" marR="0" lvl="0" indent="0" algn="l">
                <a:lnSpc>
                  <a:spcPct val="119958"/>
                </a:lnSpc>
                <a:spcBef>
                  <a:spcPts val="0"/>
                </a:spcBef>
                <a:spcAft>
                  <a:spcPts val="0"/>
                </a:spcAft>
                <a:buNone/>
              </a:pPr>
              <a:r>
                <a:rPr lang="fr" sz="1200" b="0" i="0" u="none" strike="noStrike" cap="none">
                  <a:solidFill>
                    <a:schemeClr val="dk1"/>
                  </a:solidFill>
                  <a:latin typeface="Calibri"/>
                  <a:ea typeface="Calibri"/>
                  <a:cs typeface="Calibri"/>
                  <a:sym typeface="Calibri"/>
                </a:rPr>
                <a:t>Ce qui nous a surpris :</a:t>
              </a:r>
              <a:endParaRPr lang="en-US" sz="1200" b="0" i="0" u="none" strike="noStrike" cap="none">
                <a:solidFill>
                  <a:schemeClr val="dk1"/>
                </a:solidFill>
                <a:latin typeface="Calibri"/>
                <a:ea typeface="Calibri"/>
                <a:cs typeface="Calibri"/>
              </a:endParaRPr>
            </a:p>
            <a:p>
              <a:pPr>
                <a:lnSpc>
                  <a:spcPct val="119958"/>
                </a:lnSpc>
              </a:pPr>
              <a:r>
                <a:rPr lang="fr" sz="900">
                  <a:ea typeface="DM Sans"/>
                  <a:sym typeface="DM Sans"/>
                </a:rPr>
                <a:t>On ne se rend pas toujours compte de l’impact réel de chaque étape du cycle de vie d’un produit. L’idée que même la phase d’utilisation peut être optimisée pour être plus durable nous a marqué. Ce qui nous a aussi beaucoup surpris, c’est quand le professeur nous a montré des chiffres concrets, comme le nombre de litres d’eau nécessaires pour produire un simple jean. Ce genre d’exemple rend les choses très concrètes et fait vraiment réaliser à quel point nos objets du quotidien consomment énormément de ressources sans qu’on en ait conscience.</a:t>
              </a:r>
              <a:endParaRPr lang="en-US" sz="900" b="0" i="0" u="none" strike="noStrike" cap="none">
                <a:solidFill>
                  <a:schemeClr val="dk1"/>
                </a:solidFill>
                <a:ea typeface="DM Sans"/>
              </a:endParaRPr>
            </a:p>
            <a:p>
              <a:pPr marL="0" marR="0" lvl="0" indent="0" algn="l">
                <a:lnSpc>
                  <a:spcPct val="119958"/>
                </a:lnSpc>
                <a:spcBef>
                  <a:spcPts val="0"/>
                </a:spcBef>
                <a:spcAft>
                  <a:spcPts val="0"/>
                </a:spcAft>
                <a:buNone/>
              </a:pPr>
              <a:endParaRPr lang="en-US" sz="800" b="0" i="0" u="none" strike="noStrike" cap="none">
                <a:solidFill>
                  <a:schemeClr val="dk1"/>
                </a:solidFill>
                <a:latin typeface="DM Sans"/>
                <a:ea typeface="DM Sans"/>
                <a:cs typeface="DM Sans"/>
              </a:endParaRPr>
            </a:p>
            <a:p>
              <a:pPr marL="0" marR="0" lvl="0" indent="0" algn="l">
                <a:lnSpc>
                  <a:spcPct val="119958"/>
                </a:lnSpc>
                <a:spcBef>
                  <a:spcPts val="0"/>
                </a:spcBef>
                <a:spcAft>
                  <a:spcPts val="0"/>
                </a:spcAft>
                <a:buNone/>
              </a:pPr>
              <a:r>
                <a:rPr lang="fr" sz="1200" b="0" i="0" u="none" strike="noStrike" cap="none">
                  <a:solidFill>
                    <a:schemeClr val="dk1"/>
                  </a:solidFill>
                  <a:latin typeface="Calibri"/>
                  <a:ea typeface="Calibri"/>
                  <a:cs typeface="Calibri"/>
                  <a:sym typeface="Calibri"/>
                </a:rPr>
                <a:t>Nos ressentis :</a:t>
              </a:r>
              <a:endParaRPr lang="fr" sz="1200" b="0" i="0" u="none" strike="noStrike" cap="none">
                <a:solidFill>
                  <a:schemeClr val="dk1"/>
                </a:solidFill>
                <a:latin typeface="Calibri"/>
                <a:ea typeface="Calibri"/>
                <a:cs typeface="Calibri"/>
              </a:endParaRPr>
            </a:p>
            <a:p>
              <a:r>
                <a:rPr lang="en-US" sz="900">
                  <a:ea typeface="Calibri"/>
                  <a:sym typeface="Calibri"/>
                </a:rPr>
                <a:t>Cette Masterclass nous a fait prendre conscience de la </a:t>
              </a:r>
              <a:r>
                <a:rPr lang="en-US" sz="900" err="1">
                  <a:ea typeface="Calibri"/>
                  <a:sym typeface="Calibri"/>
                </a:rPr>
                <a:t>responsabilité</a:t>
              </a:r>
              <a:r>
                <a:rPr lang="en-US" sz="900">
                  <a:ea typeface="Calibri"/>
                  <a:sym typeface="Calibri"/>
                </a:rPr>
                <a:t> </a:t>
              </a:r>
              <a:r>
                <a:rPr lang="en-US" sz="900" err="1">
                  <a:ea typeface="Calibri"/>
                  <a:sym typeface="Calibri"/>
                </a:rPr>
                <a:t>qu’on</a:t>
              </a:r>
              <a:r>
                <a:rPr lang="en-US" sz="900">
                  <a:ea typeface="Calibri"/>
                  <a:sym typeface="Calibri"/>
                </a:rPr>
                <a:t> aura </a:t>
              </a:r>
              <a:r>
                <a:rPr lang="en-US" sz="900" err="1">
                  <a:ea typeface="Calibri"/>
                  <a:sym typeface="Calibri"/>
                </a:rPr>
                <a:t>en</a:t>
              </a:r>
              <a:r>
                <a:rPr lang="en-US" sz="900">
                  <a:ea typeface="Calibri"/>
                  <a:sym typeface="Calibri"/>
                </a:rPr>
                <a:t> tant </a:t>
              </a:r>
              <a:r>
                <a:rPr lang="en-US" sz="900" err="1">
                  <a:ea typeface="Calibri"/>
                  <a:sym typeface="Calibri"/>
                </a:rPr>
                <a:t>qu’ingénieurs</a:t>
              </a:r>
              <a:r>
                <a:rPr lang="en-US" sz="900">
                  <a:ea typeface="Calibri"/>
                  <a:sym typeface="Calibri"/>
                </a:rPr>
                <a:t>. </a:t>
              </a:r>
              <a:r>
                <a:rPr lang="en-US" sz="900" err="1">
                  <a:ea typeface="Calibri"/>
                  <a:sym typeface="Calibri"/>
                </a:rPr>
                <a:t>Trouver</a:t>
              </a:r>
              <a:r>
                <a:rPr lang="en-US" sz="900">
                  <a:ea typeface="Calibri"/>
                  <a:sym typeface="Calibri"/>
                </a:rPr>
                <a:t> des solutions </a:t>
              </a:r>
              <a:r>
                <a:rPr lang="en-US" sz="900" err="1">
                  <a:ea typeface="Calibri"/>
                  <a:sym typeface="Calibri"/>
                </a:rPr>
                <a:t>mais</a:t>
              </a:r>
              <a:r>
                <a:rPr lang="en-US" sz="900">
                  <a:ea typeface="Calibri"/>
                  <a:sym typeface="Calibri"/>
                </a:rPr>
                <a:t> sans </a:t>
              </a:r>
              <a:r>
                <a:rPr lang="en-US" sz="900" err="1">
                  <a:ea typeface="Calibri"/>
                  <a:sym typeface="Calibri"/>
                </a:rPr>
                <a:t>nuire</a:t>
              </a:r>
              <a:r>
                <a:rPr lang="en-US" sz="900">
                  <a:ea typeface="Calibri"/>
                  <a:sym typeface="Calibri"/>
                </a:rPr>
                <a:t> à la </a:t>
              </a:r>
              <a:r>
                <a:rPr lang="en-US" sz="900" err="1">
                  <a:ea typeface="Calibri"/>
                  <a:sym typeface="Calibri"/>
                </a:rPr>
                <a:t>planète</a:t>
              </a:r>
              <a:r>
                <a:rPr lang="en-US" sz="900">
                  <a:ea typeface="Calibri"/>
                  <a:sym typeface="Calibri"/>
                </a:rPr>
                <a:t>. On </a:t>
              </a:r>
              <a:r>
                <a:rPr lang="en-US" sz="900" err="1">
                  <a:ea typeface="Calibri"/>
                  <a:sym typeface="Calibri"/>
                </a:rPr>
                <a:t>comprend</a:t>
              </a:r>
              <a:r>
                <a:rPr lang="en-US" sz="900">
                  <a:ea typeface="Calibri"/>
                  <a:sym typeface="Calibri"/>
                </a:rPr>
                <a:t> que </a:t>
              </a:r>
              <a:r>
                <a:rPr lang="en-US" sz="900" err="1">
                  <a:ea typeface="Calibri"/>
                  <a:sym typeface="Calibri"/>
                </a:rPr>
                <a:t>notre</a:t>
              </a:r>
              <a:r>
                <a:rPr lang="en-US" sz="900">
                  <a:ea typeface="Calibri"/>
                  <a:sym typeface="Calibri"/>
                </a:rPr>
                <a:t> </a:t>
              </a:r>
              <a:r>
                <a:rPr lang="en-US" sz="900" err="1">
                  <a:ea typeface="Calibri"/>
                  <a:sym typeface="Calibri"/>
                </a:rPr>
                <a:t>rôle</a:t>
              </a:r>
              <a:r>
                <a:rPr lang="en-US" sz="900">
                  <a:ea typeface="Calibri"/>
                  <a:sym typeface="Calibri"/>
                </a:rPr>
                <a:t> </a:t>
              </a:r>
              <a:r>
                <a:rPr lang="en-US" sz="900" err="1">
                  <a:ea typeface="Calibri"/>
                  <a:sym typeface="Calibri"/>
                </a:rPr>
                <a:t>ira</a:t>
              </a:r>
              <a:r>
                <a:rPr lang="en-US" sz="900">
                  <a:ea typeface="Calibri"/>
                  <a:sym typeface="Calibri"/>
                </a:rPr>
                <a:t> bien au-</a:t>
              </a:r>
              <a:r>
                <a:rPr lang="en-US" sz="900" err="1">
                  <a:ea typeface="Calibri"/>
                  <a:sym typeface="Calibri"/>
                </a:rPr>
                <a:t>delà</a:t>
              </a:r>
              <a:r>
                <a:rPr lang="en-US" sz="900">
                  <a:ea typeface="Calibri"/>
                  <a:sym typeface="Calibri"/>
                </a:rPr>
                <a:t> de la technique. Ce sera </a:t>
              </a:r>
              <a:r>
                <a:rPr lang="en-US" sz="900" err="1">
                  <a:ea typeface="Calibri"/>
                  <a:sym typeface="Calibri"/>
                </a:rPr>
                <a:t>aussi</a:t>
              </a:r>
              <a:r>
                <a:rPr lang="en-US" sz="900">
                  <a:ea typeface="Calibri"/>
                  <a:sym typeface="Calibri"/>
                </a:rPr>
                <a:t> un engagement </a:t>
              </a:r>
              <a:r>
                <a:rPr lang="en-US" sz="900" err="1">
                  <a:ea typeface="Calibri"/>
                  <a:sym typeface="Calibri"/>
                </a:rPr>
                <a:t>éthique</a:t>
              </a:r>
              <a:r>
                <a:rPr lang="en-US" sz="900">
                  <a:ea typeface="Calibri"/>
                  <a:sym typeface="Calibri"/>
                </a:rPr>
                <a:t> et </a:t>
              </a:r>
              <a:r>
                <a:rPr lang="en-US" sz="900" err="1">
                  <a:ea typeface="Calibri"/>
                  <a:sym typeface="Calibri"/>
                </a:rPr>
                <a:t>environnemental</a:t>
              </a:r>
              <a:r>
                <a:rPr lang="en-US" sz="900">
                  <a:ea typeface="Calibri"/>
                  <a:sym typeface="Calibri"/>
                </a:rPr>
                <a:t>.</a:t>
              </a:r>
              <a:endParaRPr lang="fr-FR" sz="900" b="0" i="0" u="none" strike="noStrike" cap="none">
                <a:solidFill>
                  <a:schemeClr val="dk1"/>
                </a:solidFill>
                <a:ea typeface="Calibri"/>
              </a:endParaRPr>
            </a:p>
            <a:p>
              <a:pPr marL="0" marR="0" lvl="0" indent="0" algn="l">
                <a:lnSpc>
                  <a:spcPct val="119958"/>
                </a:lnSpc>
                <a:spcBef>
                  <a:spcPts val="0"/>
                </a:spcBef>
                <a:spcAft>
                  <a:spcPts val="0"/>
                </a:spcAft>
                <a:buSzPts val="1200"/>
                <a:buFont typeface="Arial"/>
                <a:buNone/>
              </a:pPr>
              <a:endParaRPr lang="fr" sz="1200" b="0" i="0" u="none" strike="noStrike" cap="none">
                <a:solidFill>
                  <a:schemeClr val="dk1"/>
                </a:solidFill>
                <a:latin typeface="Calibri"/>
                <a:ea typeface="Calibri"/>
                <a:cs typeface="Calibri"/>
              </a:endParaRPr>
            </a:p>
            <a:p>
              <a:pPr marL="0" marR="0" lvl="0" indent="0" algn="l"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DM Sans"/>
                <a:ea typeface="DM Sans"/>
                <a:cs typeface="DM Sans"/>
                <a:sym typeface="DM Sans"/>
              </a:endParaRPr>
            </a:p>
          </p:txBody>
        </p:sp>
      </p:grpSp>
      <p:grpSp>
        <p:nvGrpSpPr>
          <p:cNvPr id="446" name="Google Shape;446;p31"/>
          <p:cNvGrpSpPr/>
          <p:nvPr/>
        </p:nvGrpSpPr>
        <p:grpSpPr>
          <a:xfrm>
            <a:off x="1834935" y="4597298"/>
            <a:ext cx="2940477" cy="483379"/>
            <a:chOff x="12078870" y="1545119"/>
            <a:chExt cx="5880954" cy="966760"/>
          </a:xfrm>
        </p:grpSpPr>
        <p:sp>
          <p:nvSpPr>
            <p:cNvPr id="447" name="Google Shape;447;p31"/>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448" name="Google Shape;448;p31"/>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pic>
        <p:nvPicPr>
          <p:cNvPr id="449" name="Google Shape;449;p31"/>
          <p:cNvPicPr preferRelativeResize="0"/>
          <p:nvPr/>
        </p:nvPicPr>
        <p:blipFill rotWithShape="1">
          <a:blip r:embed="rId4">
            <a:alphaModFix/>
          </a:blip>
          <a:srcRect/>
          <a:stretch/>
        </p:blipFill>
        <p:spPr>
          <a:xfrm>
            <a:off x="40122" y="1707338"/>
            <a:ext cx="1949575" cy="1866900"/>
          </a:xfrm>
          <a:prstGeom prst="rect">
            <a:avLst/>
          </a:prstGeom>
          <a:noFill/>
          <a:ln>
            <a:noFill/>
          </a:ln>
        </p:spPr>
      </p:pic>
      <p:sp>
        <p:nvSpPr>
          <p:cNvPr id="450" name="Google Shape;450;p31"/>
          <p:cNvSpPr txBox="1"/>
          <p:nvPr/>
        </p:nvSpPr>
        <p:spPr>
          <a:xfrm>
            <a:off x="185825" y="175650"/>
            <a:ext cx="87939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a:solidFill>
                  <a:schemeClr val="accent1"/>
                </a:solidFill>
                <a:latin typeface="DM Sans"/>
                <a:ea typeface="DM Sans"/>
                <a:cs typeface="DM Sans"/>
                <a:sym typeface="DM Sans"/>
              </a:rPr>
              <a:t>Masterclass #3</a:t>
            </a:r>
            <a:endParaRPr sz="2400" b="1" i="0" u="none" strike="noStrike" cap="none">
              <a:solidFill>
                <a:schemeClr val="accent1"/>
              </a:solidFill>
              <a:latin typeface="DM Sans"/>
              <a:ea typeface="DM Sans"/>
              <a:cs typeface="DM Sans"/>
              <a:sym typeface="DM Sans"/>
            </a:endParaRPr>
          </a:p>
        </p:txBody>
      </p:sp>
      <p:sp>
        <p:nvSpPr>
          <p:cNvPr id="451" name="Google Shape;451;p3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f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grpSp>
        <p:nvGrpSpPr>
          <p:cNvPr id="456" name="Google Shape;456;g208e272d50e_0_0"/>
          <p:cNvGrpSpPr/>
          <p:nvPr/>
        </p:nvGrpSpPr>
        <p:grpSpPr>
          <a:xfrm>
            <a:off x="237490" y="762567"/>
            <a:ext cx="6665580" cy="4142227"/>
            <a:chOff x="635625" y="1443051"/>
            <a:chExt cx="11584254" cy="8327759"/>
          </a:xfrm>
        </p:grpSpPr>
        <p:sp>
          <p:nvSpPr>
            <p:cNvPr id="457" name="Google Shape;457;g208e272d50e_0_0"/>
            <p:cNvSpPr/>
            <p:nvPr/>
          </p:nvSpPr>
          <p:spPr>
            <a:xfrm>
              <a:off x="635625" y="1443051"/>
              <a:ext cx="11584254" cy="8327759"/>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marL="0" marR="0" lvl="0" indent="0" algn="just" rtl="0">
                <a:lnSpc>
                  <a:spcPct val="100000"/>
                </a:lnSpc>
                <a:spcBef>
                  <a:spcPts val="0"/>
                </a:spcBef>
                <a:spcAft>
                  <a:spcPts val="0"/>
                </a:spcAft>
                <a:buNone/>
              </a:pPr>
              <a:r>
                <a:rPr lang="fr" sz="1100">
                  <a:latin typeface="DM Sans"/>
                  <a:ea typeface="DM Sans"/>
                  <a:cs typeface="DM Sans"/>
                  <a:sym typeface="DM Sans"/>
                </a:rPr>
                <a:t>Questions pour vous guider dans une </a:t>
              </a:r>
              <a:r>
                <a:rPr lang="fr" sz="1100" b="1">
                  <a:solidFill>
                    <a:schemeClr val="dk1"/>
                  </a:solidFill>
                  <a:latin typeface="DM Sans"/>
                  <a:ea typeface="DM Sans"/>
                  <a:cs typeface="DM Sans"/>
                  <a:sym typeface="DM Sans"/>
                </a:rPr>
                <a:t>démarche d’économie circulaire</a:t>
              </a:r>
              <a:r>
                <a:rPr lang="fr" sz="1100">
                  <a:latin typeface="DM Sans"/>
                  <a:ea typeface="DM Sans"/>
                  <a:cs typeface="DM Sans"/>
                  <a:sym typeface="DM Sans"/>
                </a:rPr>
                <a:t> dans votre projet :</a:t>
              </a:r>
              <a:endParaRPr sz="1100" b="0" i="0" u="none" strike="noStrike" cap="none">
                <a:solidFill>
                  <a:srgbClr val="000000"/>
                </a:solidFill>
                <a:latin typeface="DM Sans"/>
                <a:ea typeface="DM Sans"/>
                <a:cs typeface="DM Sans"/>
                <a:sym typeface="DM Sans"/>
              </a:endParaRPr>
            </a:p>
          </p:txBody>
        </p:sp>
        <p:sp>
          <p:nvSpPr>
            <p:cNvPr id="458" name="Google Shape;458;g208e272d50e_0_0"/>
            <p:cNvSpPr/>
            <p:nvPr/>
          </p:nvSpPr>
          <p:spPr>
            <a:xfrm>
              <a:off x="1079950" y="2372114"/>
              <a:ext cx="10695600" cy="72264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just"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DM Sans"/>
                <a:ea typeface="DM Sans"/>
                <a:cs typeface="DM Sans"/>
                <a:sym typeface="DM Sans"/>
              </a:endParaRPr>
            </a:p>
            <a:p>
              <a:pPr marL="152400" lvl="0" algn="just" rtl="0">
                <a:lnSpc>
                  <a:spcPct val="119958"/>
                </a:lnSpc>
                <a:spcBef>
                  <a:spcPts val="0"/>
                </a:spcBef>
                <a:spcAft>
                  <a:spcPts val="0"/>
                </a:spcAft>
                <a:buClr>
                  <a:schemeClr val="dk1"/>
                </a:buClr>
                <a:buSzPts val="1200"/>
              </a:pPr>
              <a:r>
                <a:rPr lang="fr" sz="900">
                  <a:solidFill>
                    <a:schemeClr val="dk1"/>
                  </a:solidFill>
                  <a:latin typeface="DM Sans"/>
                  <a:ea typeface="DM Sans"/>
                  <a:cs typeface="DM Sans"/>
                  <a:sym typeface="DM Sans"/>
                </a:rPr>
                <a:t>1) Quelles sont les différentes étapes du cycle de vie de votre produit ou des produits liés à votre projet ? </a:t>
              </a:r>
              <a:endParaRPr sz="900">
                <a:solidFill>
                  <a:schemeClr val="dk1"/>
                </a:solidFill>
                <a:latin typeface="DM Sans"/>
                <a:ea typeface="DM Sans"/>
                <a:cs typeface="DM Sans"/>
              </a:endParaRPr>
            </a:p>
            <a:p>
              <a:pPr marL="152400" algn="just">
                <a:lnSpc>
                  <a:spcPct val="119958"/>
                </a:lnSpc>
                <a:buSzPts val="1200"/>
              </a:pPr>
              <a:r>
                <a:rPr lang="fr" sz="900"/>
                <a:t>Les étapes sont : l’extraction des matières premières, la conception et la fabrication, le transport et la distribution, l’utilisation et la fin de vie (tri, réutilisation, recyclage ou mise en décharge).</a:t>
              </a:r>
              <a:endParaRPr lang="fr" sz="900">
                <a:latin typeface="DM Sans"/>
              </a:endParaRPr>
            </a:p>
            <a:p>
              <a:pPr algn="just">
                <a:lnSpc>
                  <a:spcPct val="119958"/>
                </a:lnSpc>
              </a:pPr>
              <a:endParaRPr lang="fr" sz="900">
                <a:solidFill>
                  <a:schemeClr val="dk1"/>
                </a:solidFill>
                <a:latin typeface="DM Sans"/>
              </a:endParaRPr>
            </a:p>
            <a:p>
              <a:pPr marL="152400" algn="just">
                <a:lnSpc>
                  <a:spcPct val="119958"/>
                </a:lnSpc>
                <a:buClr>
                  <a:schemeClr val="dk1"/>
                </a:buClr>
                <a:buSzPts val="1200"/>
              </a:pPr>
              <a:r>
                <a:rPr lang="fr" sz="900">
                  <a:solidFill>
                    <a:schemeClr val="dk1"/>
                  </a:solidFill>
                  <a:latin typeface="DM Sans"/>
                  <a:ea typeface="DM Sans"/>
                  <a:cs typeface="DM Sans"/>
                  <a:sym typeface="DM Sans"/>
                </a:rPr>
                <a:t>2) Quels sont les impacts environnementaux principaux associés à chacune de ces étapes ? </a:t>
              </a:r>
              <a:endParaRPr sz="900">
                <a:solidFill>
                  <a:schemeClr val="dk1"/>
                </a:solidFill>
                <a:latin typeface="DM Sans"/>
                <a:ea typeface="DM Sans"/>
                <a:cs typeface="DM Sans"/>
              </a:endParaRPr>
            </a:p>
            <a:p>
              <a:pPr marL="152400" algn="just">
                <a:lnSpc>
                  <a:spcPct val="119958"/>
                </a:lnSpc>
              </a:pPr>
              <a:r>
                <a:rPr lang="fr" sz="900"/>
                <a:t>L’extraction des matières premières demande beaucoup de ressources et peut abîmer les écosystèmes. La conception et la fabrication génèrent des émissions de CO2 et des déchets industriels.</a:t>
              </a:r>
              <a:br>
                <a:rPr lang="fr" sz="900"/>
              </a:br>
              <a:r>
                <a:rPr lang="fr" sz="900"/>
                <a:t>Le transport et la distribution produisent eux aussi des gaz à effet de serre.</a:t>
              </a:r>
              <a:br>
                <a:rPr lang="fr" sz="900"/>
              </a:br>
              <a:r>
                <a:rPr lang="fr" sz="900"/>
                <a:t>Pendant l’utilisation, le produit consomme de l’énergie et peut créer des déchets.</a:t>
              </a:r>
              <a:br>
                <a:rPr lang="fr" sz="900"/>
              </a:br>
              <a:r>
                <a:rPr lang="fr" sz="900"/>
                <a:t>Enfin, la fin de vie soulève la question du tri, du recyclage ou, quand ce n’est pas possible, de la mise en décharge, qui a un impact important sur l’environnement.</a:t>
              </a:r>
            </a:p>
            <a:p>
              <a:pPr marL="457200" lvl="0" indent="0" algn="just" rtl="0">
                <a:lnSpc>
                  <a:spcPct val="119958"/>
                </a:lnSpc>
                <a:spcBef>
                  <a:spcPts val="0"/>
                </a:spcBef>
                <a:spcAft>
                  <a:spcPts val="0"/>
                </a:spcAft>
                <a:buNone/>
              </a:pPr>
              <a:endParaRPr sz="900">
                <a:solidFill>
                  <a:schemeClr val="dk1"/>
                </a:solidFill>
                <a:latin typeface="DM Sans"/>
                <a:ea typeface="DM Sans"/>
                <a:cs typeface="DM Sans"/>
              </a:endParaRPr>
            </a:p>
            <a:p>
              <a:pPr marL="152400" lvl="0" algn="just" rtl="0">
                <a:lnSpc>
                  <a:spcPct val="119958"/>
                </a:lnSpc>
                <a:spcBef>
                  <a:spcPts val="0"/>
                </a:spcBef>
                <a:spcAft>
                  <a:spcPts val="0"/>
                </a:spcAft>
                <a:buClr>
                  <a:schemeClr val="dk1"/>
                </a:buClr>
                <a:buSzPts val="1200"/>
              </a:pPr>
              <a:r>
                <a:rPr lang="fr" sz="900">
                  <a:solidFill>
                    <a:schemeClr val="dk1"/>
                  </a:solidFill>
                  <a:latin typeface="DM Sans"/>
                  <a:ea typeface="DM Sans"/>
                  <a:cs typeface="DM Sans"/>
                  <a:sym typeface="DM Sans"/>
                </a:rPr>
                <a:t>3) Comment pouvez-vous les réduire à chacune des étapes ? </a:t>
              </a:r>
              <a:endParaRPr lang="fr" sz="900">
                <a:solidFill>
                  <a:schemeClr val="dk1"/>
                </a:solidFill>
                <a:latin typeface="DM Sans"/>
                <a:ea typeface="DM Sans"/>
                <a:cs typeface="DM Sans"/>
              </a:endParaRPr>
            </a:p>
            <a:p>
              <a:pPr marL="152400" algn="just">
                <a:lnSpc>
                  <a:spcPct val="119958"/>
                </a:lnSpc>
              </a:pPr>
              <a:r>
                <a:rPr lang="fr" sz="900"/>
                <a:t>Pour réduire les impacts, on peut commencer par choisir des matériaux recyclés ou durables dès l’extraction. Ensuite, favoriser une production locale permet de limiter les transports et leurs émissions.</a:t>
              </a:r>
              <a:br>
                <a:rPr lang="fr" sz="900"/>
              </a:br>
              <a:r>
                <a:rPr lang="fr" sz="900"/>
                <a:t>Allonger la durée de vie du produit et faciliter sa réparation sont aussi essentiels.</a:t>
              </a:r>
              <a:br>
                <a:rPr lang="fr" sz="900"/>
              </a:br>
              <a:r>
                <a:rPr lang="fr" sz="900"/>
                <a:t> Enfin, il faut penser au tri en fin de vie pour encourager le recyclage plutôt que la mise en décharge.</a:t>
              </a:r>
              <a:endParaRPr lang="fr"/>
            </a:p>
          </p:txBody>
        </p:sp>
      </p:grpSp>
      <p:grpSp>
        <p:nvGrpSpPr>
          <p:cNvPr id="459" name="Google Shape;459;g208e272d50e_0_0"/>
          <p:cNvGrpSpPr/>
          <p:nvPr/>
        </p:nvGrpSpPr>
        <p:grpSpPr>
          <a:xfrm>
            <a:off x="6014710" y="213748"/>
            <a:ext cx="2940477" cy="483380"/>
            <a:chOff x="12078870" y="1545119"/>
            <a:chExt cx="5880955" cy="966761"/>
          </a:xfrm>
        </p:grpSpPr>
        <p:sp>
          <p:nvSpPr>
            <p:cNvPr id="460" name="Google Shape;460;g208e272d50e_0_0"/>
            <p:cNvSpPr txBox="1"/>
            <p:nvPr/>
          </p:nvSpPr>
          <p:spPr>
            <a:xfrm rot="436966">
              <a:off x="13978996" y="1891208"/>
              <a:ext cx="3973455" cy="36927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461" name="Google Shape;461;g208e272d50e_0_0"/>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462" name="Google Shape;462;g208e272d50e_0_0"/>
          <p:cNvSpPr txBox="1"/>
          <p:nvPr/>
        </p:nvSpPr>
        <p:spPr>
          <a:xfrm>
            <a:off x="185825" y="175650"/>
            <a:ext cx="63795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a:solidFill>
                  <a:schemeClr val="dk1"/>
                </a:solidFill>
                <a:latin typeface="DM Sans"/>
                <a:ea typeface="DM Sans"/>
                <a:cs typeface="DM Sans"/>
                <a:sym typeface="DM Sans"/>
              </a:rPr>
              <a:t>Masterclass #3</a:t>
            </a:r>
            <a:endParaRPr sz="2400" b="1" i="0" u="none" strike="noStrike" cap="none">
              <a:solidFill>
                <a:srgbClr val="000000"/>
              </a:solidFill>
              <a:latin typeface="DM Sans"/>
              <a:ea typeface="DM Sans"/>
              <a:cs typeface="DM Sans"/>
              <a:sym typeface="DM Sans"/>
            </a:endParaRPr>
          </a:p>
        </p:txBody>
      </p:sp>
      <p:pic>
        <p:nvPicPr>
          <p:cNvPr id="463" name="Google Shape;463;g208e272d50e_0_0" descr="Une image contenant graphiques vectoriels&#10;&#10;Description générée automatiquement"/>
          <p:cNvPicPr preferRelativeResize="0"/>
          <p:nvPr/>
        </p:nvPicPr>
        <p:blipFill rotWithShape="1">
          <a:blip r:embed="rId4">
            <a:alphaModFix/>
          </a:blip>
          <a:srcRect/>
          <a:stretch/>
        </p:blipFill>
        <p:spPr>
          <a:xfrm>
            <a:off x="6694098" y="1426594"/>
            <a:ext cx="2743200" cy="2743200"/>
          </a:xfrm>
          <a:prstGeom prst="rect">
            <a:avLst/>
          </a:prstGeom>
          <a:noFill/>
          <a:ln>
            <a:noFill/>
          </a:ln>
        </p:spPr>
      </p:pic>
      <p:sp>
        <p:nvSpPr>
          <p:cNvPr id="464" name="Google Shape;464;g208e272d50e_0_0"/>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fr"/>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grpSp>
        <p:nvGrpSpPr>
          <p:cNvPr id="469" name="Google Shape;469;g208e272d50e_0_12"/>
          <p:cNvGrpSpPr/>
          <p:nvPr/>
        </p:nvGrpSpPr>
        <p:grpSpPr>
          <a:xfrm>
            <a:off x="237490" y="762567"/>
            <a:ext cx="6665580" cy="4142227"/>
            <a:chOff x="635625" y="1443051"/>
            <a:chExt cx="11584254" cy="8327759"/>
          </a:xfrm>
        </p:grpSpPr>
        <p:sp>
          <p:nvSpPr>
            <p:cNvPr id="470" name="Google Shape;470;g208e272d50e_0_12"/>
            <p:cNvSpPr/>
            <p:nvPr/>
          </p:nvSpPr>
          <p:spPr>
            <a:xfrm>
              <a:off x="635625" y="1443051"/>
              <a:ext cx="11584254" cy="8327759"/>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marL="0" marR="0" lvl="0" indent="0" algn="just" rtl="0">
                <a:lnSpc>
                  <a:spcPct val="100000"/>
                </a:lnSpc>
                <a:spcBef>
                  <a:spcPts val="0"/>
                </a:spcBef>
                <a:spcAft>
                  <a:spcPts val="0"/>
                </a:spcAft>
                <a:buNone/>
              </a:pPr>
              <a:r>
                <a:rPr lang="fr" sz="1100">
                  <a:latin typeface="DM Sans"/>
                  <a:ea typeface="DM Sans"/>
                  <a:cs typeface="DM Sans"/>
                  <a:sym typeface="DM Sans"/>
                </a:rPr>
                <a:t>Questions pour vous guider dans une </a:t>
              </a:r>
              <a:r>
                <a:rPr lang="fr" sz="1100" b="1">
                  <a:solidFill>
                    <a:schemeClr val="dk1"/>
                  </a:solidFill>
                  <a:latin typeface="DM Sans"/>
                  <a:ea typeface="DM Sans"/>
                  <a:cs typeface="DM Sans"/>
                  <a:sym typeface="DM Sans"/>
                </a:rPr>
                <a:t>démarche d’économie circulaire</a:t>
              </a:r>
              <a:r>
                <a:rPr lang="fr" sz="1100">
                  <a:latin typeface="DM Sans"/>
                  <a:ea typeface="DM Sans"/>
                  <a:cs typeface="DM Sans"/>
                  <a:sym typeface="DM Sans"/>
                </a:rPr>
                <a:t> dans votre projet :</a:t>
              </a:r>
              <a:endParaRPr sz="1100" b="0" i="0" u="none" strike="noStrike" cap="none">
                <a:solidFill>
                  <a:srgbClr val="000000"/>
                </a:solidFill>
                <a:latin typeface="DM Sans"/>
                <a:ea typeface="DM Sans"/>
                <a:cs typeface="DM Sans"/>
                <a:sym typeface="DM Sans"/>
              </a:endParaRPr>
            </a:p>
          </p:txBody>
        </p:sp>
        <p:sp>
          <p:nvSpPr>
            <p:cNvPr id="471" name="Google Shape;471;g208e272d50e_0_12"/>
            <p:cNvSpPr/>
            <p:nvPr/>
          </p:nvSpPr>
          <p:spPr>
            <a:xfrm>
              <a:off x="1079950" y="2372114"/>
              <a:ext cx="10695600" cy="72264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just"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DM Sans"/>
                <a:ea typeface="DM Sans"/>
                <a:cs typeface="DM Sans"/>
                <a:sym typeface="DM Sans"/>
              </a:endParaRPr>
            </a:p>
            <a:p>
              <a:pPr marL="152400" lvl="0" algn="just" rtl="0">
                <a:lnSpc>
                  <a:spcPct val="119958"/>
                </a:lnSpc>
                <a:spcBef>
                  <a:spcPts val="0"/>
                </a:spcBef>
                <a:spcAft>
                  <a:spcPts val="0"/>
                </a:spcAft>
                <a:buClr>
                  <a:schemeClr val="dk1"/>
                </a:buClr>
                <a:buSzPts val="1200"/>
              </a:pPr>
              <a:r>
                <a:rPr lang="fr" sz="1200">
                  <a:solidFill>
                    <a:schemeClr val="dk1"/>
                  </a:solidFill>
                  <a:latin typeface="DM Sans"/>
                  <a:ea typeface="DM Sans"/>
                  <a:cs typeface="DM Sans"/>
                  <a:sym typeface="DM Sans"/>
                </a:rPr>
                <a:t>1) Pouvez-vous utiliser les déchets/rejets d’autres acteurs locaux (industries, exploitations agricoles, collectivités, etc) ou trouver une utilisation à vos déchets/rejets (ressources, chaleur, eau, etc) ?</a:t>
              </a:r>
            </a:p>
            <a:p>
              <a:pPr marL="152400" lvl="0" algn="just" rtl="0">
                <a:lnSpc>
                  <a:spcPct val="119958"/>
                </a:lnSpc>
                <a:spcBef>
                  <a:spcPts val="0"/>
                </a:spcBef>
                <a:spcAft>
                  <a:spcPts val="0"/>
                </a:spcAft>
                <a:buClr>
                  <a:schemeClr val="dk1"/>
                </a:buClr>
                <a:buSzPts val="1200"/>
              </a:pPr>
              <a:r>
                <a:rPr lang="en-US" sz="1200"/>
                <a:t>Oui, par </a:t>
              </a:r>
              <a:r>
                <a:rPr lang="en-US" sz="1200" err="1"/>
                <a:t>exemple</a:t>
              </a:r>
              <a:r>
                <a:rPr lang="en-US" sz="1200"/>
                <a:t>, des </a:t>
              </a:r>
              <a:r>
                <a:rPr lang="en-US" sz="1200" err="1"/>
                <a:t>déchets</a:t>
              </a:r>
              <a:r>
                <a:rPr lang="en-US" sz="1200"/>
                <a:t> </a:t>
              </a:r>
              <a:r>
                <a:rPr lang="en-US" sz="1200" err="1"/>
                <a:t>organiques</a:t>
              </a:r>
              <a:r>
                <a:rPr lang="en-US" sz="1200"/>
                <a:t> </a:t>
              </a:r>
              <a:r>
                <a:rPr lang="en-US" sz="1200" err="1"/>
                <a:t>peuvent</a:t>
              </a:r>
              <a:r>
                <a:rPr lang="en-US" sz="1200"/>
                <a:t> </a:t>
              </a:r>
              <a:r>
                <a:rPr lang="en-US" sz="1200" err="1"/>
                <a:t>servir</a:t>
              </a:r>
              <a:r>
                <a:rPr lang="en-US" sz="1200"/>
                <a:t> de compost, de la </a:t>
              </a:r>
              <a:r>
                <a:rPr lang="en-US" sz="1200" err="1"/>
                <a:t>chaleur</a:t>
              </a:r>
              <a:r>
                <a:rPr lang="en-US" sz="1200"/>
                <a:t> </a:t>
              </a:r>
              <a:r>
                <a:rPr lang="en-US" sz="1200" err="1"/>
                <a:t>industrielle</a:t>
              </a:r>
              <a:r>
                <a:rPr lang="en-US" sz="1200"/>
                <a:t> </a:t>
              </a:r>
              <a:r>
                <a:rPr lang="en-US" sz="1200" err="1"/>
                <a:t>peut</a:t>
              </a:r>
              <a:r>
                <a:rPr lang="en-US" sz="1200"/>
                <a:t> </a:t>
              </a:r>
              <a:r>
                <a:rPr lang="en-US" sz="1200" err="1"/>
                <a:t>être</a:t>
              </a:r>
              <a:r>
                <a:rPr lang="en-US" sz="1200"/>
                <a:t> </a:t>
              </a:r>
              <a:r>
                <a:rPr lang="en-US" sz="1200" err="1"/>
                <a:t>récupérée</a:t>
              </a:r>
              <a:r>
                <a:rPr lang="en-US" sz="1200"/>
                <a:t>, etc.</a:t>
              </a:r>
              <a:endParaRPr/>
            </a:p>
            <a:p>
              <a:pPr marL="457200" lvl="0" indent="0" algn="just" rtl="0">
                <a:lnSpc>
                  <a:spcPct val="119958"/>
                </a:lnSpc>
                <a:spcBef>
                  <a:spcPts val="0"/>
                </a:spcBef>
                <a:spcAft>
                  <a:spcPts val="0"/>
                </a:spcAft>
                <a:buNone/>
              </a:pPr>
              <a:endParaRPr sz="1200">
                <a:solidFill>
                  <a:schemeClr val="dk1"/>
                </a:solidFill>
                <a:latin typeface="DM Sans"/>
                <a:ea typeface="DM Sans"/>
                <a:cs typeface="DM Sans"/>
                <a:sym typeface="DM Sans"/>
              </a:endParaRPr>
            </a:p>
            <a:p>
              <a:pPr marL="152400" algn="just">
                <a:lnSpc>
                  <a:spcPct val="119958"/>
                </a:lnSpc>
                <a:buClr>
                  <a:schemeClr val="dk1"/>
                </a:buClr>
                <a:buSzPts val="1200"/>
              </a:pPr>
              <a:r>
                <a:rPr lang="fr" sz="1200">
                  <a:solidFill>
                    <a:schemeClr val="dk1"/>
                  </a:solidFill>
                  <a:latin typeface="DM Sans"/>
                  <a:ea typeface="DM Sans"/>
                  <a:cs typeface="DM Sans"/>
                  <a:sym typeface="DM Sans"/>
                </a:rPr>
                <a:t>2) Pouvez-vous mettre en commun des équipements, des services, des espaces ?</a:t>
              </a:r>
              <a:br>
                <a:rPr lang="fr" sz="1200">
                  <a:solidFill>
                    <a:schemeClr val="dk1"/>
                  </a:solidFill>
                  <a:latin typeface="DM Sans"/>
                  <a:ea typeface="DM Sans"/>
                  <a:cs typeface="DM Sans"/>
                  <a:sym typeface="DM Sans"/>
                </a:rPr>
              </a:br>
              <a:r>
                <a:rPr lang="fr" sz="1200">
                  <a:ea typeface="DM Sans"/>
                </a:rPr>
                <a:t>Oui, la mutualisation permet d'optimiser l’utilisation des ressources. Par exemple, partager des outils ou des machines permet de réduire le nombre d’équipements nécessaires, donc la production de matières premières et de déchets associés. De même, des espaces de travail collectifs favorisent la collaboration tout en limitant l’empreinte environnementale.</a:t>
              </a:r>
            </a:p>
          </p:txBody>
        </p:sp>
      </p:grpSp>
      <p:grpSp>
        <p:nvGrpSpPr>
          <p:cNvPr id="472" name="Google Shape;472;g208e272d50e_0_12"/>
          <p:cNvGrpSpPr/>
          <p:nvPr/>
        </p:nvGrpSpPr>
        <p:grpSpPr>
          <a:xfrm>
            <a:off x="6014710" y="213748"/>
            <a:ext cx="2940477" cy="483380"/>
            <a:chOff x="12078870" y="1545119"/>
            <a:chExt cx="5880955" cy="966761"/>
          </a:xfrm>
        </p:grpSpPr>
        <p:sp>
          <p:nvSpPr>
            <p:cNvPr id="473" name="Google Shape;473;g208e272d50e_0_12"/>
            <p:cNvSpPr txBox="1"/>
            <p:nvPr/>
          </p:nvSpPr>
          <p:spPr>
            <a:xfrm rot="436966">
              <a:off x="13978996" y="1891208"/>
              <a:ext cx="3973455" cy="36927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474" name="Google Shape;474;g208e272d50e_0_12"/>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475" name="Google Shape;475;g208e272d50e_0_12"/>
          <p:cNvSpPr txBox="1"/>
          <p:nvPr/>
        </p:nvSpPr>
        <p:spPr>
          <a:xfrm>
            <a:off x="185825" y="175650"/>
            <a:ext cx="63795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a:solidFill>
                  <a:schemeClr val="dk1"/>
                </a:solidFill>
                <a:latin typeface="DM Sans"/>
                <a:ea typeface="DM Sans"/>
                <a:cs typeface="DM Sans"/>
                <a:sym typeface="DM Sans"/>
              </a:rPr>
              <a:t>Masterclass #3</a:t>
            </a:r>
            <a:endParaRPr sz="2400" b="1" i="0" u="none" strike="noStrike" cap="none">
              <a:solidFill>
                <a:srgbClr val="000000"/>
              </a:solidFill>
              <a:latin typeface="DM Sans"/>
              <a:ea typeface="DM Sans"/>
              <a:cs typeface="DM Sans"/>
              <a:sym typeface="DM Sans"/>
            </a:endParaRPr>
          </a:p>
        </p:txBody>
      </p:sp>
      <p:pic>
        <p:nvPicPr>
          <p:cNvPr id="476" name="Google Shape;476;g208e272d50e_0_12" descr="Une image contenant graphiques vectoriels&#10;&#10;Description générée automatiquement"/>
          <p:cNvPicPr preferRelativeResize="0"/>
          <p:nvPr/>
        </p:nvPicPr>
        <p:blipFill rotWithShape="1">
          <a:blip r:embed="rId4">
            <a:alphaModFix/>
          </a:blip>
          <a:srcRect/>
          <a:stretch/>
        </p:blipFill>
        <p:spPr>
          <a:xfrm>
            <a:off x="6694098" y="1426594"/>
            <a:ext cx="2743200" cy="2743200"/>
          </a:xfrm>
          <a:prstGeom prst="rect">
            <a:avLst/>
          </a:prstGeom>
          <a:noFill/>
          <a:ln>
            <a:noFill/>
          </a:ln>
        </p:spPr>
      </p:pic>
      <p:sp>
        <p:nvSpPr>
          <p:cNvPr id="477" name="Google Shape;477;g208e272d50e_0_12"/>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f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grpSp>
        <p:nvGrpSpPr>
          <p:cNvPr id="482" name="Google Shape;482;g208e272d50e_0_24"/>
          <p:cNvGrpSpPr/>
          <p:nvPr/>
        </p:nvGrpSpPr>
        <p:grpSpPr>
          <a:xfrm>
            <a:off x="237490" y="762567"/>
            <a:ext cx="6665580" cy="4142227"/>
            <a:chOff x="635625" y="1443051"/>
            <a:chExt cx="11584254" cy="8327759"/>
          </a:xfrm>
        </p:grpSpPr>
        <p:sp>
          <p:nvSpPr>
            <p:cNvPr id="483" name="Google Shape;483;g208e272d50e_0_24"/>
            <p:cNvSpPr/>
            <p:nvPr/>
          </p:nvSpPr>
          <p:spPr>
            <a:xfrm>
              <a:off x="635625" y="1443051"/>
              <a:ext cx="11584254" cy="8327759"/>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marL="0" marR="0" lvl="0" indent="0" algn="just" rtl="0">
                <a:lnSpc>
                  <a:spcPct val="100000"/>
                </a:lnSpc>
                <a:spcBef>
                  <a:spcPts val="0"/>
                </a:spcBef>
                <a:spcAft>
                  <a:spcPts val="0"/>
                </a:spcAft>
                <a:buNone/>
              </a:pPr>
              <a:r>
                <a:rPr lang="fr" sz="1100">
                  <a:latin typeface="DM Sans"/>
                  <a:ea typeface="DM Sans"/>
                  <a:cs typeface="DM Sans"/>
                  <a:sym typeface="DM Sans"/>
                </a:rPr>
                <a:t>Questions pour vous guider dans une </a:t>
              </a:r>
              <a:r>
                <a:rPr lang="fr" sz="1100" b="1">
                  <a:solidFill>
                    <a:schemeClr val="dk1"/>
                  </a:solidFill>
                  <a:latin typeface="DM Sans"/>
                  <a:ea typeface="DM Sans"/>
                  <a:cs typeface="DM Sans"/>
                  <a:sym typeface="DM Sans"/>
                </a:rPr>
                <a:t>démarche d’économie circulaire</a:t>
              </a:r>
              <a:r>
                <a:rPr lang="fr" sz="1100">
                  <a:latin typeface="DM Sans"/>
                  <a:ea typeface="DM Sans"/>
                  <a:cs typeface="DM Sans"/>
                  <a:sym typeface="DM Sans"/>
                </a:rPr>
                <a:t> dans votre projet :</a:t>
              </a:r>
              <a:endParaRPr sz="1100" b="0" i="0" u="none" strike="noStrike" cap="none">
                <a:solidFill>
                  <a:srgbClr val="000000"/>
                </a:solidFill>
                <a:latin typeface="DM Sans"/>
                <a:ea typeface="DM Sans"/>
                <a:cs typeface="DM Sans"/>
                <a:sym typeface="DM Sans"/>
              </a:endParaRPr>
            </a:p>
          </p:txBody>
        </p:sp>
        <p:sp>
          <p:nvSpPr>
            <p:cNvPr id="484" name="Google Shape;484;g208e272d50e_0_24"/>
            <p:cNvSpPr/>
            <p:nvPr/>
          </p:nvSpPr>
          <p:spPr>
            <a:xfrm>
              <a:off x="1079950" y="2372114"/>
              <a:ext cx="10695600" cy="72264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just" rtl="0">
                <a:lnSpc>
                  <a:spcPct val="119958"/>
                </a:lnSpc>
                <a:spcBef>
                  <a:spcPts val="0"/>
                </a:spcBef>
                <a:spcAft>
                  <a:spcPts val="0"/>
                </a:spcAft>
                <a:buClr>
                  <a:srgbClr val="000000"/>
                </a:buClr>
                <a:buSzPts val="1200"/>
                <a:buFont typeface="Arial"/>
                <a:buNone/>
              </a:pPr>
              <a:endParaRPr sz="1000" b="0" i="0" u="none" strike="noStrike" cap="none">
                <a:solidFill>
                  <a:schemeClr val="dk1"/>
                </a:solidFill>
                <a:latin typeface="DM Sans"/>
                <a:ea typeface="DM Sans"/>
                <a:cs typeface="DM Sans"/>
                <a:sym typeface="DM Sans"/>
              </a:endParaRPr>
            </a:p>
            <a:p>
              <a:pPr marL="152400" lvl="0" algn="just" rtl="0">
                <a:lnSpc>
                  <a:spcPct val="119958"/>
                </a:lnSpc>
                <a:spcBef>
                  <a:spcPts val="0"/>
                </a:spcBef>
                <a:spcAft>
                  <a:spcPts val="0"/>
                </a:spcAft>
                <a:buClr>
                  <a:schemeClr val="dk1"/>
                </a:buClr>
                <a:buSzPts val="1200"/>
              </a:pPr>
              <a:r>
                <a:rPr lang="fr" sz="1000">
                  <a:solidFill>
                    <a:schemeClr val="dk1"/>
                  </a:solidFill>
                  <a:latin typeface="DM Sans"/>
                  <a:ea typeface="DM Sans"/>
                  <a:cs typeface="DM Sans"/>
                  <a:sym typeface="DM Sans"/>
                </a:rPr>
                <a:t>1) Comment pouvez-vous augmenter la durée de vie de votre produit ou service pendant l’étape “utilisation” de son cycle de vie ? ex : mutualisation de l’usage, maintenance, collaboration entre utilisateurs…</a:t>
              </a:r>
              <a:endParaRPr sz="1000">
                <a:solidFill>
                  <a:schemeClr val="dk1"/>
                </a:solidFill>
                <a:latin typeface="DM Sans"/>
                <a:ea typeface="DM Sans"/>
                <a:cs typeface="DM Sans"/>
              </a:endParaRPr>
            </a:p>
            <a:p>
              <a:pPr marL="152400" algn="just">
                <a:lnSpc>
                  <a:spcPct val="119958"/>
                </a:lnSpc>
                <a:buClr>
                  <a:schemeClr val="dk1"/>
                </a:buClr>
                <a:buSzPts val="1200"/>
              </a:pPr>
              <a:r>
                <a:rPr lang="fr-FR" sz="1000"/>
                <a:t>La maintenance régulière et préventive évite les pannes prématurées. En facilitant la réparation par un design modulaire, on évite le remplacement complet. Des systèmes d’usage partagé comme la location ou le prêt entre utilisateurs permettent de maximiser l’utilisation d’un même produit plutôt que d’en multiplier les achats. Sensibiliser les utilisateurs à un usage responsable contribue aussi à prolonger la vie utile du produit.</a:t>
              </a:r>
            </a:p>
            <a:p>
              <a:pPr marL="152400" algn="just">
                <a:lnSpc>
                  <a:spcPct val="119958"/>
                </a:lnSpc>
                <a:buClr>
                  <a:schemeClr val="dk1"/>
                </a:buClr>
                <a:buSzPts val="1200"/>
              </a:pPr>
              <a:endParaRPr lang="en-US" sz="1000">
                <a:ea typeface="DM Sans"/>
              </a:endParaRPr>
            </a:p>
            <a:p>
              <a:pPr marL="152400" lvl="0" algn="just" rtl="0">
                <a:lnSpc>
                  <a:spcPct val="119958"/>
                </a:lnSpc>
                <a:spcBef>
                  <a:spcPts val="0"/>
                </a:spcBef>
                <a:spcAft>
                  <a:spcPts val="0"/>
                </a:spcAft>
                <a:buClr>
                  <a:schemeClr val="dk1"/>
                </a:buClr>
                <a:buSzPts val="1200"/>
              </a:pPr>
              <a:r>
                <a:rPr lang="en-US" sz="1000">
                  <a:solidFill>
                    <a:schemeClr val="dk1"/>
                  </a:solidFill>
                  <a:latin typeface="DM Sans"/>
                  <a:ea typeface="DM Sans"/>
                  <a:cs typeface="DM Sans"/>
                  <a:sym typeface="DM Sans"/>
                </a:rPr>
                <a:t>2) </a:t>
              </a:r>
              <a:r>
                <a:rPr lang="fr" sz="1000">
                  <a:solidFill>
                    <a:schemeClr val="dk1"/>
                  </a:solidFill>
                  <a:latin typeface="DM Sans"/>
                  <a:ea typeface="DM Sans"/>
                  <a:cs typeface="DM Sans"/>
                  <a:sym typeface="DM Sans"/>
                </a:rPr>
                <a:t>Comment prenez-vous en compte les notions de réparation, réemploi, réutilisation et recyclage dans votre projet ? </a:t>
              </a:r>
              <a:endParaRPr lang="fr" sz="1000">
                <a:solidFill>
                  <a:schemeClr val="dk1"/>
                </a:solidFill>
                <a:latin typeface="DM Sans"/>
                <a:ea typeface="DM Sans"/>
                <a:cs typeface="DM Sans"/>
              </a:endParaRPr>
            </a:p>
            <a:p>
              <a:pPr marL="152400" algn="just">
                <a:lnSpc>
                  <a:spcPct val="119958"/>
                </a:lnSpc>
              </a:pPr>
              <a:r>
                <a:rPr lang="fr" sz="1000"/>
                <a:t>Pour l’éco-conception du site CYU, nous nous sommes concentrés principalement sur l’optimisation des ressources utilisées. Cela passe par un code léger et efficace, un texte HTML bien structuré, et un design minimaliste qui évite les éléments superflus. Pour les images, nous privilégions des fichiers compressés afin de réduire leur poids tout en conservant une bonne qualité. Cela permet de limiter la consommation de données et donc l’empreinte carbone lors de la navigation.</a:t>
              </a:r>
              <a:endParaRPr lang="fr" sz="1000">
                <a:solidFill>
                  <a:schemeClr val="dk1"/>
                </a:solidFill>
                <a:ea typeface="DM Sans"/>
              </a:endParaRPr>
            </a:p>
            <a:p>
              <a:pPr marL="152400" algn="just">
                <a:lnSpc>
                  <a:spcPct val="119958"/>
                </a:lnSpc>
                <a:buClr>
                  <a:srgbClr val="4285F4"/>
                </a:buClr>
                <a:buSzPts val="1200"/>
              </a:pPr>
              <a:endParaRPr lang="fr" sz="1000">
                <a:solidFill>
                  <a:schemeClr val="dk1"/>
                </a:solidFill>
                <a:latin typeface="DM Sans"/>
                <a:ea typeface="DM Sans"/>
                <a:cs typeface="DM Sans"/>
              </a:endParaRPr>
            </a:p>
            <a:p>
              <a:pPr algn="just">
                <a:lnSpc>
                  <a:spcPct val="119958"/>
                </a:lnSpc>
              </a:pPr>
              <a:endParaRPr lang="fr-FR" sz="1000">
                <a:solidFill>
                  <a:schemeClr val="dk1"/>
                </a:solidFill>
                <a:latin typeface="DM Sans"/>
                <a:ea typeface="DM Sans"/>
                <a:cs typeface="DM Sans"/>
              </a:endParaRPr>
            </a:p>
            <a:p>
              <a:pPr marL="457200" algn="just">
                <a:lnSpc>
                  <a:spcPct val="119958"/>
                </a:lnSpc>
              </a:pPr>
              <a:endParaRPr lang="fr-FR" sz="1000">
                <a:solidFill>
                  <a:schemeClr val="dk1"/>
                </a:solidFill>
                <a:latin typeface="DM Sans"/>
                <a:ea typeface="DM Sans"/>
                <a:cs typeface="DM Sans"/>
              </a:endParaRPr>
            </a:p>
          </p:txBody>
        </p:sp>
      </p:grpSp>
      <p:grpSp>
        <p:nvGrpSpPr>
          <p:cNvPr id="485" name="Google Shape;485;g208e272d50e_0_24"/>
          <p:cNvGrpSpPr/>
          <p:nvPr/>
        </p:nvGrpSpPr>
        <p:grpSpPr>
          <a:xfrm>
            <a:off x="6014710" y="213748"/>
            <a:ext cx="2940477" cy="483380"/>
            <a:chOff x="12078870" y="1545119"/>
            <a:chExt cx="5880955" cy="966761"/>
          </a:xfrm>
        </p:grpSpPr>
        <p:sp>
          <p:nvSpPr>
            <p:cNvPr id="486" name="Google Shape;486;g208e272d50e_0_24"/>
            <p:cNvSpPr txBox="1"/>
            <p:nvPr/>
          </p:nvSpPr>
          <p:spPr>
            <a:xfrm rot="436966">
              <a:off x="13978996" y="1891208"/>
              <a:ext cx="3973455" cy="36927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487" name="Google Shape;487;g208e272d50e_0_24"/>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488" name="Google Shape;488;g208e272d50e_0_24"/>
          <p:cNvSpPr txBox="1"/>
          <p:nvPr/>
        </p:nvSpPr>
        <p:spPr>
          <a:xfrm>
            <a:off x="185825" y="175650"/>
            <a:ext cx="63795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a:solidFill>
                  <a:schemeClr val="dk1"/>
                </a:solidFill>
                <a:latin typeface="DM Sans"/>
                <a:ea typeface="DM Sans"/>
                <a:cs typeface="DM Sans"/>
                <a:sym typeface="DM Sans"/>
              </a:rPr>
              <a:t>Masterclass #3</a:t>
            </a:r>
            <a:endParaRPr sz="2400" b="1" i="0" u="none" strike="noStrike" cap="none">
              <a:solidFill>
                <a:srgbClr val="000000"/>
              </a:solidFill>
              <a:latin typeface="DM Sans"/>
              <a:ea typeface="DM Sans"/>
              <a:cs typeface="DM Sans"/>
              <a:sym typeface="DM Sans"/>
            </a:endParaRPr>
          </a:p>
        </p:txBody>
      </p:sp>
      <p:pic>
        <p:nvPicPr>
          <p:cNvPr id="489" name="Google Shape;489;g208e272d50e_0_24" descr="Une image contenant graphiques vectoriels&#10;&#10;Description générée automatiquement"/>
          <p:cNvPicPr preferRelativeResize="0"/>
          <p:nvPr/>
        </p:nvPicPr>
        <p:blipFill rotWithShape="1">
          <a:blip r:embed="rId4">
            <a:alphaModFix/>
          </a:blip>
          <a:srcRect/>
          <a:stretch/>
        </p:blipFill>
        <p:spPr>
          <a:xfrm>
            <a:off x="6694098" y="1426594"/>
            <a:ext cx="2743200" cy="2743200"/>
          </a:xfrm>
          <a:prstGeom prst="rect">
            <a:avLst/>
          </a:prstGeom>
          <a:noFill/>
          <a:ln>
            <a:noFill/>
          </a:ln>
        </p:spPr>
      </p:pic>
      <p:sp>
        <p:nvSpPr>
          <p:cNvPr id="490" name="Google Shape;490;g208e272d50e_0_24"/>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fr"/>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grpSp>
        <p:nvGrpSpPr>
          <p:cNvPr id="495" name="Google Shape;495;g208e272d50e_0_36"/>
          <p:cNvGrpSpPr/>
          <p:nvPr/>
        </p:nvGrpSpPr>
        <p:grpSpPr>
          <a:xfrm>
            <a:off x="237490" y="762567"/>
            <a:ext cx="6665580" cy="4142227"/>
            <a:chOff x="635625" y="1443051"/>
            <a:chExt cx="11584254" cy="8327759"/>
          </a:xfrm>
        </p:grpSpPr>
        <p:sp>
          <p:nvSpPr>
            <p:cNvPr id="496" name="Google Shape;496;g208e272d50e_0_36"/>
            <p:cNvSpPr/>
            <p:nvPr/>
          </p:nvSpPr>
          <p:spPr>
            <a:xfrm>
              <a:off x="635625" y="1443051"/>
              <a:ext cx="11584254" cy="8327759"/>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marL="0" marR="0" lvl="0" indent="0" algn="just" rtl="0">
                <a:lnSpc>
                  <a:spcPct val="100000"/>
                </a:lnSpc>
                <a:spcBef>
                  <a:spcPts val="0"/>
                </a:spcBef>
                <a:spcAft>
                  <a:spcPts val="0"/>
                </a:spcAft>
                <a:buNone/>
              </a:pPr>
              <a:r>
                <a:rPr lang="fr" sz="1100">
                  <a:latin typeface="DM Sans"/>
                  <a:ea typeface="DM Sans"/>
                  <a:cs typeface="DM Sans"/>
                  <a:sym typeface="DM Sans"/>
                </a:rPr>
                <a:t>Questions pour vous guider dans une </a:t>
              </a:r>
              <a:r>
                <a:rPr lang="fr" sz="1100" b="1">
                  <a:solidFill>
                    <a:schemeClr val="dk1"/>
                  </a:solidFill>
                  <a:latin typeface="DM Sans"/>
                  <a:ea typeface="DM Sans"/>
                  <a:cs typeface="DM Sans"/>
                  <a:sym typeface="DM Sans"/>
                </a:rPr>
                <a:t>démarche d’économie circulaire</a:t>
              </a:r>
              <a:r>
                <a:rPr lang="fr" sz="1100">
                  <a:latin typeface="DM Sans"/>
                  <a:ea typeface="DM Sans"/>
                  <a:cs typeface="DM Sans"/>
                  <a:sym typeface="DM Sans"/>
                </a:rPr>
                <a:t> dans votre projet :</a:t>
              </a:r>
              <a:endParaRPr sz="1100" b="0" i="0" u="none" strike="noStrike" cap="none">
                <a:solidFill>
                  <a:srgbClr val="000000"/>
                </a:solidFill>
                <a:latin typeface="DM Sans"/>
                <a:ea typeface="DM Sans"/>
                <a:cs typeface="DM Sans"/>
                <a:sym typeface="DM Sans"/>
              </a:endParaRPr>
            </a:p>
          </p:txBody>
        </p:sp>
        <p:sp>
          <p:nvSpPr>
            <p:cNvPr id="497" name="Google Shape;497;g208e272d50e_0_36"/>
            <p:cNvSpPr/>
            <p:nvPr/>
          </p:nvSpPr>
          <p:spPr>
            <a:xfrm>
              <a:off x="1079950" y="2372114"/>
              <a:ext cx="10695600" cy="72264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just"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DM Sans"/>
                <a:ea typeface="DM Sans"/>
                <a:cs typeface="DM Sans"/>
                <a:sym typeface="DM Sans"/>
              </a:endParaRPr>
            </a:p>
            <a:p>
              <a:pPr marL="457200" lvl="0" indent="-304800" algn="just" rtl="0">
                <a:lnSpc>
                  <a:spcPct val="119958"/>
                </a:lnSpc>
                <a:spcBef>
                  <a:spcPts val="0"/>
                </a:spcBef>
                <a:spcAft>
                  <a:spcPts val="0"/>
                </a:spcAft>
                <a:buClr>
                  <a:schemeClr val="dk1"/>
                </a:buClr>
                <a:buSzPts val="1200"/>
                <a:buFont typeface="DM Sans"/>
                <a:buAutoNum type="arabicParenR"/>
              </a:pPr>
              <a:r>
                <a:rPr lang="fr" sz="1200">
                  <a:solidFill>
                    <a:schemeClr val="dk1"/>
                  </a:solidFill>
                  <a:latin typeface="DM Sans"/>
                  <a:ea typeface="DM Sans"/>
                  <a:cs typeface="DM Sans"/>
                  <a:sym typeface="DM Sans"/>
                </a:rPr>
                <a:t>Finalement, comment arrivez-vous à réduire l’utilisation d’eau, de matières premières et d’énergie dans votre projet ? Comment arrivez-vous à réduire la production de déchets ? </a:t>
              </a:r>
              <a:endParaRPr sz="1200">
                <a:solidFill>
                  <a:schemeClr val="dk1"/>
                </a:solidFill>
                <a:latin typeface="DM Sans"/>
                <a:ea typeface="DM Sans"/>
                <a:cs typeface="DM Sans"/>
                <a:sym typeface="DM Sans"/>
              </a:endParaRPr>
            </a:p>
            <a:p>
              <a:pPr marL="152400" algn="just">
                <a:lnSpc>
                  <a:spcPct val="119958"/>
                </a:lnSpc>
                <a:buClr>
                  <a:srgbClr val="4285F4"/>
                </a:buClr>
                <a:buSzPts val="1200"/>
              </a:pPr>
              <a:r>
                <a:rPr lang="fr" sz="1200">
                  <a:ea typeface="DM Sans"/>
                </a:rPr>
                <a:t>Pour réduire la consommation de ressources, il faut optimiser chaque étape de la production en limitant au maximum les gaspillages. On peut notamment choisir des matériaux recyclés ou durables, réduire les emballages superflus, et privilégier les circuits courts pour limiter les transports. Utiliser des énergies renouvelables contribue aussi à diminuer l’empreinte carbone globale. Par ailleurs, mettre en place des systèmes efficaces de tri et de collecte permet de valoriser les déchets produits, que ce soit par réemploi ou recyclage ce qui réduit leur quantité et leur impact sur l’environnement.</a:t>
              </a:r>
              <a:endParaRPr lang="fr" sz="1200">
                <a:latin typeface="DM Sans"/>
                <a:ea typeface="DM Sans"/>
                <a:cs typeface="DM Sans"/>
              </a:endParaRPr>
            </a:p>
            <a:p>
              <a:pPr algn="just">
                <a:lnSpc>
                  <a:spcPct val="119958"/>
                </a:lnSpc>
              </a:pPr>
              <a:endParaRPr lang="fr-FR" sz="1200">
                <a:solidFill>
                  <a:schemeClr val="dk1"/>
                </a:solidFill>
                <a:latin typeface="DM Sans"/>
                <a:ea typeface="DM Sans"/>
                <a:cs typeface="DM Sans"/>
              </a:endParaRPr>
            </a:p>
            <a:p>
              <a:pPr marL="457200" algn="just">
                <a:lnSpc>
                  <a:spcPct val="119958"/>
                </a:lnSpc>
              </a:pPr>
              <a:endParaRPr lang="fr-FR" sz="1200">
                <a:solidFill>
                  <a:schemeClr val="dk1"/>
                </a:solidFill>
                <a:latin typeface="DM Sans"/>
                <a:ea typeface="DM Sans"/>
                <a:cs typeface="DM Sans"/>
              </a:endParaRPr>
            </a:p>
          </p:txBody>
        </p:sp>
      </p:grpSp>
      <p:grpSp>
        <p:nvGrpSpPr>
          <p:cNvPr id="498" name="Google Shape;498;g208e272d50e_0_36"/>
          <p:cNvGrpSpPr/>
          <p:nvPr/>
        </p:nvGrpSpPr>
        <p:grpSpPr>
          <a:xfrm>
            <a:off x="6014710" y="213748"/>
            <a:ext cx="2940477" cy="483380"/>
            <a:chOff x="12078870" y="1545119"/>
            <a:chExt cx="5880955" cy="966761"/>
          </a:xfrm>
        </p:grpSpPr>
        <p:sp>
          <p:nvSpPr>
            <p:cNvPr id="499" name="Google Shape;499;g208e272d50e_0_36"/>
            <p:cNvSpPr txBox="1"/>
            <p:nvPr/>
          </p:nvSpPr>
          <p:spPr>
            <a:xfrm rot="436966">
              <a:off x="13978996" y="1891208"/>
              <a:ext cx="3973455" cy="369278"/>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500" name="Google Shape;500;g208e272d50e_0_36"/>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501" name="Google Shape;501;g208e272d50e_0_36"/>
          <p:cNvSpPr txBox="1"/>
          <p:nvPr/>
        </p:nvSpPr>
        <p:spPr>
          <a:xfrm>
            <a:off x="185825" y="175650"/>
            <a:ext cx="63795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a:solidFill>
                  <a:schemeClr val="dk1"/>
                </a:solidFill>
                <a:latin typeface="DM Sans"/>
                <a:ea typeface="DM Sans"/>
                <a:cs typeface="DM Sans"/>
                <a:sym typeface="DM Sans"/>
              </a:rPr>
              <a:t>Masterclass #3</a:t>
            </a:r>
            <a:endParaRPr sz="2400" b="1" i="0" u="none" strike="noStrike" cap="none">
              <a:solidFill>
                <a:srgbClr val="000000"/>
              </a:solidFill>
              <a:latin typeface="DM Sans"/>
              <a:ea typeface="DM Sans"/>
              <a:cs typeface="DM Sans"/>
              <a:sym typeface="DM Sans"/>
            </a:endParaRPr>
          </a:p>
        </p:txBody>
      </p:sp>
      <p:pic>
        <p:nvPicPr>
          <p:cNvPr id="502" name="Google Shape;502;g208e272d50e_0_36" descr="Une image contenant graphiques vectoriels&#10;&#10;Description générée automatiquement"/>
          <p:cNvPicPr preferRelativeResize="0"/>
          <p:nvPr/>
        </p:nvPicPr>
        <p:blipFill rotWithShape="1">
          <a:blip r:embed="rId4">
            <a:alphaModFix/>
          </a:blip>
          <a:srcRect/>
          <a:stretch/>
        </p:blipFill>
        <p:spPr>
          <a:xfrm>
            <a:off x="6694098" y="1426594"/>
            <a:ext cx="2743200" cy="2743200"/>
          </a:xfrm>
          <a:prstGeom prst="rect">
            <a:avLst/>
          </a:prstGeom>
          <a:noFill/>
          <a:ln>
            <a:noFill/>
          </a:ln>
        </p:spPr>
      </p:pic>
      <p:sp>
        <p:nvSpPr>
          <p:cNvPr id="503" name="Google Shape;503;g208e272d50e_0_36"/>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fr"/>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grpSp>
        <p:nvGrpSpPr>
          <p:cNvPr id="508" name="Google Shape;508;p30"/>
          <p:cNvGrpSpPr/>
          <p:nvPr/>
        </p:nvGrpSpPr>
        <p:grpSpPr>
          <a:xfrm>
            <a:off x="237488" y="762582"/>
            <a:ext cx="6665551" cy="4142314"/>
            <a:chOff x="635625" y="1443051"/>
            <a:chExt cx="11584254" cy="8327759"/>
          </a:xfrm>
        </p:grpSpPr>
        <p:sp>
          <p:nvSpPr>
            <p:cNvPr id="509" name="Google Shape;509;p30"/>
            <p:cNvSpPr/>
            <p:nvPr/>
          </p:nvSpPr>
          <p:spPr>
            <a:xfrm>
              <a:off x="635625" y="1443051"/>
              <a:ext cx="11584254" cy="8327759"/>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marL="0" marR="0" lvl="0" indent="0" algn="just" rtl="0">
                <a:lnSpc>
                  <a:spcPct val="100000"/>
                </a:lnSpc>
                <a:spcBef>
                  <a:spcPts val="0"/>
                </a:spcBef>
                <a:spcAft>
                  <a:spcPts val="0"/>
                </a:spcAft>
                <a:buNone/>
              </a:pPr>
              <a:r>
                <a:rPr lang="fr" sz="1100">
                  <a:latin typeface="DM Sans"/>
                  <a:ea typeface="DM Sans"/>
                  <a:cs typeface="DM Sans"/>
                  <a:sym typeface="DM Sans"/>
                </a:rPr>
                <a:t>Questions pour vous guider sur </a:t>
              </a:r>
              <a:r>
                <a:rPr lang="fr" sz="1100" b="1">
                  <a:solidFill>
                    <a:schemeClr val="dk1"/>
                  </a:solidFill>
                  <a:latin typeface="DM Sans"/>
                  <a:ea typeface="DM Sans"/>
                  <a:cs typeface="DM Sans"/>
                  <a:sym typeface="DM Sans"/>
                </a:rPr>
                <a:t>l’impact territorial</a:t>
              </a:r>
              <a:r>
                <a:rPr lang="fr" sz="1100">
                  <a:latin typeface="DM Sans"/>
                  <a:ea typeface="DM Sans"/>
                  <a:cs typeface="DM Sans"/>
                  <a:sym typeface="DM Sans"/>
                </a:rPr>
                <a:t> de votre projet :</a:t>
              </a:r>
              <a:endParaRPr sz="1100" b="0" i="0" u="none" strike="noStrike" cap="none">
                <a:solidFill>
                  <a:srgbClr val="000000"/>
                </a:solidFill>
                <a:latin typeface="DM Sans"/>
                <a:ea typeface="DM Sans"/>
                <a:cs typeface="DM Sans"/>
                <a:sym typeface="DM Sans"/>
              </a:endParaRPr>
            </a:p>
          </p:txBody>
        </p:sp>
        <p:sp>
          <p:nvSpPr>
            <p:cNvPr id="510" name="Google Shape;510;p30"/>
            <p:cNvSpPr/>
            <p:nvPr/>
          </p:nvSpPr>
          <p:spPr>
            <a:xfrm>
              <a:off x="1079950" y="2372114"/>
              <a:ext cx="10695600" cy="72264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just" rtl="0">
                <a:lnSpc>
                  <a:spcPct val="119958"/>
                </a:lnSpc>
                <a:spcBef>
                  <a:spcPts val="0"/>
                </a:spcBef>
                <a:spcAft>
                  <a:spcPts val="0"/>
                </a:spcAft>
                <a:buClr>
                  <a:srgbClr val="000000"/>
                </a:buClr>
                <a:buSzPts val="1200"/>
                <a:buFont typeface="Arial"/>
                <a:buNone/>
              </a:pPr>
              <a:endParaRPr lang="fr-FR" sz="1000" b="0" i="0" u="none" strike="noStrike" cap="none">
                <a:solidFill>
                  <a:schemeClr val="dk1"/>
                </a:solidFill>
                <a:latin typeface="DM Sans"/>
                <a:ea typeface="DM Sans"/>
                <a:cs typeface="DM Sans"/>
              </a:endParaRPr>
            </a:p>
            <a:p>
              <a:pPr marL="38100" marR="0" lvl="0" algn="just" rtl="0">
                <a:lnSpc>
                  <a:spcPct val="119958"/>
                </a:lnSpc>
                <a:spcBef>
                  <a:spcPts val="0"/>
                </a:spcBef>
                <a:spcAft>
                  <a:spcPts val="0"/>
                </a:spcAft>
                <a:buClr>
                  <a:schemeClr val="dk1"/>
                </a:buClr>
                <a:buSzPts val="1200"/>
              </a:pPr>
              <a:r>
                <a:rPr lang="fr" sz="1000" b="0" i="0" u="none" strike="noStrike" cap="none">
                  <a:solidFill>
                    <a:schemeClr val="dk1"/>
                  </a:solidFill>
                  <a:latin typeface="DM Sans"/>
                  <a:ea typeface="DM Sans"/>
                  <a:cs typeface="DM Sans"/>
                  <a:sym typeface="DM Sans"/>
                </a:rPr>
                <a:t>1) Pouvez-vous rapprocher la production de la consommation ? Comment ?</a:t>
              </a:r>
              <a:endParaRPr lang="fr" sz="1000" b="0" i="0" u="none" strike="noStrike" cap="none">
                <a:solidFill>
                  <a:schemeClr val="dk1"/>
                </a:solidFill>
                <a:latin typeface="DM Sans"/>
                <a:ea typeface="DM Sans"/>
                <a:cs typeface="DM Sans"/>
              </a:endParaRPr>
            </a:p>
            <a:p>
              <a:pPr marL="38100" algn="just">
                <a:lnSpc>
                  <a:spcPct val="119958"/>
                </a:lnSpc>
              </a:pPr>
              <a:r>
                <a:rPr lang="fr" sz="1000"/>
                <a:t>Rapprocher la production de la consommation permet de limiter les émissions liées au transport et de favoriser l’économie locale. Cela peut se faire par la relocalisation des sites de production, ou en travaillant avec des fournisseurs proches des zones de distribution.</a:t>
              </a:r>
            </a:p>
            <a:p>
              <a:pPr marL="0" marR="0" lvl="0" indent="0" algn="just" rtl="0">
                <a:lnSpc>
                  <a:spcPct val="119958"/>
                </a:lnSpc>
                <a:spcBef>
                  <a:spcPts val="0"/>
                </a:spcBef>
                <a:spcAft>
                  <a:spcPts val="0"/>
                </a:spcAft>
                <a:buNone/>
              </a:pPr>
              <a:endParaRPr sz="1000">
                <a:solidFill>
                  <a:schemeClr val="dk1"/>
                </a:solidFill>
                <a:latin typeface="DM Sans"/>
                <a:ea typeface="DM Sans"/>
                <a:cs typeface="DM Sans"/>
              </a:endParaRPr>
            </a:p>
            <a:p>
              <a:pPr marL="38100" marR="0" lvl="0" algn="just" rtl="0">
                <a:lnSpc>
                  <a:spcPct val="119958"/>
                </a:lnSpc>
                <a:spcBef>
                  <a:spcPts val="0"/>
                </a:spcBef>
                <a:spcAft>
                  <a:spcPts val="0"/>
                </a:spcAft>
                <a:buClr>
                  <a:schemeClr val="dk1"/>
                </a:buClr>
                <a:buSzPts val="1200"/>
              </a:pPr>
              <a:r>
                <a:rPr lang="fr" sz="1000" b="0" i="0" u="none" strike="noStrike" cap="none">
                  <a:solidFill>
                    <a:schemeClr val="dk1"/>
                  </a:solidFill>
                  <a:latin typeface="DM Sans"/>
                  <a:ea typeface="DM Sans"/>
                  <a:cs typeface="DM Sans"/>
                  <a:sym typeface="DM Sans"/>
                </a:rPr>
                <a:t>2) Augmentez-vous la résilience du territoire ? Comme</a:t>
              </a:r>
              <a:r>
                <a:rPr lang="fr" sz="1000">
                  <a:solidFill>
                    <a:schemeClr val="dk1"/>
                  </a:solidFill>
                  <a:latin typeface="DM Sans"/>
                  <a:ea typeface="DM Sans"/>
                  <a:cs typeface="DM Sans"/>
                  <a:sym typeface="DM Sans"/>
                </a:rPr>
                <a:t>nt ?</a:t>
              </a:r>
              <a:endParaRPr sz="1000" b="0" i="0" u="none" strike="noStrike" cap="none">
                <a:solidFill>
                  <a:schemeClr val="dk1"/>
                </a:solidFill>
                <a:latin typeface="DM Sans"/>
                <a:ea typeface="DM Sans"/>
                <a:cs typeface="DM Sans"/>
              </a:endParaRPr>
            </a:p>
            <a:p>
              <a:pPr algn="just">
                <a:lnSpc>
                  <a:spcPct val="119958"/>
                </a:lnSpc>
              </a:pPr>
              <a:r>
                <a:rPr lang="en-US" sz="1000"/>
                <a:t>En </a:t>
              </a:r>
              <a:r>
                <a:rPr lang="en-US" sz="1000" err="1"/>
                <a:t>favorisant</a:t>
              </a:r>
              <a:r>
                <a:rPr lang="en-US" sz="1000"/>
                <a:t> la production locale et la </a:t>
              </a:r>
              <a:r>
                <a:rPr lang="en-US" sz="1000" err="1"/>
                <a:t>valorisation</a:t>
              </a:r>
              <a:r>
                <a:rPr lang="en-US" sz="1000"/>
                <a:t> des </a:t>
              </a:r>
              <a:r>
                <a:rPr lang="en-US" sz="1000" err="1"/>
                <a:t>ressources</a:t>
              </a:r>
              <a:r>
                <a:rPr lang="en-US" sz="1000"/>
                <a:t> </a:t>
              </a:r>
              <a:r>
                <a:rPr lang="en-US" sz="1000" err="1"/>
                <a:t>endogènes</a:t>
              </a:r>
              <a:r>
                <a:rPr lang="en-US" sz="1000"/>
                <a:t>, le </a:t>
              </a:r>
              <a:r>
                <a:rPr lang="en-US" sz="1000" err="1"/>
                <a:t>projet</a:t>
              </a:r>
              <a:r>
                <a:rPr lang="en-US" sz="1000"/>
                <a:t> </a:t>
              </a:r>
              <a:r>
                <a:rPr lang="en-US" sz="1000" err="1"/>
                <a:t>renforce</a:t>
              </a:r>
              <a:r>
                <a:rPr lang="en-US" sz="1000"/>
                <a:t> </a:t>
              </a:r>
              <a:r>
                <a:rPr lang="en-US" sz="1000" err="1"/>
                <a:t>l’autonomie</a:t>
              </a:r>
              <a:r>
                <a:rPr lang="en-US" sz="1000"/>
                <a:t> du </a:t>
              </a:r>
              <a:r>
                <a:rPr lang="en-US" sz="1000" err="1"/>
                <a:t>territoire</a:t>
              </a:r>
              <a:r>
                <a:rPr lang="en-US" sz="1000"/>
                <a:t> face aux </a:t>
              </a:r>
              <a:r>
                <a:rPr lang="en-US" sz="1000" err="1"/>
                <a:t>aléas</a:t>
              </a:r>
              <a:r>
                <a:rPr lang="en-US" sz="1000"/>
                <a:t> </a:t>
              </a:r>
              <a:r>
                <a:rPr lang="en-US" sz="1000" err="1"/>
                <a:t>économiques</a:t>
              </a:r>
              <a:r>
                <a:rPr lang="en-US" sz="1000"/>
                <a:t> et </a:t>
              </a:r>
              <a:r>
                <a:rPr lang="en-US" sz="1000" err="1"/>
                <a:t>environnementaux</a:t>
              </a:r>
              <a:r>
                <a:rPr lang="en-US" sz="1000"/>
                <a:t>. Par </a:t>
              </a:r>
              <a:r>
                <a:rPr lang="en-US" sz="1000" err="1"/>
                <a:t>exemple</a:t>
              </a:r>
              <a:r>
                <a:rPr lang="en-US" sz="1000"/>
                <a:t>, </a:t>
              </a:r>
              <a:r>
                <a:rPr lang="en-US" sz="1000" err="1"/>
                <a:t>développer</a:t>
              </a:r>
              <a:r>
                <a:rPr lang="en-US" sz="1000"/>
                <a:t> des circuits courts, des </a:t>
              </a:r>
              <a:r>
                <a:rPr lang="en-US" sz="1000" err="1"/>
                <a:t>filières</a:t>
              </a:r>
              <a:r>
                <a:rPr lang="en-US" sz="1000"/>
                <a:t> de </a:t>
              </a:r>
              <a:r>
                <a:rPr lang="en-US" sz="1000" err="1"/>
                <a:t>recyclage</a:t>
              </a:r>
              <a:r>
                <a:rPr lang="en-US" sz="1000"/>
                <a:t> </a:t>
              </a:r>
              <a:r>
                <a:rPr lang="en-US" sz="1000" err="1"/>
                <a:t>ou</a:t>
              </a:r>
              <a:r>
                <a:rPr lang="en-US" sz="1000"/>
                <a:t> des </a:t>
              </a:r>
              <a:r>
                <a:rPr lang="en-US" sz="1000" err="1"/>
                <a:t>systèmes</a:t>
              </a:r>
              <a:r>
                <a:rPr lang="en-US" sz="1000"/>
                <a:t> </a:t>
              </a:r>
              <a:r>
                <a:rPr lang="en-US" sz="1000" err="1"/>
                <a:t>d’énergie</a:t>
              </a:r>
              <a:r>
                <a:rPr lang="en-US" sz="1000"/>
                <a:t> </a:t>
              </a:r>
              <a:r>
                <a:rPr lang="en-US" sz="1000" err="1"/>
                <a:t>renouvelable</a:t>
              </a:r>
              <a:r>
                <a:rPr lang="en-US" sz="1000"/>
                <a:t> </a:t>
              </a:r>
              <a:r>
                <a:rPr lang="en-US" sz="1000" err="1"/>
                <a:t>locaux</a:t>
              </a:r>
              <a:r>
                <a:rPr lang="en-US" sz="1000"/>
                <a:t> </a:t>
              </a:r>
              <a:r>
                <a:rPr lang="en-US" sz="1000" err="1"/>
                <a:t>réduit</a:t>
              </a:r>
              <a:r>
                <a:rPr lang="en-US" sz="1000"/>
                <a:t> la </a:t>
              </a:r>
              <a:r>
                <a:rPr lang="en-US" sz="1000" err="1"/>
                <a:t>dépendance</a:t>
              </a:r>
              <a:r>
                <a:rPr lang="en-US" sz="1000"/>
                <a:t> aux importations et aux </a:t>
              </a:r>
              <a:r>
                <a:rPr lang="en-US" sz="1000" err="1"/>
                <a:t>énergies</a:t>
              </a:r>
              <a:r>
                <a:rPr lang="en-US" sz="1000"/>
                <a:t> </a:t>
              </a:r>
              <a:r>
                <a:rPr lang="en-US" sz="1000" err="1"/>
                <a:t>fossiles</a:t>
              </a:r>
              <a:r>
                <a:rPr lang="en-US" sz="1000"/>
                <a:t>.</a:t>
              </a:r>
              <a:endParaRPr sz="1000"/>
            </a:p>
            <a:p>
              <a:pPr marL="0" marR="0" lvl="0" indent="0" algn="just" rtl="0">
                <a:lnSpc>
                  <a:spcPct val="119958"/>
                </a:lnSpc>
                <a:spcBef>
                  <a:spcPts val="0"/>
                </a:spcBef>
                <a:spcAft>
                  <a:spcPts val="0"/>
                </a:spcAft>
                <a:buNone/>
              </a:pPr>
              <a:endParaRPr sz="1000">
                <a:solidFill>
                  <a:schemeClr val="dk1"/>
                </a:solidFill>
                <a:latin typeface="DM Sans"/>
                <a:ea typeface="DM Sans"/>
                <a:cs typeface="DM Sans"/>
              </a:endParaRPr>
            </a:p>
            <a:p>
              <a:pPr marL="38100" marR="0" lvl="0" algn="just" rtl="0">
                <a:lnSpc>
                  <a:spcPct val="119958"/>
                </a:lnSpc>
                <a:spcBef>
                  <a:spcPts val="0"/>
                </a:spcBef>
                <a:spcAft>
                  <a:spcPts val="0"/>
                </a:spcAft>
                <a:buClr>
                  <a:schemeClr val="dk1"/>
                </a:buClr>
                <a:buSzPts val="1200"/>
              </a:pPr>
              <a:r>
                <a:rPr lang="fr" sz="1000" b="0" i="0" u="none" strike="noStrike" cap="none">
                  <a:solidFill>
                    <a:schemeClr val="dk1"/>
                  </a:solidFill>
                  <a:latin typeface="DM Sans"/>
                  <a:ea typeface="DM Sans"/>
                  <a:cs typeface="DM Sans"/>
                  <a:sym typeface="DM Sans"/>
                </a:rPr>
                <a:t>3) Créez-vous de l’emploi ? </a:t>
              </a:r>
              <a:r>
                <a:rPr lang="fr" sz="1000">
                  <a:solidFill>
                    <a:schemeClr val="dk1"/>
                  </a:solidFill>
                  <a:latin typeface="DM Sans"/>
                  <a:ea typeface="DM Sans"/>
                  <a:cs typeface="DM Sans"/>
                  <a:sym typeface="DM Sans"/>
                </a:rPr>
                <a:t>Comment ? </a:t>
              </a:r>
              <a:endParaRPr lang="fr" sz="1000" b="0" i="0" u="none" strike="noStrike" cap="none">
                <a:solidFill>
                  <a:schemeClr val="dk1"/>
                </a:solidFill>
                <a:latin typeface="DM Sans"/>
                <a:ea typeface="DM Sans"/>
                <a:cs typeface="DM Sans"/>
              </a:endParaRPr>
            </a:p>
            <a:p>
              <a:pPr marL="38100" algn="just">
                <a:lnSpc>
                  <a:spcPct val="119958"/>
                </a:lnSpc>
                <a:buClr>
                  <a:srgbClr val="4285F4"/>
                </a:buClr>
                <a:buSzPts val="1200"/>
              </a:pPr>
              <a:r>
                <a:rPr lang="fr" sz="1000">
                  <a:latin typeface="DM Sans"/>
                  <a:ea typeface="DM Sans"/>
                </a:rPr>
                <a:t>C</a:t>
              </a:r>
              <a:r>
                <a:rPr lang="fr" sz="1000">
                  <a:ea typeface="DM Sans"/>
                </a:rPr>
                <a:t>ette démarche génère des emplois notamment dans les secteurs de la réparation, du recyclage, de la maintenance, et de la gestion des ressources. En privilégiant les activités locales, on soutient les économies de proximité et on offre des opportunités d’emploi durable</a:t>
              </a:r>
              <a:endParaRPr lang="fr" sz="1000" b="0" i="0" u="none" strike="noStrike" cap="none">
                <a:latin typeface="DM Sans"/>
                <a:ea typeface="DM Sans"/>
                <a:cs typeface="DM Sans"/>
              </a:endParaRPr>
            </a:p>
            <a:p>
              <a:pPr marL="228600" marR="0" lvl="0" indent="-152400" algn="just" rtl="0">
                <a:lnSpc>
                  <a:spcPct val="119958"/>
                </a:lnSpc>
                <a:spcBef>
                  <a:spcPts val="0"/>
                </a:spcBef>
                <a:spcAft>
                  <a:spcPts val="0"/>
                </a:spcAft>
                <a:buClr>
                  <a:srgbClr val="000000"/>
                </a:buClr>
                <a:buSzPts val="1200"/>
                <a:buFont typeface="Arial"/>
                <a:buNone/>
              </a:pPr>
              <a:endParaRPr sz="1200" b="0" i="0" u="none" strike="noStrike" cap="none">
                <a:latin typeface="DM Sans"/>
                <a:ea typeface="DM Sans"/>
                <a:cs typeface="DM Sans"/>
              </a:endParaRPr>
            </a:p>
            <a:p>
              <a:pPr marL="228600" marR="0" lvl="0" indent="-152400" algn="just" rtl="0">
                <a:lnSpc>
                  <a:spcPct val="119958"/>
                </a:lnSpc>
                <a:spcBef>
                  <a:spcPts val="0"/>
                </a:spcBef>
                <a:spcAft>
                  <a:spcPts val="0"/>
                </a:spcAft>
                <a:buSzPts val="1200"/>
                <a:buNone/>
              </a:pPr>
              <a:endParaRPr sz="1200" b="0" i="0" u="none" strike="noStrike" cap="none">
                <a:solidFill>
                  <a:schemeClr val="dk1"/>
                </a:solidFill>
                <a:latin typeface="DM Sans"/>
                <a:ea typeface="DM Sans"/>
                <a:cs typeface="DM Sans"/>
              </a:endParaRPr>
            </a:p>
            <a:p>
              <a:pPr marL="0" marR="0" lvl="0" indent="0" algn="just" rtl="0">
                <a:lnSpc>
                  <a:spcPct val="119958"/>
                </a:lnSpc>
                <a:spcBef>
                  <a:spcPts val="0"/>
                </a:spcBef>
                <a:spcAft>
                  <a:spcPts val="0"/>
                </a:spcAft>
                <a:buClr>
                  <a:srgbClr val="000000"/>
                </a:buClr>
                <a:buFont typeface="Arial"/>
                <a:buNone/>
              </a:pPr>
              <a:endParaRPr sz="1200" b="0" i="0" u="none" strike="noStrike" cap="none">
                <a:solidFill>
                  <a:schemeClr val="dk1"/>
                </a:solidFill>
                <a:latin typeface="DM Sans"/>
                <a:ea typeface="DM Sans"/>
                <a:cs typeface="DM Sans"/>
              </a:endParaRPr>
            </a:p>
            <a:p>
              <a:pPr marL="0" marR="0" lvl="0" indent="0" algn="just"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DM Sans"/>
                <a:ea typeface="DM Sans"/>
                <a:cs typeface="DM Sans"/>
                <a:sym typeface="DM Sans"/>
              </a:endParaRPr>
            </a:p>
            <a:p>
              <a:pPr algn="just">
                <a:lnSpc>
                  <a:spcPct val="119958"/>
                </a:lnSpc>
                <a:buSzPts val="1200"/>
              </a:pPr>
              <a:endParaRPr lang="fr-FR" sz="1200">
                <a:solidFill>
                  <a:schemeClr val="dk1"/>
                </a:solidFill>
                <a:latin typeface="DM Sans"/>
                <a:ea typeface="DM Sans"/>
                <a:cs typeface="DM Sans"/>
              </a:endParaRPr>
            </a:p>
          </p:txBody>
        </p:sp>
      </p:grpSp>
      <p:grpSp>
        <p:nvGrpSpPr>
          <p:cNvPr id="511" name="Google Shape;511;p30"/>
          <p:cNvGrpSpPr/>
          <p:nvPr/>
        </p:nvGrpSpPr>
        <p:grpSpPr>
          <a:xfrm>
            <a:off x="6014710" y="213747"/>
            <a:ext cx="2940477" cy="483379"/>
            <a:chOff x="12078870" y="1545119"/>
            <a:chExt cx="5880954" cy="966760"/>
          </a:xfrm>
        </p:grpSpPr>
        <p:sp>
          <p:nvSpPr>
            <p:cNvPr id="512" name="Google Shape;512;p30"/>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513" name="Google Shape;513;p30"/>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514" name="Google Shape;514;p30"/>
          <p:cNvSpPr txBox="1"/>
          <p:nvPr/>
        </p:nvSpPr>
        <p:spPr>
          <a:xfrm>
            <a:off x="185825" y="175650"/>
            <a:ext cx="63795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a:solidFill>
                  <a:schemeClr val="dk1"/>
                </a:solidFill>
                <a:latin typeface="DM Sans"/>
                <a:ea typeface="DM Sans"/>
                <a:cs typeface="DM Sans"/>
                <a:sym typeface="DM Sans"/>
              </a:rPr>
              <a:t>Masterclass #3</a:t>
            </a:r>
            <a:endParaRPr sz="2400" b="1" i="0" u="none" strike="noStrike" cap="none">
              <a:solidFill>
                <a:srgbClr val="000000"/>
              </a:solidFill>
              <a:latin typeface="DM Sans"/>
              <a:ea typeface="DM Sans"/>
              <a:cs typeface="DM Sans"/>
              <a:sym typeface="DM Sans"/>
            </a:endParaRPr>
          </a:p>
        </p:txBody>
      </p:sp>
      <p:pic>
        <p:nvPicPr>
          <p:cNvPr id="515" name="Google Shape;515;p30" descr="Une image contenant graphiques vectoriels&#10;&#10;Description générée automatiquement"/>
          <p:cNvPicPr preferRelativeResize="0"/>
          <p:nvPr/>
        </p:nvPicPr>
        <p:blipFill rotWithShape="1">
          <a:blip r:embed="rId4">
            <a:alphaModFix/>
          </a:blip>
          <a:srcRect/>
          <a:stretch/>
        </p:blipFill>
        <p:spPr>
          <a:xfrm>
            <a:off x="6694098" y="1426594"/>
            <a:ext cx="2743200" cy="2743200"/>
          </a:xfrm>
          <a:prstGeom prst="rect">
            <a:avLst/>
          </a:prstGeom>
          <a:noFill/>
          <a:ln>
            <a:noFill/>
          </a:ln>
        </p:spPr>
      </p:pic>
      <p:sp>
        <p:nvSpPr>
          <p:cNvPr id="516" name="Google Shape;516;p30"/>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fr"/>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grpSp>
        <p:nvGrpSpPr>
          <p:cNvPr id="210" name="Google Shape;210;p28"/>
          <p:cNvGrpSpPr/>
          <p:nvPr/>
        </p:nvGrpSpPr>
        <p:grpSpPr>
          <a:xfrm>
            <a:off x="237488" y="762582"/>
            <a:ext cx="6665551" cy="4142314"/>
            <a:chOff x="635625" y="1443051"/>
            <a:chExt cx="11584254" cy="8327759"/>
          </a:xfrm>
        </p:grpSpPr>
        <p:sp>
          <p:nvSpPr>
            <p:cNvPr id="211" name="Google Shape;211;p28"/>
            <p:cNvSpPr/>
            <p:nvPr/>
          </p:nvSpPr>
          <p:spPr>
            <a:xfrm>
              <a:off x="635625" y="1443051"/>
              <a:ext cx="11584254" cy="8327759"/>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algn="just">
                <a:buClr>
                  <a:schemeClr val="dk1"/>
                </a:buClr>
                <a:buSzPts val="600"/>
              </a:pPr>
              <a:r>
                <a:rPr lang="fr" sz="1100">
                  <a:latin typeface="DM Sans"/>
                  <a:sym typeface="Calibri"/>
                </a:rPr>
                <a:t>Travail de recherche pendant la </a:t>
              </a:r>
              <a:r>
                <a:rPr lang="fr" sz="1100" err="1">
                  <a:latin typeface="DM Sans"/>
                  <a:sym typeface="Calibri"/>
                </a:rPr>
                <a:t>Masterclass</a:t>
              </a:r>
              <a:r>
                <a:rPr lang="fr" sz="1100">
                  <a:latin typeface="DM Sans"/>
                  <a:sym typeface="Calibri"/>
                </a:rPr>
                <a:t> : notez ici les sources, et les réflexions issues de vos recherches sur les enjeux socio-économiques </a:t>
              </a:r>
              <a:r>
                <a:rPr lang="fr" sz="1100" b="1">
                  <a:solidFill>
                    <a:schemeClr val="tx1"/>
                  </a:solidFill>
                  <a:latin typeface="DM Sans"/>
                  <a:sym typeface="Calibri"/>
                </a:rPr>
                <a:t>du secteur de votre Projet.</a:t>
              </a:r>
              <a:r>
                <a:rPr lang="fr" sz="1100">
                  <a:latin typeface="DM Sans"/>
                  <a:sym typeface="Calibri"/>
                </a:rPr>
                <a:t> </a:t>
              </a:r>
              <a:endParaRPr lang="fr-FR" sz="1100">
                <a:latin typeface="DM Sans"/>
              </a:endParaRPr>
            </a:p>
          </p:txBody>
        </p:sp>
        <p:sp>
          <p:nvSpPr>
            <p:cNvPr id="212" name="Google Shape;212;p28"/>
            <p:cNvSpPr/>
            <p:nvPr/>
          </p:nvSpPr>
          <p:spPr>
            <a:xfrm>
              <a:off x="1079950" y="2372114"/>
              <a:ext cx="10695600" cy="72264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just" rtl="0">
                <a:lnSpc>
                  <a:spcPct val="119958"/>
                </a:lnSpc>
                <a:spcBef>
                  <a:spcPts val="0"/>
                </a:spcBef>
                <a:spcAft>
                  <a:spcPts val="0"/>
                </a:spcAft>
                <a:buClr>
                  <a:srgbClr val="000000"/>
                </a:buClr>
                <a:buSzPts val="1200"/>
                <a:buFont typeface="Arial"/>
                <a:buNone/>
              </a:pPr>
              <a:endParaRPr lang="fr-FR" sz="1000" b="0" i="0" u="none" strike="noStrike" cap="none">
                <a:solidFill>
                  <a:schemeClr val="dk1"/>
                </a:solidFill>
                <a:latin typeface="DM Sans"/>
                <a:ea typeface="DM Sans"/>
                <a:cs typeface="DM Sans"/>
              </a:endParaRPr>
            </a:p>
            <a:p>
              <a:pPr marL="38100" algn="just">
                <a:lnSpc>
                  <a:spcPct val="119958"/>
                </a:lnSpc>
                <a:buClr>
                  <a:schemeClr val="dk1"/>
                </a:buClr>
                <a:buSzPts val="1200"/>
              </a:pPr>
              <a:r>
                <a:rPr lang="fr-FR" sz="1000">
                  <a:solidFill>
                    <a:schemeClr val="dk1"/>
                  </a:solidFill>
                  <a:latin typeface="DM Sans"/>
                  <a:ea typeface="DM Sans"/>
                  <a:cs typeface="DM Sans"/>
                  <a:sym typeface="DM Sans"/>
                </a:rPr>
                <a:t>1) A quels planchers sociaux du Donut votre Projet s'intéresse-t-il ?</a:t>
              </a:r>
              <a:endParaRPr lang="fr-FR" sz="1000" b="0" i="0" u="none" strike="noStrike" cap="none">
                <a:solidFill>
                  <a:schemeClr val="dk1"/>
                </a:solidFill>
                <a:latin typeface="DM Sans"/>
                <a:ea typeface="DM Sans"/>
                <a:cs typeface="DM Sans"/>
              </a:endParaRPr>
            </a:p>
            <a:p>
              <a:pPr algn="just">
                <a:lnSpc>
                  <a:spcPct val="119958"/>
                </a:lnSpc>
              </a:pPr>
              <a:r>
                <a:rPr lang="fr-FR" sz="1000"/>
                <a:t>Notre projet touche principalement à l’accès à l’éducation et à l’inclusion numérique. En éco-concevant le site de CYU, on veille à le rendre plus accessible, plus rapide, et plus simple d’utilisation pour tous les publics, y compris ceux qui ont une connexion limitée ou des appareils peu puissants. Ça permet à plus d’étudiants, quel que soit leur contexte, d’accéder facilement aux ressources de l’université. En rendant le site plus sobre, plus clair et mieux pensé, on favorise aussi un accès équitable à l’information et aux services numériques.</a:t>
              </a:r>
            </a:p>
            <a:p>
              <a:pPr algn="just">
                <a:lnSpc>
                  <a:spcPct val="119958"/>
                </a:lnSpc>
              </a:pPr>
              <a:endParaRPr lang="fr-FR" sz="1000">
                <a:solidFill>
                  <a:schemeClr val="dk1"/>
                </a:solidFill>
                <a:latin typeface="DM Sans"/>
                <a:ea typeface="DM Sans"/>
                <a:cs typeface="DM Sans"/>
              </a:endParaRPr>
            </a:p>
            <a:p>
              <a:pPr marL="38100" algn="just">
                <a:lnSpc>
                  <a:spcPct val="119958"/>
                </a:lnSpc>
                <a:buClr>
                  <a:schemeClr val="dk1"/>
                </a:buClr>
                <a:buSzPts val="1200"/>
              </a:pPr>
              <a:r>
                <a:rPr lang="fr-FR" sz="1000">
                  <a:solidFill>
                    <a:schemeClr val="dk1"/>
                  </a:solidFill>
                  <a:latin typeface="DM Sans"/>
                  <a:ea typeface="DM Sans"/>
                  <a:cs typeface="DM Sans"/>
                  <a:sym typeface="DM Sans"/>
                </a:rPr>
                <a:t>2) Comment prenez-vous en compte les enjeux socio-économiques dans votre Projet ?</a:t>
              </a:r>
              <a:endParaRPr lang="fr-FR" sz="1000" b="0" i="0" u="none" strike="noStrike" cap="none">
                <a:solidFill>
                  <a:schemeClr val="dk1"/>
                </a:solidFill>
                <a:latin typeface="DM Sans"/>
                <a:ea typeface="DM Sans"/>
                <a:cs typeface="DM Sans"/>
              </a:endParaRPr>
            </a:p>
            <a:p>
              <a:pPr marL="38100" algn="just">
                <a:lnSpc>
                  <a:spcPct val="119958"/>
                </a:lnSpc>
                <a:buClr>
                  <a:srgbClr val="4285F4"/>
                </a:buClr>
                <a:buSzPts val="1200"/>
              </a:pPr>
              <a:r>
                <a:rPr lang="fr-FR" sz="1000">
                  <a:latin typeface="DM Sans"/>
                  <a:ea typeface="DM Sans"/>
                </a:rPr>
                <a:t>N</a:t>
              </a:r>
              <a:r>
                <a:rPr lang="fr-FR" sz="1000">
                  <a:ea typeface="DM Sans"/>
                </a:rPr>
                <a:t>ous intégrons les enjeux socio-économiques en adoptant une approche globale et </a:t>
              </a:r>
              <a:r>
                <a:rPr lang="fr-FR" sz="1000" err="1">
                  <a:ea typeface="DM Sans"/>
                </a:rPr>
                <a:t>multi-thématique</a:t>
              </a:r>
              <a:r>
                <a:rPr lang="fr-FR" sz="1000">
                  <a:ea typeface="DM Sans"/>
                </a:rPr>
                <a:t> qui privilégie la durabilité, l’inclusion et l’impact positif sur le territoire. Nous veillons à ce que le projet soit accessible et utile à la communauté locale, en soutenant des pratiques respectueuses de l’environnement et équitables socialement. Nous encourageons la collaboration entre acteurs locaux et la création d’emplois autour des services numériques proposés. </a:t>
              </a:r>
              <a:endParaRPr lang="fr-FR" sz="1000" b="0" i="0" u="none" strike="noStrike" cap="none">
                <a:ea typeface="DM Sans"/>
              </a:endParaRPr>
            </a:p>
            <a:p>
              <a:pPr marL="228600" marR="0" lvl="0" indent="-228600" algn="just" rtl="0">
                <a:lnSpc>
                  <a:spcPct val="119958"/>
                </a:lnSpc>
                <a:spcBef>
                  <a:spcPts val="0"/>
                </a:spcBef>
                <a:spcAft>
                  <a:spcPts val="0"/>
                </a:spcAft>
                <a:buClr>
                  <a:srgbClr val="000000"/>
                </a:buClr>
                <a:buSzPts val="1200"/>
                <a:buAutoNum type="arabicParenR"/>
              </a:pPr>
              <a:endParaRPr lang="fr-FR" sz="1000" b="0" i="0" u="none" strike="noStrike" cap="none">
                <a:latin typeface="DM Sans"/>
                <a:ea typeface="DM Sans"/>
                <a:cs typeface="DM Sans"/>
              </a:endParaRPr>
            </a:p>
            <a:p>
              <a:pPr marL="228600" indent="-228600" algn="just">
                <a:lnSpc>
                  <a:spcPct val="119958"/>
                </a:lnSpc>
                <a:buSzPts val="1200"/>
                <a:buAutoNum type="arabicParenR"/>
              </a:pPr>
              <a:endParaRPr lang="fr-FR" sz="1000" b="0" i="0" u="none" strike="noStrike" cap="none">
                <a:solidFill>
                  <a:schemeClr val="dk1"/>
                </a:solidFill>
                <a:latin typeface="DM Sans"/>
                <a:ea typeface="DM Sans"/>
                <a:cs typeface="DM Sans"/>
              </a:endParaRPr>
            </a:p>
            <a:p>
              <a:pPr marL="0" marR="0" lvl="0" indent="0" algn="just" rtl="0">
                <a:lnSpc>
                  <a:spcPct val="119958"/>
                </a:lnSpc>
                <a:spcBef>
                  <a:spcPts val="0"/>
                </a:spcBef>
                <a:spcAft>
                  <a:spcPts val="0"/>
                </a:spcAft>
                <a:buClr>
                  <a:srgbClr val="000000"/>
                </a:buClr>
                <a:buSzPts val="1200"/>
                <a:buFont typeface="Arial"/>
                <a:buNone/>
              </a:pPr>
              <a:endParaRPr lang="fr-FR" sz="1000" b="0" i="0" u="none" strike="noStrike" cap="none">
                <a:solidFill>
                  <a:schemeClr val="dk1"/>
                </a:solidFill>
                <a:latin typeface="DM Sans"/>
                <a:ea typeface="DM Sans"/>
                <a:cs typeface="DM Sans"/>
              </a:endParaRPr>
            </a:p>
            <a:p>
              <a:pPr marL="0" marR="0" lvl="0" indent="0" algn="just" rtl="0">
                <a:lnSpc>
                  <a:spcPct val="119958"/>
                </a:lnSpc>
                <a:spcBef>
                  <a:spcPts val="0"/>
                </a:spcBef>
                <a:spcAft>
                  <a:spcPts val="0"/>
                </a:spcAft>
                <a:buClr>
                  <a:srgbClr val="000000"/>
                </a:buClr>
                <a:buSzPts val="1200"/>
                <a:buFont typeface="Arial"/>
                <a:buNone/>
              </a:pPr>
              <a:endParaRPr lang="fr-FR" sz="1000" b="0" i="0" u="none" strike="noStrike" cap="none">
                <a:solidFill>
                  <a:schemeClr val="dk1"/>
                </a:solidFill>
                <a:latin typeface="DM Sans"/>
                <a:ea typeface="DM Sans"/>
                <a:cs typeface="DM Sans"/>
              </a:endParaRPr>
            </a:p>
            <a:p>
              <a:pPr algn="just">
                <a:lnSpc>
                  <a:spcPct val="119958"/>
                </a:lnSpc>
                <a:buSzPts val="1200"/>
              </a:pPr>
              <a:endParaRPr lang="fr-FR" sz="1000">
                <a:solidFill>
                  <a:schemeClr val="dk1"/>
                </a:solidFill>
                <a:latin typeface="DM Sans"/>
                <a:ea typeface="DM Sans"/>
                <a:cs typeface="DM Sans"/>
              </a:endParaRPr>
            </a:p>
          </p:txBody>
        </p:sp>
      </p:grpSp>
      <p:grpSp>
        <p:nvGrpSpPr>
          <p:cNvPr id="213" name="Google Shape;213;p28"/>
          <p:cNvGrpSpPr/>
          <p:nvPr/>
        </p:nvGrpSpPr>
        <p:grpSpPr>
          <a:xfrm>
            <a:off x="6014710" y="213747"/>
            <a:ext cx="2940548" cy="483380"/>
            <a:chOff x="12078870" y="1545119"/>
            <a:chExt cx="5881096" cy="966761"/>
          </a:xfrm>
        </p:grpSpPr>
        <p:sp>
          <p:nvSpPr>
            <p:cNvPr id="214" name="Google Shape;214;p28"/>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215" name="Google Shape;215;p28"/>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216" name="Google Shape;216;p28"/>
          <p:cNvSpPr txBox="1"/>
          <p:nvPr/>
        </p:nvSpPr>
        <p:spPr>
          <a:xfrm>
            <a:off x="185825" y="175650"/>
            <a:ext cx="63795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a:solidFill>
                  <a:schemeClr val="dk1"/>
                </a:solidFill>
                <a:latin typeface="DM Sans"/>
                <a:ea typeface="DM Sans"/>
                <a:cs typeface="DM Sans"/>
                <a:sym typeface="DM Sans"/>
              </a:rPr>
              <a:t>Masterclass #3</a:t>
            </a:r>
            <a:endParaRPr sz="2400" b="1" i="0" u="none" strike="noStrike" cap="none">
              <a:solidFill>
                <a:srgbClr val="000000"/>
              </a:solidFill>
              <a:latin typeface="DM Sans"/>
              <a:ea typeface="DM Sans"/>
              <a:cs typeface="DM Sans"/>
              <a:sym typeface="DM Sans"/>
            </a:endParaRPr>
          </a:p>
        </p:txBody>
      </p:sp>
      <p:sp>
        <p:nvSpPr>
          <p:cNvPr id="3" name="Espace réservé du numéro de diapositive 2">
            <a:extLst>
              <a:ext uri="{FF2B5EF4-FFF2-40B4-BE49-F238E27FC236}">
                <a16:creationId xmlns:a16="http://schemas.microsoft.com/office/drawing/2014/main" id="{4355550F-4F70-23F4-DA72-63602A9A1DBD}"/>
              </a:ext>
            </a:extLst>
          </p:cNvPr>
          <p:cNvSpPr>
            <a:spLocks noGrp="1"/>
          </p:cNvSpPr>
          <p:nvPr>
            <p:ph type="sldNum" idx="12"/>
          </p:nvPr>
        </p:nvSpPr>
        <p:spPr/>
        <p:txBody>
          <a:bodyPr/>
          <a:lstStyle/>
          <a:p>
            <a:fld id="{00000000-1234-1234-1234-123412341234}" type="slidenum">
              <a:rPr lang="fr" dirty="0"/>
              <a:t>30</a:t>
            </a:fld>
            <a:endParaRPr lang="fr-FR"/>
          </a:p>
        </p:txBody>
      </p:sp>
      <p:pic>
        <p:nvPicPr>
          <p:cNvPr id="11" name="Google Shape;163;p23">
            <a:extLst>
              <a:ext uri="{FF2B5EF4-FFF2-40B4-BE49-F238E27FC236}">
                <a16:creationId xmlns:a16="http://schemas.microsoft.com/office/drawing/2014/main" id="{5D77F83C-E52A-2B3D-5097-F8A70771F7B3}"/>
              </a:ext>
            </a:extLst>
          </p:cNvPr>
          <p:cNvPicPr preferRelativeResize="0"/>
          <p:nvPr/>
        </p:nvPicPr>
        <p:blipFill rotWithShape="1">
          <a:blip r:embed="rId4">
            <a:alphaModFix/>
          </a:blip>
          <a:srcRect/>
          <a:stretch/>
        </p:blipFill>
        <p:spPr>
          <a:xfrm>
            <a:off x="6961078" y="2069807"/>
            <a:ext cx="2111163" cy="2150343"/>
          </a:xfrm>
          <a:prstGeom prst="rect">
            <a:avLst/>
          </a:prstGeom>
          <a:noFill/>
          <a:ln>
            <a:noFill/>
          </a:ln>
        </p:spPr>
      </p:pic>
    </p:spTree>
    <p:extLst>
      <p:ext uri="{BB962C8B-B14F-4D97-AF65-F5344CB8AC3E}">
        <p14:creationId xmlns:p14="http://schemas.microsoft.com/office/powerpoint/2010/main" val="11423185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4" name="Google Shape;334;p39"/>
          <p:cNvSpPr txBox="1"/>
          <p:nvPr/>
        </p:nvSpPr>
        <p:spPr>
          <a:xfrm>
            <a:off x="175050" y="99247"/>
            <a:ext cx="8793900" cy="138499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Clr>
                <a:srgbClr val="000000"/>
              </a:buClr>
              <a:buSzPts val="3000"/>
              <a:buFont typeface="Arial"/>
              <a:buNone/>
            </a:pPr>
            <a:r>
              <a:rPr lang="fr" sz="3000" b="1" i="0" u="none" strike="noStrike" cap="none">
                <a:solidFill>
                  <a:srgbClr val="5686DA"/>
                </a:solidFill>
                <a:latin typeface="DM Sans"/>
                <a:ea typeface="DM Sans"/>
                <a:cs typeface="DM Sans"/>
                <a:sym typeface="DM Sans"/>
              </a:rPr>
              <a:t>MASTERCLASS #4</a:t>
            </a:r>
            <a:endParaRPr sz="3000" b="1" i="0" u="none" strike="noStrike" cap="none">
              <a:solidFill>
                <a:srgbClr val="5686DA"/>
              </a:solidFill>
              <a:latin typeface="DM Sans"/>
              <a:ea typeface="DM Sans"/>
              <a:cs typeface="DM Sans"/>
              <a:sym typeface="DM Sans"/>
            </a:endParaRPr>
          </a:p>
          <a:p>
            <a:pPr marL="0" marR="0" lvl="0" indent="0" algn="ctr" rtl="0">
              <a:lnSpc>
                <a:spcPct val="150000"/>
              </a:lnSpc>
              <a:spcBef>
                <a:spcPts val="0"/>
              </a:spcBef>
              <a:spcAft>
                <a:spcPts val="0"/>
              </a:spcAft>
              <a:buClr>
                <a:srgbClr val="000000"/>
              </a:buClr>
              <a:buSzPts val="3000"/>
              <a:buFont typeface="Arial"/>
              <a:buNone/>
            </a:pPr>
            <a:r>
              <a:rPr lang="fr" sz="3000" b="1" i="0" u="none" strike="noStrike" cap="none">
                <a:solidFill>
                  <a:srgbClr val="5686DA"/>
                </a:solidFill>
                <a:latin typeface="DM Sans"/>
                <a:ea typeface="DM Sans"/>
                <a:cs typeface="DM Sans"/>
                <a:sym typeface="DM Sans"/>
              </a:rPr>
              <a:t>Récits et imaginaires pour la transition écologique</a:t>
            </a:r>
            <a:r>
              <a:rPr lang="fr" sz="1500" b="1" i="0" u="none" strike="noStrike" cap="none">
                <a:solidFill>
                  <a:srgbClr val="5686DA"/>
                </a:solidFill>
                <a:latin typeface="DM Sans"/>
                <a:ea typeface="DM Sans"/>
                <a:cs typeface="DM Sans"/>
                <a:sym typeface="DM Sans"/>
              </a:rPr>
              <a:t>	</a:t>
            </a:r>
            <a:endParaRPr sz="1500" b="1" i="0" u="none" strike="noStrike" cap="none">
              <a:solidFill>
                <a:srgbClr val="5686DA"/>
              </a:solidFill>
              <a:latin typeface="DM Sans"/>
              <a:ea typeface="DM Sans"/>
              <a:cs typeface="DM Sans"/>
              <a:sym typeface="DM Sans"/>
            </a:endParaRPr>
          </a:p>
        </p:txBody>
      </p:sp>
      <p:pic>
        <p:nvPicPr>
          <p:cNvPr id="335" name="Google Shape;335;p39"/>
          <p:cNvPicPr preferRelativeResize="0"/>
          <p:nvPr/>
        </p:nvPicPr>
        <p:blipFill rotWithShape="1">
          <a:blip r:embed="rId3">
            <a:alphaModFix/>
          </a:blip>
          <a:srcRect/>
          <a:stretch/>
        </p:blipFill>
        <p:spPr>
          <a:xfrm>
            <a:off x="2182511" y="2217724"/>
            <a:ext cx="4767475" cy="2685662"/>
          </a:xfrm>
          <a:prstGeom prst="rect">
            <a:avLst/>
          </a:prstGeom>
          <a:noFill/>
          <a:ln>
            <a:noFill/>
          </a:ln>
        </p:spPr>
      </p:pic>
      <p:sp>
        <p:nvSpPr>
          <p:cNvPr id="2" name="Espace réservé du numéro de diapositive 1">
            <a:extLst>
              <a:ext uri="{FF2B5EF4-FFF2-40B4-BE49-F238E27FC236}">
                <a16:creationId xmlns:a16="http://schemas.microsoft.com/office/drawing/2014/main" id="{9BF37F49-7B04-E1B2-27C7-EBE67981BE87}"/>
              </a:ext>
            </a:extLst>
          </p:cNvPr>
          <p:cNvSpPr>
            <a:spLocks noGrp="1"/>
          </p:cNvSpPr>
          <p:nvPr>
            <p:ph type="sldNum" idx="12"/>
          </p:nvPr>
        </p:nvSpPr>
        <p:spPr/>
        <p:txBody>
          <a:bodyPr/>
          <a:lstStyle/>
          <a:p>
            <a:fld id="{00000000-1234-1234-1234-123412341234}" type="slidenum">
              <a:rPr lang="fr"/>
              <a:t>31</a:t>
            </a:fld>
            <a:endParaRPr lang="fr-FR"/>
          </a:p>
        </p:txBody>
      </p:sp>
    </p:spTree>
    <p:extLst>
      <p:ext uri="{BB962C8B-B14F-4D97-AF65-F5344CB8AC3E}">
        <p14:creationId xmlns:p14="http://schemas.microsoft.com/office/powerpoint/2010/main" val="21738867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grpSp>
        <p:nvGrpSpPr>
          <p:cNvPr id="210" name="Google Shape;210;p28"/>
          <p:cNvGrpSpPr/>
          <p:nvPr/>
        </p:nvGrpSpPr>
        <p:grpSpPr>
          <a:xfrm>
            <a:off x="237488" y="762582"/>
            <a:ext cx="6676334" cy="4142314"/>
            <a:chOff x="635625" y="1443051"/>
            <a:chExt cx="11584254" cy="8327759"/>
          </a:xfrm>
        </p:grpSpPr>
        <p:sp>
          <p:nvSpPr>
            <p:cNvPr id="211" name="Google Shape;211;p28"/>
            <p:cNvSpPr/>
            <p:nvPr/>
          </p:nvSpPr>
          <p:spPr>
            <a:xfrm>
              <a:off x="635625" y="1443051"/>
              <a:ext cx="11584254" cy="8327759"/>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algn="just">
                <a:buClr>
                  <a:schemeClr val="dk1"/>
                </a:buClr>
                <a:buSzPts val="600"/>
              </a:pPr>
              <a:r>
                <a:rPr lang="fr" sz="1100">
                  <a:latin typeface="DM Sans"/>
                  <a:sym typeface="Calibri"/>
                </a:rPr>
                <a:t>Travail de recherche pendant la </a:t>
              </a:r>
              <a:r>
                <a:rPr lang="fr" sz="1100" err="1">
                  <a:latin typeface="DM Sans"/>
                  <a:sym typeface="Calibri"/>
                </a:rPr>
                <a:t>Masterclass</a:t>
              </a:r>
              <a:r>
                <a:rPr lang="fr" sz="1100">
                  <a:latin typeface="DM Sans"/>
                  <a:sym typeface="Calibri"/>
                </a:rPr>
                <a:t> : notez ici les sources, et les réflexions issues de vos recherches sur les imaginaires de transition développés</a:t>
              </a:r>
              <a:r>
                <a:rPr lang="fr" sz="1100" b="1">
                  <a:solidFill>
                    <a:schemeClr val="tx1"/>
                  </a:solidFill>
                  <a:latin typeface="DM Sans"/>
                  <a:sym typeface="Calibri"/>
                </a:rPr>
                <a:t> par votre Projet.</a:t>
              </a:r>
              <a:r>
                <a:rPr lang="fr" sz="1100">
                  <a:latin typeface="DM Sans"/>
                  <a:sym typeface="Calibri"/>
                </a:rPr>
                <a:t> </a:t>
              </a:r>
              <a:endParaRPr lang="fr-FR" sz="1100">
                <a:latin typeface="DM Sans"/>
              </a:endParaRPr>
            </a:p>
          </p:txBody>
        </p:sp>
        <p:sp>
          <p:nvSpPr>
            <p:cNvPr id="212" name="Google Shape;212;p28"/>
            <p:cNvSpPr/>
            <p:nvPr/>
          </p:nvSpPr>
          <p:spPr>
            <a:xfrm>
              <a:off x="1079950" y="2372115"/>
              <a:ext cx="10695601" cy="7226401"/>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just" rtl="0">
                <a:lnSpc>
                  <a:spcPct val="119958"/>
                </a:lnSpc>
                <a:spcBef>
                  <a:spcPts val="0"/>
                </a:spcBef>
                <a:spcAft>
                  <a:spcPts val="0"/>
                </a:spcAft>
                <a:buClr>
                  <a:srgbClr val="000000"/>
                </a:buClr>
                <a:buSzPts val="1200"/>
                <a:buFont typeface="Arial"/>
                <a:buNone/>
              </a:pPr>
              <a:endParaRPr lang="fr-FR" sz="1200" b="0" i="0" u="none" strike="noStrike" cap="none">
                <a:solidFill>
                  <a:schemeClr val="dk1"/>
                </a:solidFill>
                <a:latin typeface="DM Sans"/>
                <a:ea typeface="DM Sans"/>
                <a:cs typeface="DM Sans"/>
              </a:endParaRPr>
            </a:p>
            <a:p>
              <a:pPr marL="38100" algn="just">
                <a:lnSpc>
                  <a:spcPct val="119958"/>
                </a:lnSpc>
                <a:buClr>
                  <a:schemeClr val="dk1"/>
                </a:buClr>
                <a:buSzPts val="1200"/>
              </a:pPr>
              <a:r>
                <a:rPr lang="fr-FR" sz="1200">
                  <a:solidFill>
                    <a:schemeClr val="dk1"/>
                  </a:solidFill>
                  <a:latin typeface="DM Sans"/>
                  <a:ea typeface="DM Sans"/>
                  <a:cs typeface="DM Sans"/>
                  <a:sym typeface="DM Sans"/>
                </a:rPr>
                <a:t>1) Quel(s) récit(s) de transition votre Projet porte-t-il ?</a:t>
              </a:r>
              <a:endParaRPr lang="fr-FR" sz="1200" b="0" i="0" u="none" strike="noStrike" cap="none">
                <a:solidFill>
                  <a:schemeClr val="dk1"/>
                </a:solidFill>
                <a:latin typeface="DM Sans"/>
                <a:ea typeface="DM Sans"/>
                <a:cs typeface="DM Sans"/>
              </a:endParaRPr>
            </a:p>
            <a:p>
              <a:pPr marL="266700" indent="-228600" algn="just">
                <a:lnSpc>
                  <a:spcPct val="119958"/>
                </a:lnSpc>
                <a:buClr>
                  <a:srgbClr val="4285F4"/>
                </a:buClr>
                <a:buSzPts val="1200"/>
                <a:buAutoNum type="arabicParenR"/>
              </a:pPr>
              <a:endParaRPr lang="fr-FR" sz="1200">
                <a:solidFill>
                  <a:schemeClr val="dk1"/>
                </a:solidFill>
                <a:latin typeface="DM Sans"/>
              </a:endParaRPr>
            </a:p>
            <a:p>
              <a:pPr algn="just">
                <a:lnSpc>
                  <a:spcPct val="119958"/>
                </a:lnSpc>
              </a:pPr>
              <a:r>
                <a:rPr lang="fr-FR" sz="1200">
                  <a:latin typeface="DM Sans"/>
                </a:rPr>
                <a:t>Notre projet porte un récit de sobriété numérique et de responsabilité collective, en montrant qu’on peut concilier innovation technologique et réduction de l’empreinte écologique.</a:t>
              </a:r>
              <a:endParaRPr lang="fr-FR">
                <a:latin typeface="DM Sans"/>
              </a:endParaRPr>
            </a:p>
            <a:p>
              <a:pPr marL="228600" marR="0" lvl="0" indent="-228600" algn="just" rtl="0">
                <a:lnSpc>
                  <a:spcPct val="119958"/>
                </a:lnSpc>
                <a:spcBef>
                  <a:spcPts val="0"/>
                </a:spcBef>
                <a:spcAft>
                  <a:spcPts val="0"/>
                </a:spcAft>
                <a:buClr>
                  <a:srgbClr val="000000"/>
                </a:buClr>
                <a:buSzPts val="1200"/>
                <a:buAutoNum type="arabicParenR"/>
              </a:pPr>
              <a:endParaRPr lang="fr-FR" sz="1200" i="0" u="none" strike="noStrike" cap="none">
                <a:solidFill>
                  <a:schemeClr val="dk1"/>
                </a:solidFill>
                <a:latin typeface="DM Sans"/>
                <a:ea typeface="DM Sans"/>
                <a:cs typeface="DM Sans"/>
              </a:endParaRPr>
            </a:p>
            <a:p>
              <a:pPr algn="just">
                <a:lnSpc>
                  <a:spcPct val="119958"/>
                </a:lnSpc>
                <a:buSzPts val="1200"/>
              </a:pPr>
              <a:endParaRPr lang="fr-FR" sz="1200">
                <a:solidFill>
                  <a:schemeClr val="dk1"/>
                </a:solidFill>
                <a:latin typeface="DM Sans"/>
                <a:ea typeface="DM Sans"/>
                <a:cs typeface="DM Sans"/>
              </a:endParaRPr>
            </a:p>
            <a:p>
              <a:pPr marL="38100" algn="just">
                <a:lnSpc>
                  <a:spcPct val="119958"/>
                </a:lnSpc>
                <a:buClr>
                  <a:schemeClr val="dk1"/>
                </a:buClr>
                <a:buSzPts val="1200"/>
              </a:pPr>
              <a:r>
                <a:rPr lang="fr-FR" sz="1200">
                  <a:solidFill>
                    <a:schemeClr val="dk1"/>
                  </a:solidFill>
                  <a:latin typeface="DM Sans"/>
                  <a:ea typeface="DM Sans"/>
                  <a:cs typeface="DM Sans"/>
                  <a:sym typeface="DM Sans"/>
                </a:rPr>
                <a:t>2) Comment pouvez-vous valoriser ce(s) récit(s) pour donner envie ?</a:t>
              </a:r>
              <a:endParaRPr lang="fr-FR" sz="1200" b="0" i="0" u="none" strike="noStrike" cap="none">
                <a:solidFill>
                  <a:schemeClr val="dk1"/>
                </a:solidFill>
                <a:latin typeface="DM Sans"/>
                <a:ea typeface="DM Sans"/>
                <a:cs typeface="DM Sans"/>
              </a:endParaRPr>
            </a:p>
            <a:p>
              <a:pPr marL="266700" indent="-228600" algn="just">
                <a:lnSpc>
                  <a:spcPct val="119958"/>
                </a:lnSpc>
                <a:buClr>
                  <a:srgbClr val="4285F4"/>
                </a:buClr>
                <a:buSzPts val="1200"/>
                <a:buAutoNum type="arabicParenR"/>
              </a:pPr>
              <a:endParaRPr lang="fr-FR" sz="1200">
                <a:solidFill>
                  <a:schemeClr val="dk1"/>
                </a:solidFill>
                <a:latin typeface="DM Sans"/>
              </a:endParaRPr>
            </a:p>
            <a:p>
              <a:pPr algn="just">
                <a:lnSpc>
                  <a:spcPct val="119958"/>
                </a:lnSpc>
              </a:pPr>
              <a:r>
                <a:rPr lang="fr-FR" sz="1200"/>
                <a:t>En racontant qu’un autre numérique est possible : plus léger, plus accessible, plus respectueux de la planète. En valorisant les bénéfices concrets pour l’environnement, les utilisateurs et l’image de l’établissement.</a:t>
              </a:r>
              <a:endParaRPr lang="fr-FR"/>
            </a:p>
            <a:p>
              <a:pPr marL="228600" marR="0" lvl="0" indent="-228600" algn="just" rtl="0">
                <a:lnSpc>
                  <a:spcPct val="119958"/>
                </a:lnSpc>
                <a:spcBef>
                  <a:spcPts val="0"/>
                </a:spcBef>
                <a:spcAft>
                  <a:spcPts val="0"/>
                </a:spcAft>
                <a:buClr>
                  <a:srgbClr val="000000"/>
                </a:buClr>
                <a:buSzPts val="1200"/>
                <a:buAutoNum type="arabicParenR"/>
              </a:pPr>
              <a:endParaRPr lang="fr-FR" sz="1200" b="0" i="0" u="none" strike="noStrike" cap="none">
                <a:latin typeface="DM Sans"/>
                <a:ea typeface="DM Sans"/>
                <a:cs typeface="DM Sans"/>
              </a:endParaRPr>
            </a:p>
            <a:p>
              <a:pPr algn="just">
                <a:lnSpc>
                  <a:spcPct val="119958"/>
                </a:lnSpc>
                <a:buSzPts val="1200"/>
              </a:pPr>
              <a:endParaRPr lang="fr-FR" sz="1200" b="0" i="0" u="none" strike="noStrike" cap="none">
                <a:solidFill>
                  <a:schemeClr val="dk1"/>
                </a:solidFill>
                <a:latin typeface="DM Sans"/>
                <a:ea typeface="DM Sans"/>
                <a:cs typeface="DM Sans"/>
              </a:endParaRPr>
            </a:p>
            <a:p>
              <a:pPr marL="0" marR="0" lvl="0" indent="0" algn="just" rtl="0">
                <a:lnSpc>
                  <a:spcPct val="119958"/>
                </a:lnSpc>
                <a:spcBef>
                  <a:spcPts val="0"/>
                </a:spcBef>
                <a:spcAft>
                  <a:spcPts val="0"/>
                </a:spcAft>
                <a:buClr>
                  <a:srgbClr val="000000"/>
                </a:buClr>
                <a:buSzPts val="1200"/>
                <a:buFont typeface="Arial"/>
                <a:buNone/>
              </a:pPr>
              <a:endParaRPr lang="fr-FR" sz="1200" b="0" i="0" u="none" strike="noStrike" cap="none">
                <a:solidFill>
                  <a:schemeClr val="dk1"/>
                </a:solidFill>
                <a:latin typeface="DM Sans"/>
                <a:ea typeface="DM Sans"/>
                <a:cs typeface="DM Sans"/>
              </a:endParaRPr>
            </a:p>
            <a:p>
              <a:pPr marL="0" marR="0" lvl="0" indent="0" algn="just" rtl="0">
                <a:lnSpc>
                  <a:spcPct val="119958"/>
                </a:lnSpc>
                <a:spcBef>
                  <a:spcPts val="0"/>
                </a:spcBef>
                <a:spcAft>
                  <a:spcPts val="0"/>
                </a:spcAft>
                <a:buClr>
                  <a:srgbClr val="000000"/>
                </a:buClr>
                <a:buSzPts val="1200"/>
                <a:buFont typeface="Arial"/>
                <a:buNone/>
              </a:pPr>
              <a:r>
                <a:rPr lang="fr-FR" sz="1200" b="0" i="0" u="none" strike="noStrike" cap="none">
                  <a:solidFill>
                    <a:schemeClr val="dk1"/>
                  </a:solidFill>
                  <a:latin typeface="DM Sans"/>
                  <a:ea typeface="DM Sans"/>
                  <a:cs typeface="DM Sans"/>
                  <a:sym typeface="DM Sans"/>
                </a:rPr>
                <a:t>…</a:t>
              </a:r>
              <a:endParaRPr sz="1200" b="0" i="0" u="none" strike="noStrike" cap="none">
                <a:solidFill>
                  <a:schemeClr val="dk1"/>
                </a:solidFill>
                <a:latin typeface="DM Sans"/>
                <a:ea typeface="DM Sans"/>
                <a:cs typeface="DM Sans"/>
              </a:endParaRPr>
            </a:p>
          </p:txBody>
        </p:sp>
      </p:grpSp>
      <p:grpSp>
        <p:nvGrpSpPr>
          <p:cNvPr id="213" name="Google Shape;213;p28"/>
          <p:cNvGrpSpPr/>
          <p:nvPr/>
        </p:nvGrpSpPr>
        <p:grpSpPr>
          <a:xfrm>
            <a:off x="6014710" y="213747"/>
            <a:ext cx="2940548" cy="483380"/>
            <a:chOff x="12078870" y="1545119"/>
            <a:chExt cx="5881096" cy="966761"/>
          </a:xfrm>
        </p:grpSpPr>
        <p:sp>
          <p:nvSpPr>
            <p:cNvPr id="214" name="Google Shape;214;p28"/>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215" name="Google Shape;215;p28"/>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216" name="Google Shape;216;p28"/>
          <p:cNvSpPr txBox="1"/>
          <p:nvPr/>
        </p:nvSpPr>
        <p:spPr>
          <a:xfrm>
            <a:off x="185825" y="175650"/>
            <a:ext cx="63795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a:solidFill>
                  <a:schemeClr val="dk1"/>
                </a:solidFill>
                <a:latin typeface="DM Sans"/>
                <a:ea typeface="DM Sans"/>
                <a:cs typeface="DM Sans"/>
                <a:sym typeface="DM Sans"/>
              </a:rPr>
              <a:t>Masterclass #4</a:t>
            </a:r>
            <a:endParaRPr sz="2400" b="1" i="0" u="none" strike="noStrike" cap="none">
              <a:solidFill>
                <a:srgbClr val="000000"/>
              </a:solidFill>
              <a:latin typeface="DM Sans"/>
              <a:ea typeface="DM Sans"/>
              <a:cs typeface="DM Sans"/>
              <a:sym typeface="DM Sans"/>
            </a:endParaRPr>
          </a:p>
        </p:txBody>
      </p:sp>
      <p:pic>
        <p:nvPicPr>
          <p:cNvPr id="3" name="Image 3" descr="Une image contenant texte&#10;&#10;Description générée automatiquement">
            <a:extLst>
              <a:ext uri="{FF2B5EF4-FFF2-40B4-BE49-F238E27FC236}">
                <a16:creationId xmlns:a16="http://schemas.microsoft.com/office/drawing/2014/main" id="{BCD9E807-9332-06B8-3C3A-4D936C67636C}"/>
              </a:ext>
            </a:extLst>
          </p:cNvPr>
          <p:cNvPicPr>
            <a:picLocks noChangeAspect="1"/>
          </p:cNvPicPr>
          <p:nvPr/>
        </p:nvPicPr>
        <p:blipFill>
          <a:blip r:embed="rId4"/>
          <a:stretch>
            <a:fillRect/>
          </a:stretch>
        </p:blipFill>
        <p:spPr>
          <a:xfrm>
            <a:off x="6650966" y="1502075"/>
            <a:ext cx="2743200" cy="2743200"/>
          </a:xfrm>
          <a:prstGeom prst="rect">
            <a:avLst/>
          </a:prstGeom>
        </p:spPr>
      </p:pic>
      <p:sp>
        <p:nvSpPr>
          <p:cNvPr id="2" name="Espace réservé du numéro de diapositive 1">
            <a:extLst>
              <a:ext uri="{FF2B5EF4-FFF2-40B4-BE49-F238E27FC236}">
                <a16:creationId xmlns:a16="http://schemas.microsoft.com/office/drawing/2014/main" id="{CABEB704-B85E-8C87-126E-417C29D48F82}"/>
              </a:ext>
            </a:extLst>
          </p:cNvPr>
          <p:cNvSpPr>
            <a:spLocks noGrp="1"/>
          </p:cNvSpPr>
          <p:nvPr>
            <p:ph type="sldNum" idx="12"/>
          </p:nvPr>
        </p:nvSpPr>
        <p:spPr/>
        <p:txBody>
          <a:bodyPr/>
          <a:lstStyle/>
          <a:p>
            <a:fld id="{00000000-1234-1234-1234-123412341234}" type="slidenum">
              <a:rPr lang="fr"/>
              <a:t>32</a:t>
            </a:fld>
            <a:endParaRPr lang="fr-FR"/>
          </a:p>
        </p:txBody>
      </p:sp>
    </p:spTree>
    <p:extLst>
      <p:ext uri="{BB962C8B-B14F-4D97-AF65-F5344CB8AC3E}">
        <p14:creationId xmlns:p14="http://schemas.microsoft.com/office/powerpoint/2010/main" val="18054074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grpSp>
        <p:nvGrpSpPr>
          <p:cNvPr id="340" name="Google Shape;340;p40"/>
          <p:cNvGrpSpPr/>
          <p:nvPr/>
        </p:nvGrpSpPr>
        <p:grpSpPr>
          <a:xfrm>
            <a:off x="1950159" y="735977"/>
            <a:ext cx="6633202" cy="4174663"/>
            <a:chOff x="164482" y="1471878"/>
            <a:chExt cx="11584254" cy="8327759"/>
          </a:xfrm>
        </p:grpSpPr>
        <p:sp>
          <p:nvSpPr>
            <p:cNvPr id="341" name="Google Shape;341;p40"/>
            <p:cNvSpPr/>
            <p:nvPr/>
          </p:nvSpPr>
          <p:spPr>
            <a:xfrm>
              <a:off x="164482" y="1471878"/>
              <a:ext cx="11584254" cy="8327759"/>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marL="0" marR="0" lvl="0" indent="0" algn="l" rtl="0">
                <a:lnSpc>
                  <a:spcPct val="119958"/>
                </a:lnSpc>
                <a:spcBef>
                  <a:spcPts val="0"/>
                </a:spcBef>
                <a:spcAft>
                  <a:spcPts val="0"/>
                </a:spcAft>
                <a:buClr>
                  <a:schemeClr val="dk1"/>
                </a:buClr>
                <a:buSzPts val="600"/>
                <a:buFont typeface="Arial"/>
                <a:buNone/>
              </a:pPr>
              <a:r>
                <a:rPr lang="fr" sz="1100">
                  <a:latin typeface="DM Sans"/>
                  <a:sym typeface="Calibri"/>
                </a:rPr>
                <a:t>Nous vous invitons à noter ici ce que vous avez appris, ce qui vous a surpris et ce que vous avez ressenti. </a:t>
              </a:r>
              <a:r>
                <a:rPr lang="en-US" sz="1100">
                  <a:latin typeface="DM Sans"/>
                  <a:sym typeface="Calibri"/>
                </a:rPr>
                <a:t>La </a:t>
              </a:r>
              <a:r>
                <a:rPr lang="en-US" sz="1100" err="1">
                  <a:latin typeface="DM Sans"/>
                  <a:sym typeface="Calibri"/>
                </a:rPr>
                <a:t>tutrice</a:t>
              </a:r>
              <a:r>
                <a:rPr lang="en-US" sz="1100">
                  <a:latin typeface="DM Sans"/>
                  <a:sym typeface="Calibri"/>
                </a:rPr>
                <a:t> </a:t>
              </a:r>
              <a:r>
                <a:rPr lang="fr" sz="1100">
                  <a:latin typeface="DM Sans"/>
                  <a:sym typeface="Calibri"/>
                </a:rPr>
                <a:t>lira votre carnet de bord et fera un retour au jury.</a:t>
              </a:r>
              <a:endParaRPr sz="1100">
                <a:latin typeface="DM Sans"/>
              </a:endParaRPr>
            </a:p>
          </p:txBody>
        </p:sp>
        <p:sp>
          <p:nvSpPr>
            <p:cNvPr id="342" name="Google Shape;342;p40"/>
            <p:cNvSpPr/>
            <p:nvPr/>
          </p:nvSpPr>
          <p:spPr>
            <a:xfrm>
              <a:off x="1048600" y="2786075"/>
              <a:ext cx="10695600" cy="65436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l" rtl="0">
                <a:lnSpc>
                  <a:spcPct val="119958"/>
                </a:lnSpc>
                <a:spcBef>
                  <a:spcPts val="0"/>
                </a:spcBef>
                <a:spcAft>
                  <a:spcPts val="0"/>
                </a:spcAft>
                <a:buClr>
                  <a:srgbClr val="000000"/>
                </a:buClr>
                <a:buSzPts val="1200"/>
                <a:buFont typeface="Arial"/>
                <a:buNone/>
              </a:pPr>
              <a:r>
                <a:rPr lang="fr" sz="1200" b="0" i="0" u="none" strike="noStrike" cap="none">
                  <a:solidFill>
                    <a:schemeClr val="dk1"/>
                  </a:solidFill>
                  <a:latin typeface="Calibri"/>
                  <a:ea typeface="Calibri"/>
                  <a:cs typeface="Calibri"/>
                  <a:sym typeface="Calibri"/>
                </a:rPr>
                <a:t>Ce que nous avons appris : </a:t>
              </a:r>
              <a:endParaRPr lang="fr-FR" sz="1200">
                <a:solidFill>
                  <a:schemeClr val="dk1"/>
                </a:solidFill>
                <a:latin typeface="Calibri"/>
                <a:ea typeface="Calibri"/>
                <a:cs typeface="Calibri"/>
                <a:sym typeface="Calibri"/>
              </a:endParaRPr>
            </a:p>
            <a:p>
              <a:pPr marL="285750" marR="0" lvl="0" indent="-285750" algn="l" rtl="0">
                <a:lnSpc>
                  <a:spcPct val="119958"/>
                </a:lnSpc>
                <a:spcBef>
                  <a:spcPts val="0"/>
                </a:spcBef>
                <a:spcAft>
                  <a:spcPts val="0"/>
                </a:spcAft>
                <a:buClr>
                  <a:srgbClr val="000000"/>
                </a:buClr>
                <a:buSzPts val="1200"/>
                <a:buFontTx/>
                <a:buChar char="-"/>
              </a:pPr>
              <a:r>
                <a:rPr lang="fr-FR" sz="1600" b="0" i="0">
                  <a:effectLst/>
                  <a:latin typeface="Helvetica" pitchFamily="2" charset="0"/>
                </a:rPr>
                <a:t>﻿﻿</a:t>
              </a:r>
              <a:r>
                <a:rPr lang="fr-FR" sz="1100" b="0" i="0">
                  <a:effectLst/>
                  <a:latin typeface="Helvetica" pitchFamily="2" charset="0"/>
                </a:rPr>
                <a:t>La manière dont on raconte les choses influence la façon dont on agit</a:t>
              </a:r>
              <a:endParaRPr lang="fr-FR" sz="1100">
                <a:latin typeface="Helvetica" pitchFamily="2" charset="0"/>
              </a:endParaRPr>
            </a:p>
            <a:p>
              <a:pPr marL="171450" marR="0" lvl="0" indent="-171450" algn="l" rtl="0">
                <a:lnSpc>
                  <a:spcPct val="119958"/>
                </a:lnSpc>
                <a:spcBef>
                  <a:spcPts val="0"/>
                </a:spcBef>
                <a:spcAft>
                  <a:spcPts val="0"/>
                </a:spcAft>
                <a:buClr>
                  <a:srgbClr val="000000"/>
                </a:buClr>
                <a:buSzPts val="1200"/>
                <a:buFontTx/>
                <a:buChar char="-"/>
              </a:pPr>
              <a:r>
                <a:rPr lang="fr-FR" sz="1100" b="0" i="0">
                  <a:effectLst/>
                  <a:latin typeface="Helvetica" pitchFamily="2" charset="0"/>
                </a:rPr>
                <a:t>L'existence de récits alternatifs puissants qui donnent envie de changer les choses</a:t>
              </a:r>
              <a:endParaRPr lang="fr-FR" sz="1100">
                <a:latin typeface="Helvetica" pitchFamily="2" charset="0"/>
              </a:endParaRPr>
            </a:p>
            <a:p>
              <a:pPr marL="171450" indent="-171450">
                <a:buFontTx/>
                <a:buChar char="-"/>
              </a:pPr>
              <a:r>
                <a:rPr lang="fr-FR" sz="1100" b="0" i="0">
                  <a:effectLst/>
                  <a:latin typeface="Helvetica" pitchFamily="2" charset="0"/>
                </a:rPr>
                <a:t>Le rôle fondamental des récits, des imaginaires et des représentations dans la transition écologique</a:t>
              </a:r>
              <a:endParaRPr lang="fr-FR" sz="1100">
                <a:latin typeface="Helvetica" pitchFamily="2" charset="0"/>
              </a:endParaRPr>
            </a:p>
            <a:p>
              <a:pPr marL="171450" indent="-171450">
                <a:buFontTx/>
                <a:buChar char="-"/>
              </a:pPr>
              <a:endParaRPr sz="1200" b="0" i="0" u="none" strike="noStrike" cap="none">
                <a:solidFill>
                  <a:schemeClr val="dk1"/>
                </a:solidFill>
                <a:latin typeface="DM Sans"/>
                <a:ea typeface="DM Sans"/>
                <a:cs typeface="DM Sans"/>
                <a:sym typeface="DM Sans"/>
              </a:endParaRPr>
            </a:p>
            <a:p>
              <a:pPr marL="0" marR="0" lvl="0" indent="0" algn="l" rtl="0">
                <a:lnSpc>
                  <a:spcPct val="119958"/>
                </a:lnSpc>
                <a:spcBef>
                  <a:spcPts val="0"/>
                </a:spcBef>
                <a:spcAft>
                  <a:spcPts val="0"/>
                </a:spcAft>
                <a:buClr>
                  <a:srgbClr val="000000"/>
                </a:buClr>
                <a:buSzPts val="1200"/>
                <a:buFont typeface="Arial"/>
                <a:buNone/>
              </a:pPr>
              <a:r>
                <a:rPr lang="fr" sz="1200" b="0" i="0" u="none" strike="noStrike" cap="none">
                  <a:solidFill>
                    <a:schemeClr val="dk1"/>
                  </a:solidFill>
                  <a:latin typeface="Calibri"/>
                  <a:ea typeface="Calibri"/>
                  <a:cs typeface="Calibri"/>
                  <a:sym typeface="Calibri"/>
                </a:rPr>
                <a:t>Ce qui nous a surpris :</a:t>
              </a:r>
              <a:endParaRPr lang="fr-FR" sz="1200">
                <a:solidFill>
                  <a:schemeClr val="dk1"/>
                </a:solidFill>
                <a:latin typeface="DM Sans"/>
                <a:ea typeface="Calibri"/>
                <a:cs typeface="Calibri"/>
                <a:sym typeface="DM Sans"/>
              </a:endParaRPr>
            </a:p>
            <a:p>
              <a:pPr marL="171450" indent="-171450">
                <a:buFontTx/>
                <a:buChar char="-"/>
              </a:pPr>
              <a:r>
                <a:rPr lang="fr-FR" sz="1100" b="0" i="0">
                  <a:effectLst/>
                  <a:latin typeface="Helvetica" pitchFamily="2" charset="0"/>
                </a:rPr>
                <a:t>À quel point nos récits actuels sont limitants : ils nous enferment dans l'inaction</a:t>
              </a:r>
            </a:p>
            <a:p>
              <a:pPr marL="171450" indent="-171450">
                <a:buFontTx/>
                <a:buChar char="-"/>
              </a:pPr>
              <a:r>
                <a:rPr lang="fr-FR" sz="1100" b="0" i="0">
                  <a:effectLst/>
                  <a:latin typeface="Helvetica" pitchFamily="2" charset="0"/>
                </a:rPr>
                <a:t>L'impact des récits de science-fiction sur des innovations réelles</a:t>
              </a:r>
              <a:endParaRPr lang="fr-FR" sz="1200" b="0" i="0">
                <a:effectLst/>
                <a:latin typeface="Helvetica" pitchFamily="2" charset="0"/>
              </a:endParaRPr>
            </a:p>
            <a:p>
              <a:pPr marL="171450" indent="-171450">
                <a:buFontTx/>
                <a:buChar char="-"/>
              </a:pPr>
              <a:endParaRPr sz="1200" b="0" i="0" u="none" strike="noStrike" cap="none">
                <a:solidFill>
                  <a:schemeClr val="dk1"/>
                </a:solidFill>
                <a:latin typeface="DM Sans"/>
                <a:ea typeface="DM Sans"/>
                <a:cs typeface="DM Sans"/>
                <a:sym typeface="DM Sans"/>
              </a:endParaRPr>
            </a:p>
            <a:p>
              <a:pPr marL="0" marR="0" lvl="0" indent="0" algn="l" rtl="0">
                <a:lnSpc>
                  <a:spcPct val="119958"/>
                </a:lnSpc>
                <a:spcBef>
                  <a:spcPts val="0"/>
                </a:spcBef>
                <a:spcAft>
                  <a:spcPts val="0"/>
                </a:spcAft>
                <a:buClr>
                  <a:srgbClr val="000000"/>
                </a:buClr>
                <a:buSzPts val="1200"/>
                <a:buFont typeface="Arial"/>
                <a:buNone/>
              </a:pPr>
              <a:r>
                <a:rPr lang="fr" sz="1200" b="0" i="0" u="none" strike="noStrike" cap="none">
                  <a:solidFill>
                    <a:schemeClr val="dk1"/>
                  </a:solidFill>
                  <a:latin typeface="Calibri"/>
                  <a:ea typeface="Calibri"/>
                  <a:cs typeface="Calibri"/>
                  <a:sym typeface="Calibri"/>
                </a:rPr>
                <a:t>Nos ressentis : </a:t>
              </a:r>
              <a:endParaRPr lang="fr-FR" sz="1200" u="none" strike="noStrike" cap="none">
                <a:solidFill>
                  <a:schemeClr val="dk1"/>
                </a:solidFill>
                <a:latin typeface="Calibri"/>
                <a:ea typeface="Calibri"/>
                <a:cs typeface="Calibri"/>
                <a:sym typeface="Calibri"/>
              </a:endParaRPr>
            </a:p>
            <a:p>
              <a:pPr marL="171450" marR="0" lvl="0" indent="-171450" algn="l" rtl="0">
                <a:lnSpc>
                  <a:spcPct val="119958"/>
                </a:lnSpc>
                <a:spcBef>
                  <a:spcPts val="0"/>
                </a:spcBef>
                <a:spcAft>
                  <a:spcPts val="0"/>
                </a:spcAft>
                <a:buClr>
                  <a:srgbClr val="000000"/>
                </a:buClr>
                <a:buSzPts val="1200"/>
                <a:buFontTx/>
                <a:buChar char="-"/>
              </a:pPr>
              <a:r>
                <a:rPr lang="fr-FR" sz="1100" b="0" i="0">
                  <a:effectLst/>
                  <a:latin typeface="Helvetica" pitchFamily="2" charset="0"/>
                </a:rPr>
                <a:t>Prise de conscience : nous avons un rôles à jouer dans la création de futurs</a:t>
              </a:r>
              <a:r>
                <a:rPr lang="fr-FR" sz="1100">
                  <a:latin typeface="Helvetica" pitchFamily="2" charset="0"/>
                </a:rPr>
                <a:t> </a:t>
              </a:r>
              <a:r>
                <a:rPr lang="fr-FR" sz="1100" b="0" i="0">
                  <a:effectLst/>
                  <a:latin typeface="Helvetica" pitchFamily="2" charset="0"/>
                </a:rPr>
                <a:t>désirables</a:t>
              </a:r>
              <a:endParaRPr lang="fr-FR" sz="1100">
                <a:latin typeface="Helvetica" pitchFamily="2" charset="0"/>
              </a:endParaRPr>
            </a:p>
            <a:p>
              <a:pPr marL="171450" marR="0" lvl="0" indent="-171450" algn="l" rtl="0">
                <a:lnSpc>
                  <a:spcPct val="119958"/>
                </a:lnSpc>
                <a:spcBef>
                  <a:spcPts val="0"/>
                </a:spcBef>
                <a:spcAft>
                  <a:spcPts val="0"/>
                </a:spcAft>
                <a:buClr>
                  <a:srgbClr val="000000"/>
                </a:buClr>
                <a:buSzPts val="1200"/>
                <a:buFontTx/>
                <a:buChar char="-"/>
              </a:pPr>
              <a:r>
                <a:rPr lang="fr-FR" sz="1100" b="0" i="0">
                  <a:effectLst/>
                  <a:latin typeface="Helvetica" pitchFamily="2" charset="0"/>
                </a:rPr>
                <a:t>Motiver à rendre notre projet plus engageant, à penser aussi en termes de narration et pas uniquement de technique</a:t>
              </a:r>
              <a:r>
                <a:rPr lang="fr-FR" sz="1200" b="0" i="0">
                  <a:effectLst/>
                  <a:latin typeface="Helvetica" pitchFamily="2" charset="0"/>
                </a:rPr>
                <a:t>.</a:t>
              </a:r>
              <a:endParaRPr lang="fr-FR" sz="1200">
                <a:effectLst/>
                <a:latin typeface="Helvetica" pitchFamily="2" charset="0"/>
              </a:endParaRPr>
            </a:p>
            <a:p>
              <a:pPr marL="0" marR="0" lvl="0" indent="0" algn="l"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DM Sans"/>
                <a:ea typeface="DM Sans"/>
                <a:cs typeface="DM Sans"/>
                <a:sym typeface="DM Sans"/>
              </a:endParaRPr>
            </a:p>
          </p:txBody>
        </p:sp>
      </p:grpSp>
      <p:grpSp>
        <p:nvGrpSpPr>
          <p:cNvPr id="343" name="Google Shape;343;p40"/>
          <p:cNvGrpSpPr/>
          <p:nvPr/>
        </p:nvGrpSpPr>
        <p:grpSpPr>
          <a:xfrm>
            <a:off x="1966421" y="4632063"/>
            <a:ext cx="2923917" cy="431526"/>
            <a:chOff x="12104611" y="1596973"/>
            <a:chExt cx="5847832" cy="863051"/>
          </a:xfrm>
        </p:grpSpPr>
        <p:sp>
          <p:nvSpPr>
            <p:cNvPr id="344" name="Google Shape;344;p40"/>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345" name="Google Shape;345;p40"/>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pic>
        <p:nvPicPr>
          <p:cNvPr id="346" name="Google Shape;346;p40"/>
          <p:cNvPicPr preferRelativeResize="0"/>
          <p:nvPr/>
        </p:nvPicPr>
        <p:blipFill rotWithShape="1">
          <a:blip r:embed="rId4">
            <a:alphaModFix/>
          </a:blip>
          <a:srcRect/>
          <a:stretch/>
        </p:blipFill>
        <p:spPr>
          <a:xfrm>
            <a:off x="584" y="1793152"/>
            <a:ext cx="1949575" cy="1866900"/>
          </a:xfrm>
          <a:prstGeom prst="rect">
            <a:avLst/>
          </a:prstGeom>
          <a:noFill/>
          <a:ln>
            <a:noFill/>
          </a:ln>
        </p:spPr>
      </p:pic>
      <p:sp>
        <p:nvSpPr>
          <p:cNvPr id="348" name="Google Shape;348;p40"/>
          <p:cNvSpPr txBox="1"/>
          <p:nvPr/>
        </p:nvSpPr>
        <p:spPr>
          <a:xfrm>
            <a:off x="185825" y="175650"/>
            <a:ext cx="87939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a:solidFill>
                  <a:schemeClr val="accent1"/>
                </a:solidFill>
                <a:latin typeface="DM Sans"/>
                <a:ea typeface="DM Sans"/>
                <a:cs typeface="DM Sans"/>
                <a:sym typeface="DM Sans"/>
              </a:rPr>
              <a:t>Masterclass #4</a:t>
            </a:r>
            <a:endParaRPr sz="2400" b="1" i="0" u="none" strike="noStrike" cap="none">
              <a:solidFill>
                <a:schemeClr val="accent1"/>
              </a:solidFill>
              <a:latin typeface="DM Sans"/>
              <a:ea typeface="DM Sans"/>
              <a:cs typeface="DM Sans"/>
              <a:sym typeface="DM Sans"/>
            </a:endParaRPr>
          </a:p>
        </p:txBody>
      </p:sp>
      <p:sp>
        <p:nvSpPr>
          <p:cNvPr id="2" name="Espace réservé du numéro de diapositive 1">
            <a:extLst>
              <a:ext uri="{FF2B5EF4-FFF2-40B4-BE49-F238E27FC236}">
                <a16:creationId xmlns:a16="http://schemas.microsoft.com/office/drawing/2014/main" id="{A3166E18-FBE5-7DD9-822E-B0EDDDEF7D74}"/>
              </a:ext>
            </a:extLst>
          </p:cNvPr>
          <p:cNvSpPr>
            <a:spLocks noGrp="1"/>
          </p:cNvSpPr>
          <p:nvPr>
            <p:ph type="sldNum" idx="12"/>
          </p:nvPr>
        </p:nvSpPr>
        <p:spPr/>
        <p:txBody>
          <a:bodyPr/>
          <a:lstStyle/>
          <a:p>
            <a:fld id="{00000000-1234-1234-1234-123412341234}" type="slidenum">
              <a:rPr lang="fr"/>
              <a:t>33</a:t>
            </a:fld>
            <a:endParaRPr lang="fr-FR"/>
          </a:p>
        </p:txBody>
      </p:sp>
    </p:spTree>
    <p:extLst>
      <p:ext uri="{BB962C8B-B14F-4D97-AF65-F5344CB8AC3E}">
        <p14:creationId xmlns:p14="http://schemas.microsoft.com/office/powerpoint/2010/main" val="30205161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4" name="Google Shape;334;p39"/>
          <p:cNvSpPr txBox="1"/>
          <p:nvPr/>
        </p:nvSpPr>
        <p:spPr>
          <a:xfrm>
            <a:off x="175050" y="99247"/>
            <a:ext cx="8793900" cy="138499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Clr>
                <a:srgbClr val="000000"/>
              </a:buClr>
              <a:buSzPts val="3000"/>
              <a:buFont typeface="Arial"/>
              <a:buNone/>
            </a:pPr>
            <a:r>
              <a:rPr lang="fr" sz="3000" b="1" i="0" u="none" strike="noStrike" cap="none">
                <a:solidFill>
                  <a:srgbClr val="5686DA"/>
                </a:solidFill>
                <a:latin typeface="DM Sans"/>
                <a:ea typeface="DM Sans"/>
                <a:cs typeface="DM Sans"/>
                <a:sym typeface="DM Sans"/>
              </a:rPr>
              <a:t>MASTERCLASS #5</a:t>
            </a:r>
            <a:endParaRPr sz="3000" b="1" i="0" u="none" strike="noStrike" cap="none">
              <a:solidFill>
                <a:srgbClr val="5686DA"/>
              </a:solidFill>
              <a:latin typeface="DM Sans"/>
              <a:ea typeface="DM Sans"/>
              <a:cs typeface="DM Sans"/>
              <a:sym typeface="DM Sans"/>
            </a:endParaRPr>
          </a:p>
          <a:p>
            <a:pPr marL="0" marR="0" lvl="0" indent="0" algn="ctr" rtl="0">
              <a:lnSpc>
                <a:spcPct val="150000"/>
              </a:lnSpc>
              <a:spcBef>
                <a:spcPts val="0"/>
              </a:spcBef>
              <a:spcAft>
                <a:spcPts val="0"/>
              </a:spcAft>
              <a:buClr>
                <a:srgbClr val="000000"/>
              </a:buClr>
              <a:buSzPts val="3000"/>
              <a:buFont typeface="Arial"/>
              <a:buNone/>
            </a:pPr>
            <a:r>
              <a:rPr lang="fr-FR" sz="3000" b="1" i="0" u="none" strike="noStrike" cap="none">
                <a:solidFill>
                  <a:srgbClr val="5686DA"/>
                </a:solidFill>
                <a:latin typeface="DM Sans"/>
                <a:ea typeface="DM Sans"/>
                <a:cs typeface="DM Sans"/>
                <a:sym typeface="DM Sans"/>
              </a:rPr>
              <a:t>Villes et Changement Climatique</a:t>
            </a:r>
            <a:endParaRPr sz="1500" b="1" i="0" u="none" strike="noStrike" cap="none">
              <a:solidFill>
                <a:srgbClr val="5686DA"/>
              </a:solidFill>
              <a:latin typeface="DM Sans"/>
              <a:ea typeface="DM Sans"/>
              <a:cs typeface="DM Sans"/>
              <a:sym typeface="DM Sans"/>
            </a:endParaRPr>
          </a:p>
        </p:txBody>
      </p:sp>
      <p:sp>
        <p:nvSpPr>
          <p:cNvPr id="2" name="Espace réservé du numéro de diapositive 1">
            <a:extLst>
              <a:ext uri="{FF2B5EF4-FFF2-40B4-BE49-F238E27FC236}">
                <a16:creationId xmlns:a16="http://schemas.microsoft.com/office/drawing/2014/main" id="{9BF37F49-7B04-E1B2-27C7-EBE67981BE87}"/>
              </a:ext>
            </a:extLst>
          </p:cNvPr>
          <p:cNvSpPr>
            <a:spLocks noGrp="1"/>
          </p:cNvSpPr>
          <p:nvPr>
            <p:ph type="sldNum" idx="12"/>
          </p:nvPr>
        </p:nvSpPr>
        <p:spPr/>
        <p:txBody>
          <a:bodyPr/>
          <a:lstStyle/>
          <a:p>
            <a:fld id="{00000000-1234-1234-1234-123412341234}" type="slidenum">
              <a:rPr lang="fr"/>
              <a:t>34</a:t>
            </a:fld>
            <a:endParaRPr lang="fr-FR"/>
          </a:p>
        </p:txBody>
      </p:sp>
      <p:pic>
        <p:nvPicPr>
          <p:cNvPr id="3" name="Image 2">
            <a:extLst>
              <a:ext uri="{FF2B5EF4-FFF2-40B4-BE49-F238E27FC236}">
                <a16:creationId xmlns:a16="http://schemas.microsoft.com/office/drawing/2014/main" id="{5A892470-6598-41CA-ADF4-02298955A8AD}"/>
              </a:ext>
            </a:extLst>
          </p:cNvPr>
          <p:cNvPicPr>
            <a:picLocks noChangeAspect="1"/>
          </p:cNvPicPr>
          <p:nvPr/>
        </p:nvPicPr>
        <p:blipFill>
          <a:blip r:embed="rId3"/>
          <a:stretch>
            <a:fillRect/>
          </a:stretch>
        </p:blipFill>
        <p:spPr>
          <a:xfrm>
            <a:off x="1983845" y="1641569"/>
            <a:ext cx="5601482" cy="3105583"/>
          </a:xfrm>
          <a:prstGeom prst="rect">
            <a:avLst/>
          </a:prstGeom>
        </p:spPr>
      </p:pic>
    </p:spTree>
    <p:extLst>
      <p:ext uri="{BB962C8B-B14F-4D97-AF65-F5344CB8AC3E}">
        <p14:creationId xmlns:p14="http://schemas.microsoft.com/office/powerpoint/2010/main" val="39693470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grpSp>
        <p:nvGrpSpPr>
          <p:cNvPr id="340" name="Google Shape;340;p40"/>
          <p:cNvGrpSpPr/>
          <p:nvPr/>
        </p:nvGrpSpPr>
        <p:grpSpPr>
          <a:xfrm>
            <a:off x="2219938" y="721526"/>
            <a:ext cx="6633202" cy="4174663"/>
            <a:chOff x="635625" y="1443051"/>
            <a:chExt cx="11584254" cy="8327759"/>
          </a:xfrm>
        </p:grpSpPr>
        <p:sp>
          <p:nvSpPr>
            <p:cNvPr id="341" name="Google Shape;341;p40"/>
            <p:cNvSpPr/>
            <p:nvPr/>
          </p:nvSpPr>
          <p:spPr>
            <a:xfrm>
              <a:off x="635625" y="1443051"/>
              <a:ext cx="11584254" cy="8327759"/>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marL="0" marR="0" lvl="0" indent="0" algn="l" rtl="0">
                <a:lnSpc>
                  <a:spcPct val="119958"/>
                </a:lnSpc>
                <a:spcBef>
                  <a:spcPts val="0"/>
                </a:spcBef>
                <a:spcAft>
                  <a:spcPts val="0"/>
                </a:spcAft>
                <a:buClr>
                  <a:schemeClr val="dk1"/>
                </a:buClr>
                <a:buSzPts val="600"/>
                <a:buFont typeface="Arial"/>
                <a:buNone/>
              </a:pPr>
              <a:r>
                <a:rPr lang="fr" sz="1100">
                  <a:latin typeface="DM Sans"/>
                  <a:sym typeface="Calibri"/>
                </a:rPr>
                <a:t>Nous vous invitons à noter ici ce que vous avez appris, ce qui vous a surpris et ce que vous avez ressenti. </a:t>
              </a:r>
              <a:r>
                <a:rPr lang="en-US" sz="1100">
                  <a:latin typeface="DM Sans"/>
                  <a:sym typeface="Calibri"/>
                </a:rPr>
                <a:t>La </a:t>
              </a:r>
              <a:r>
                <a:rPr lang="en-US" sz="1100" err="1">
                  <a:latin typeface="DM Sans"/>
                  <a:sym typeface="Calibri"/>
                </a:rPr>
                <a:t>tutrice</a:t>
              </a:r>
              <a:r>
                <a:rPr lang="en-US" sz="1100">
                  <a:latin typeface="DM Sans"/>
                  <a:sym typeface="Calibri"/>
                </a:rPr>
                <a:t> </a:t>
              </a:r>
              <a:r>
                <a:rPr lang="fr" sz="1100">
                  <a:latin typeface="DM Sans"/>
                  <a:sym typeface="Calibri"/>
                </a:rPr>
                <a:t>lira votre carnet de bord et fera un retour au jury.</a:t>
              </a:r>
              <a:endParaRPr sz="1100">
                <a:latin typeface="DM Sans"/>
              </a:endParaRPr>
            </a:p>
          </p:txBody>
        </p:sp>
        <p:sp>
          <p:nvSpPr>
            <p:cNvPr id="342" name="Google Shape;342;p40"/>
            <p:cNvSpPr/>
            <p:nvPr/>
          </p:nvSpPr>
          <p:spPr>
            <a:xfrm>
              <a:off x="1048600" y="2786075"/>
              <a:ext cx="10695600" cy="65436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l" rtl="0">
                <a:lnSpc>
                  <a:spcPct val="119958"/>
                </a:lnSpc>
                <a:spcBef>
                  <a:spcPts val="0"/>
                </a:spcBef>
                <a:spcAft>
                  <a:spcPts val="0"/>
                </a:spcAft>
                <a:buClr>
                  <a:srgbClr val="000000"/>
                </a:buClr>
                <a:buSzPts val="1200"/>
                <a:buFont typeface="Arial"/>
                <a:buNone/>
              </a:pPr>
              <a:r>
                <a:rPr lang="fr" sz="1200" b="0" i="0" u="none" strike="noStrike" cap="none">
                  <a:solidFill>
                    <a:schemeClr val="dk1"/>
                  </a:solidFill>
                  <a:latin typeface="Calibri"/>
                  <a:ea typeface="Calibri"/>
                  <a:cs typeface="Calibri"/>
                  <a:sym typeface="Calibri"/>
                </a:rPr>
                <a:t>Ce que nous avons appris : </a:t>
              </a:r>
              <a:endParaRPr sz="1200" b="0" i="0" u="none" strike="noStrike" cap="none">
                <a:solidFill>
                  <a:schemeClr val="dk1"/>
                </a:solidFill>
                <a:latin typeface="Calibri"/>
                <a:ea typeface="Calibri"/>
                <a:cs typeface="Calibri"/>
                <a:sym typeface="Calibri"/>
              </a:endParaRPr>
            </a:p>
            <a:p>
              <a:pPr marL="0" marR="0" lvl="0" indent="0" algn="l" rtl="0">
                <a:lnSpc>
                  <a:spcPct val="119958"/>
                </a:lnSpc>
                <a:spcBef>
                  <a:spcPts val="0"/>
                </a:spcBef>
                <a:spcAft>
                  <a:spcPts val="0"/>
                </a:spcAft>
                <a:buClr>
                  <a:srgbClr val="000000"/>
                </a:buClr>
                <a:buSzPts val="1200"/>
                <a:buFont typeface="Arial"/>
                <a:buNone/>
              </a:pPr>
              <a:endParaRPr sz="1200" b="0" i="0" u="none" strike="noStrike" cap="none">
                <a:latin typeface="DM Sans"/>
                <a:ea typeface="DM Sans"/>
                <a:cs typeface="DM Sans"/>
              </a:endParaRPr>
            </a:p>
            <a:p>
              <a:pPr>
                <a:lnSpc>
                  <a:spcPct val="119958"/>
                </a:lnSpc>
                <a:buSzPts val="1200"/>
              </a:pPr>
              <a:r>
                <a:rPr lang="fr" sz="1200">
                  <a:latin typeface="DM Sans"/>
                  <a:ea typeface="DM Sans"/>
                  <a:cs typeface="DM Sans"/>
                </a:rPr>
                <a:t>Le poids réel qu'a les villes dans le bilan carbone.</a:t>
              </a:r>
            </a:p>
            <a:p>
              <a:pPr>
                <a:lnSpc>
                  <a:spcPct val="119958"/>
                </a:lnSpc>
                <a:buSzPts val="1200"/>
              </a:pPr>
              <a:r>
                <a:rPr lang="fr" sz="1200">
                  <a:latin typeface="DM Sans"/>
                  <a:ea typeface="DM Sans"/>
                  <a:cs typeface="DM Sans"/>
                </a:rPr>
                <a:t>L'importance de la bonne structuration de la ville. Exemple : des axes de circulation agencés de façon réfléchi.</a:t>
              </a:r>
              <a:endParaRPr lang="fr" sz="1200" b="0" i="0" u="none" strike="noStrike" cap="none">
                <a:latin typeface="DM Sans"/>
                <a:ea typeface="DM Sans"/>
                <a:cs typeface="DM Sans"/>
              </a:endParaRPr>
            </a:p>
            <a:p>
              <a:pPr marL="0" marR="0" lvl="0" indent="0" algn="l"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DM Sans"/>
                <a:ea typeface="DM Sans"/>
                <a:cs typeface="DM Sans"/>
                <a:sym typeface="DM Sans"/>
              </a:endParaRPr>
            </a:p>
            <a:p>
              <a:pPr marL="0" marR="0" lvl="0" indent="0" algn="l" rtl="0">
                <a:lnSpc>
                  <a:spcPct val="119958"/>
                </a:lnSpc>
                <a:spcBef>
                  <a:spcPts val="0"/>
                </a:spcBef>
                <a:spcAft>
                  <a:spcPts val="0"/>
                </a:spcAft>
                <a:buClr>
                  <a:srgbClr val="000000"/>
                </a:buClr>
                <a:buSzPts val="1200"/>
                <a:buFont typeface="Arial"/>
                <a:buNone/>
              </a:pPr>
              <a:r>
                <a:rPr lang="fr" sz="1200" b="0" i="0" u="none" strike="noStrike" cap="none">
                  <a:solidFill>
                    <a:schemeClr val="dk1"/>
                  </a:solidFill>
                  <a:latin typeface="Calibri"/>
                  <a:ea typeface="Calibri"/>
                  <a:cs typeface="Calibri"/>
                  <a:sym typeface="Calibri"/>
                </a:rPr>
                <a:t>Ce qui nous a surpris :</a:t>
              </a:r>
              <a:endParaRPr sz="1200" b="0" i="0" u="none" strike="noStrike" cap="none">
                <a:solidFill>
                  <a:schemeClr val="dk1"/>
                </a:solidFill>
                <a:latin typeface="DM Sans"/>
                <a:ea typeface="DM Sans"/>
                <a:cs typeface="DM Sans"/>
                <a:sym typeface="DM Sans"/>
              </a:endParaRPr>
            </a:p>
            <a:p>
              <a:pPr>
                <a:lnSpc>
                  <a:spcPct val="119958"/>
                </a:lnSpc>
                <a:buSzPts val="1200"/>
              </a:pPr>
              <a:endParaRPr lang="fr" sz="1200">
                <a:solidFill>
                  <a:schemeClr val="dk1"/>
                </a:solidFill>
                <a:latin typeface="Calibri"/>
                <a:ea typeface="Calibri"/>
                <a:cs typeface="Calibri"/>
              </a:endParaRPr>
            </a:p>
            <a:p>
              <a:pPr>
                <a:lnSpc>
                  <a:spcPct val="119958"/>
                </a:lnSpc>
                <a:buSzPts val="1200"/>
              </a:pPr>
              <a:r>
                <a:rPr lang="fr" sz="1200">
                  <a:latin typeface="DM Sans"/>
                  <a:ea typeface="DM Sans"/>
                  <a:cs typeface="DM Sans"/>
                </a:rPr>
                <a:t>La</a:t>
              </a:r>
              <a:r>
                <a:rPr lang="fr" sz="1200">
                  <a:solidFill>
                    <a:schemeClr val="dk1"/>
                  </a:solidFill>
                  <a:latin typeface="DM Sans"/>
                  <a:ea typeface="DM Sans"/>
                  <a:cs typeface="DM Sans"/>
                </a:rPr>
                <a:t> </a:t>
              </a:r>
              <a:r>
                <a:rPr lang="fr" sz="1200">
                  <a:solidFill>
                    <a:schemeClr val="accent5"/>
                  </a:solidFill>
                  <a:latin typeface="DM Sans"/>
                  <a:ea typeface="DM Sans"/>
                  <a:cs typeface="DM Sans"/>
                  <a:hlinkClick r:id="rId3">
                    <a:extLst>
                      <a:ext uri="{A12FA001-AC4F-418D-AE19-62706E023703}">
                        <ahyp:hlinkClr xmlns:ahyp="http://schemas.microsoft.com/office/drawing/2018/hyperlinkcolor" val="tx"/>
                      </a:ext>
                    </a:extLst>
                  </a:hlinkClick>
                </a:rPr>
                <a:t>vidéo</a:t>
              </a:r>
              <a:r>
                <a:rPr lang="fr" sz="1200">
                  <a:solidFill>
                    <a:schemeClr val="dk1"/>
                  </a:solidFill>
                  <a:latin typeface="DM Sans"/>
                  <a:ea typeface="DM Sans"/>
                  <a:cs typeface="DM Sans"/>
                </a:rPr>
                <a:t> </a:t>
              </a:r>
              <a:r>
                <a:rPr lang="fr" sz="1200">
                  <a:latin typeface="DM Sans"/>
                  <a:ea typeface="DM Sans"/>
                  <a:cs typeface="DM Sans"/>
                </a:rPr>
                <a:t>de la représentation des émission de </a:t>
              </a:r>
              <a:r>
                <a:rPr lang="fr" sz="1200">
                  <a:ea typeface="DM Sans"/>
                </a:rPr>
                <a:t>CO₂</a:t>
              </a:r>
              <a:r>
                <a:rPr lang="fr" sz="1200">
                  <a:latin typeface="DM Sans"/>
                  <a:ea typeface="DM Sans"/>
                  <a:cs typeface="DM Sans"/>
                </a:rPr>
                <a:t> d'une ville comme New York,</a:t>
              </a:r>
              <a:endParaRPr lang="fr" sz="1200" b="0" i="0" u="none" strike="noStrike" cap="none">
                <a:latin typeface="DM Sans"/>
                <a:ea typeface="DM Sans"/>
                <a:cs typeface="DM Sans"/>
              </a:endParaRPr>
            </a:p>
            <a:p>
              <a:pPr>
                <a:lnSpc>
                  <a:spcPct val="119958"/>
                </a:lnSpc>
                <a:buSzPts val="1200"/>
              </a:pPr>
              <a:r>
                <a:rPr lang="fr" sz="1200">
                  <a:latin typeface="DM Sans"/>
                </a:rPr>
                <a:t>Chaque tonne de </a:t>
              </a:r>
              <a:r>
                <a:rPr lang="fr" sz="1200"/>
                <a:t>CO₂ </a:t>
              </a:r>
              <a:r>
                <a:rPr lang="fr" sz="1200">
                  <a:latin typeface="DM Sans"/>
                </a:rPr>
                <a:t>est représenté par une boule de 10m de rayon.</a:t>
              </a:r>
            </a:p>
            <a:p>
              <a:pPr>
                <a:lnSpc>
                  <a:spcPct val="119958"/>
                </a:lnSpc>
              </a:pPr>
              <a:r>
                <a:rPr lang="fr" sz="1200">
                  <a:ea typeface="Calibri"/>
                </a:rPr>
                <a:t>À deux minutes, on y voit les émissions d'un an, représenté par un tas de boule faisant vraisemblablement plusieurs km de hauteur.</a:t>
              </a:r>
            </a:p>
            <a:p>
              <a:pPr marL="0" marR="0" lvl="0" indent="0" algn="l" rtl="0">
                <a:lnSpc>
                  <a:spcPct val="119958"/>
                </a:lnSpc>
                <a:spcBef>
                  <a:spcPts val="0"/>
                </a:spcBef>
                <a:spcAft>
                  <a:spcPts val="0"/>
                </a:spcAft>
                <a:buClr>
                  <a:srgbClr val="000000"/>
                </a:buClr>
                <a:buSzPts val="1200"/>
                <a:buFont typeface="Arial"/>
                <a:buNone/>
              </a:pPr>
              <a:endParaRPr lang="fr" sz="1200" b="0" i="0" u="none" strike="noStrike" cap="none">
                <a:solidFill>
                  <a:schemeClr val="dk1"/>
                </a:solidFill>
                <a:latin typeface="Calibri"/>
                <a:ea typeface="Calibri"/>
                <a:cs typeface="Calibri"/>
              </a:endParaRPr>
            </a:p>
            <a:p>
              <a:pPr marL="0" marR="0" lvl="0" indent="0" algn="l"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DM Sans"/>
                <a:ea typeface="DM Sans"/>
                <a:cs typeface="DM Sans"/>
                <a:sym typeface="DM Sans"/>
              </a:endParaRPr>
            </a:p>
          </p:txBody>
        </p:sp>
      </p:grpSp>
      <p:grpSp>
        <p:nvGrpSpPr>
          <p:cNvPr id="343" name="Google Shape;343;p40"/>
          <p:cNvGrpSpPr/>
          <p:nvPr/>
        </p:nvGrpSpPr>
        <p:grpSpPr>
          <a:xfrm>
            <a:off x="1966421" y="4632063"/>
            <a:ext cx="2923917" cy="431526"/>
            <a:chOff x="12104611" y="1596973"/>
            <a:chExt cx="5847832" cy="863051"/>
          </a:xfrm>
        </p:grpSpPr>
        <p:sp>
          <p:nvSpPr>
            <p:cNvPr id="344" name="Google Shape;344;p40"/>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345" name="Google Shape;345;p40"/>
            <p:cNvPicPr preferRelativeResize="0"/>
            <p:nvPr/>
          </p:nvPicPr>
          <p:blipFill rotWithShape="1">
            <a:blip r:embed="rId4">
              <a:alphaModFix/>
            </a:blip>
            <a:srcRect/>
            <a:stretch/>
          </p:blipFill>
          <p:spPr>
            <a:xfrm rot="-5181430">
              <a:off x="12502940" y="1198644"/>
              <a:ext cx="863051" cy="1659710"/>
            </a:xfrm>
            <a:prstGeom prst="rect">
              <a:avLst/>
            </a:prstGeom>
            <a:noFill/>
            <a:ln>
              <a:noFill/>
            </a:ln>
          </p:spPr>
        </p:pic>
      </p:grpSp>
      <p:pic>
        <p:nvPicPr>
          <p:cNvPr id="346" name="Google Shape;346;p40"/>
          <p:cNvPicPr preferRelativeResize="0"/>
          <p:nvPr/>
        </p:nvPicPr>
        <p:blipFill rotWithShape="1">
          <a:blip r:embed="rId5">
            <a:alphaModFix/>
          </a:blip>
          <a:srcRect/>
          <a:stretch/>
        </p:blipFill>
        <p:spPr>
          <a:xfrm>
            <a:off x="584" y="1793152"/>
            <a:ext cx="1949575" cy="1866900"/>
          </a:xfrm>
          <a:prstGeom prst="rect">
            <a:avLst/>
          </a:prstGeom>
          <a:noFill/>
          <a:ln>
            <a:noFill/>
          </a:ln>
        </p:spPr>
      </p:pic>
      <p:sp>
        <p:nvSpPr>
          <p:cNvPr id="348" name="Google Shape;348;p40"/>
          <p:cNvSpPr txBox="1"/>
          <p:nvPr/>
        </p:nvSpPr>
        <p:spPr>
          <a:xfrm>
            <a:off x="185825" y="175650"/>
            <a:ext cx="87939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a:solidFill>
                  <a:schemeClr val="accent1"/>
                </a:solidFill>
                <a:latin typeface="DM Sans"/>
                <a:ea typeface="DM Sans"/>
                <a:cs typeface="DM Sans"/>
                <a:sym typeface="DM Sans"/>
              </a:rPr>
              <a:t>Masterclass #5</a:t>
            </a:r>
            <a:endParaRPr sz="2400" b="1" i="0" u="none" strike="noStrike" cap="none">
              <a:solidFill>
                <a:schemeClr val="accent1"/>
              </a:solidFill>
              <a:latin typeface="DM Sans"/>
              <a:ea typeface="DM Sans"/>
              <a:cs typeface="DM Sans"/>
              <a:sym typeface="DM Sans"/>
            </a:endParaRPr>
          </a:p>
        </p:txBody>
      </p:sp>
      <p:sp>
        <p:nvSpPr>
          <p:cNvPr id="2" name="Espace réservé du numéro de diapositive 1">
            <a:extLst>
              <a:ext uri="{FF2B5EF4-FFF2-40B4-BE49-F238E27FC236}">
                <a16:creationId xmlns:a16="http://schemas.microsoft.com/office/drawing/2014/main" id="{A3166E18-FBE5-7DD9-822E-B0EDDDEF7D74}"/>
              </a:ext>
            </a:extLst>
          </p:cNvPr>
          <p:cNvSpPr>
            <a:spLocks noGrp="1"/>
          </p:cNvSpPr>
          <p:nvPr>
            <p:ph type="sldNum" idx="12"/>
          </p:nvPr>
        </p:nvSpPr>
        <p:spPr/>
        <p:txBody>
          <a:bodyPr/>
          <a:lstStyle/>
          <a:p>
            <a:fld id="{00000000-1234-1234-1234-123412341234}" type="slidenum">
              <a:rPr lang="fr"/>
              <a:t>35</a:t>
            </a:fld>
            <a:endParaRPr lang="fr-FR"/>
          </a:p>
        </p:txBody>
      </p:sp>
    </p:spTree>
    <p:extLst>
      <p:ext uri="{BB962C8B-B14F-4D97-AF65-F5344CB8AC3E}">
        <p14:creationId xmlns:p14="http://schemas.microsoft.com/office/powerpoint/2010/main" val="23203807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grpSp>
        <p:nvGrpSpPr>
          <p:cNvPr id="210" name="Google Shape;210;p28"/>
          <p:cNvGrpSpPr/>
          <p:nvPr/>
        </p:nvGrpSpPr>
        <p:grpSpPr>
          <a:xfrm>
            <a:off x="237488" y="762582"/>
            <a:ext cx="6687117" cy="4142314"/>
            <a:chOff x="635625" y="1443051"/>
            <a:chExt cx="11584254" cy="8327759"/>
          </a:xfrm>
        </p:grpSpPr>
        <p:sp>
          <p:nvSpPr>
            <p:cNvPr id="211" name="Google Shape;211;p28"/>
            <p:cNvSpPr/>
            <p:nvPr/>
          </p:nvSpPr>
          <p:spPr>
            <a:xfrm>
              <a:off x="635625" y="1443051"/>
              <a:ext cx="11584254" cy="8327759"/>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algn="just">
                <a:buClr>
                  <a:schemeClr val="dk1"/>
                </a:buClr>
                <a:buSzPts val="600"/>
              </a:pPr>
              <a:r>
                <a:rPr lang="fr" sz="1100">
                  <a:latin typeface="DM Sans"/>
                  <a:sym typeface="Calibri"/>
                </a:rPr>
                <a:t>Travail de recherche pendant la Masterclass :</a:t>
              </a:r>
              <a:endParaRPr lang="fr-FR" sz="1100">
                <a:latin typeface="DM Sans"/>
              </a:endParaRPr>
            </a:p>
          </p:txBody>
        </p:sp>
        <p:sp>
          <p:nvSpPr>
            <p:cNvPr id="212" name="Google Shape;212;p28"/>
            <p:cNvSpPr/>
            <p:nvPr/>
          </p:nvSpPr>
          <p:spPr>
            <a:xfrm>
              <a:off x="1079950" y="2372114"/>
              <a:ext cx="10695600" cy="72264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just" rtl="0">
                <a:lnSpc>
                  <a:spcPct val="119958"/>
                </a:lnSpc>
                <a:spcBef>
                  <a:spcPts val="0"/>
                </a:spcBef>
                <a:spcAft>
                  <a:spcPts val="0"/>
                </a:spcAft>
                <a:buClr>
                  <a:srgbClr val="000000"/>
                </a:buClr>
                <a:buSzPts val="1200"/>
                <a:buFont typeface="Arial"/>
                <a:buNone/>
              </a:pPr>
              <a:endParaRPr lang="fr-FR" sz="1200" b="0" i="0" u="none" strike="noStrike" cap="none">
                <a:solidFill>
                  <a:schemeClr val="dk1"/>
                </a:solidFill>
                <a:latin typeface="DM Sans"/>
                <a:ea typeface="DM Sans"/>
                <a:cs typeface="DM Sans"/>
              </a:endParaRPr>
            </a:p>
            <a:p>
              <a:pPr marL="266700" indent="-228600" algn="just">
                <a:lnSpc>
                  <a:spcPct val="119958"/>
                </a:lnSpc>
                <a:buClr>
                  <a:schemeClr val="dk1"/>
                </a:buClr>
                <a:buSzPts val="1200"/>
                <a:buAutoNum type="arabicParenR"/>
              </a:pPr>
              <a:r>
                <a:rPr lang="fr-FR" sz="1200">
                  <a:solidFill>
                    <a:schemeClr val="dk1"/>
                  </a:solidFill>
                  <a:latin typeface="DM Sans"/>
                  <a:sym typeface="DM Sans"/>
                </a:rPr>
                <a:t>Cette </a:t>
              </a:r>
              <a:r>
                <a:rPr lang="fr-FR" sz="1200" err="1">
                  <a:solidFill>
                    <a:schemeClr val="dk1"/>
                  </a:solidFill>
                  <a:latin typeface="DM Sans"/>
                  <a:sym typeface="DM Sans"/>
                </a:rPr>
                <a:t>masterclass</a:t>
              </a:r>
              <a:r>
                <a:rPr lang="fr-FR" sz="1200">
                  <a:solidFill>
                    <a:schemeClr val="dk1"/>
                  </a:solidFill>
                  <a:latin typeface="DM Sans"/>
                  <a:sym typeface="DM Sans"/>
                </a:rPr>
                <a:t> est-elle liée à votre projet ?</a:t>
              </a:r>
              <a:endParaRPr lang="fr-FR" sz="1200">
                <a:solidFill>
                  <a:schemeClr val="dk1"/>
                </a:solidFill>
                <a:latin typeface="DM Sans"/>
              </a:endParaRPr>
            </a:p>
            <a:p>
              <a:pPr marL="38100" algn="just">
                <a:lnSpc>
                  <a:spcPct val="119958"/>
                </a:lnSpc>
                <a:buClr>
                  <a:schemeClr val="dk1"/>
                </a:buClr>
                <a:buSzPts val="1200"/>
              </a:pPr>
              <a:r>
                <a:rPr lang="fr-FR" sz="1200">
                  <a:latin typeface="DM Sans"/>
                  <a:sym typeface="DM Sans"/>
                </a:rPr>
                <a:t>Si oui, en quoi peut-elle vous aider (dans la compréhension de votre problématique et/ou des pistes de solutions que pouvez trouver) ?</a:t>
              </a:r>
              <a:endParaRPr lang="fr-FR" sz="1200">
                <a:latin typeface="DM Sans"/>
              </a:endParaRPr>
            </a:p>
            <a:p>
              <a:pPr marL="266700" indent="-228600" algn="just">
                <a:lnSpc>
                  <a:spcPct val="119958"/>
                </a:lnSpc>
                <a:buClr>
                  <a:schemeClr val="dk1"/>
                </a:buClr>
                <a:buSzPts val="1200"/>
                <a:buAutoNum type="arabicParenR"/>
              </a:pPr>
              <a:endParaRPr lang="fr-FR" sz="1200">
                <a:solidFill>
                  <a:schemeClr val="dk1"/>
                </a:solidFill>
                <a:latin typeface="DM Sans"/>
                <a:sym typeface="DM Sans"/>
              </a:endParaRPr>
            </a:p>
            <a:p>
              <a:pPr marL="38100" algn="just">
                <a:lnSpc>
                  <a:spcPct val="119958"/>
                </a:lnSpc>
                <a:buClr>
                  <a:schemeClr val="dk1"/>
                </a:buClr>
                <a:buSzPts val="1200"/>
              </a:pPr>
              <a:r>
                <a:rPr lang="fr-FR" sz="1200">
                  <a:latin typeface="DM Sans"/>
                </a:rPr>
                <a:t>Non, pas vraiment.</a:t>
              </a:r>
            </a:p>
            <a:p>
              <a:pPr marL="266700" indent="-228600" algn="just">
                <a:lnSpc>
                  <a:spcPct val="119958"/>
                </a:lnSpc>
                <a:buClr>
                  <a:schemeClr val="dk1"/>
                </a:buClr>
                <a:buSzPts val="1200"/>
                <a:buAutoNum type="arabicParenR"/>
              </a:pPr>
              <a:endParaRPr lang="fr-FR" sz="1200">
                <a:solidFill>
                  <a:schemeClr val="dk1"/>
                </a:solidFill>
                <a:latin typeface="DM Sans"/>
                <a:sym typeface="DM Sans"/>
              </a:endParaRPr>
            </a:p>
            <a:p>
              <a:pPr marL="38100" algn="just">
                <a:lnSpc>
                  <a:spcPct val="119958"/>
                </a:lnSpc>
                <a:buClr>
                  <a:schemeClr val="dk1"/>
                </a:buClr>
                <a:buSzPts val="1200"/>
              </a:pPr>
              <a:r>
                <a:rPr lang="fr-FR" sz="1200">
                  <a:solidFill>
                    <a:schemeClr val="dk1"/>
                  </a:solidFill>
                  <a:latin typeface="DM Sans"/>
                  <a:sym typeface="DM Sans"/>
                </a:rPr>
                <a:t>2) Comment voyez vous l’impact des ingénieurs dans le futur pour agir contre les changements climatiques dans les villes ? (adaptation, atténuation, les 2 ?)</a:t>
              </a:r>
              <a:endParaRPr lang="fr-FR" sz="1200">
                <a:solidFill>
                  <a:schemeClr val="dk1"/>
                </a:solidFill>
                <a:latin typeface="DM Sans"/>
              </a:endParaRPr>
            </a:p>
            <a:p>
              <a:pPr marL="228600" marR="0" lvl="0" indent="-228600" algn="just" rtl="0">
                <a:lnSpc>
                  <a:spcPct val="119958"/>
                </a:lnSpc>
                <a:spcBef>
                  <a:spcPts val="0"/>
                </a:spcBef>
                <a:spcAft>
                  <a:spcPts val="0"/>
                </a:spcAft>
                <a:buClr>
                  <a:srgbClr val="000000"/>
                </a:buClr>
                <a:buSzPts val="1200"/>
                <a:buAutoNum type="arabicParenR"/>
              </a:pPr>
              <a:endParaRPr lang="fr-FR" sz="1200" b="0" i="0" u="none" strike="noStrike" cap="none">
                <a:solidFill>
                  <a:schemeClr val="dk1"/>
                </a:solidFill>
                <a:latin typeface="DM Sans"/>
                <a:ea typeface="DM Sans"/>
                <a:cs typeface="DM Sans"/>
              </a:endParaRPr>
            </a:p>
            <a:p>
              <a:pPr algn="just">
                <a:lnSpc>
                  <a:spcPct val="119958"/>
                </a:lnSpc>
                <a:buSzPts val="1200"/>
              </a:pPr>
              <a:r>
                <a:rPr lang="fr-FR" sz="1200">
                  <a:latin typeface="DM Sans"/>
                  <a:ea typeface="DM Sans"/>
                  <a:cs typeface="DM Sans"/>
                </a:rPr>
                <a:t>Je pense que Les ingénieurs d'aujourd'hui et de demain doivent chercher à réduire l'impact des villes sur le climat (atténuation) mais aussi à rendre les villes plus résilientes au changements prédits (adaptation)</a:t>
              </a:r>
              <a:endParaRPr lang="fr-FR" sz="1200" b="0" i="0" u="none" strike="noStrike" cap="none">
                <a:latin typeface="DM Sans"/>
                <a:ea typeface="DM Sans"/>
                <a:cs typeface="DM Sans"/>
              </a:endParaRPr>
            </a:p>
            <a:p>
              <a:pPr algn="just">
                <a:lnSpc>
                  <a:spcPct val="119958"/>
                </a:lnSpc>
                <a:buSzPts val="1200"/>
              </a:pPr>
              <a:r>
                <a:rPr lang="fr-FR" sz="1200">
                  <a:latin typeface="DM Sans"/>
                  <a:ea typeface="DM Sans"/>
                  <a:cs typeface="DM Sans"/>
                </a:rPr>
                <a:t>Exemple atténuation : </a:t>
              </a:r>
              <a:r>
                <a:rPr lang="fr-FR" sz="1200">
                  <a:latin typeface="DM Sans"/>
                  <a:ea typeface="DM Sans"/>
                </a:rPr>
                <a:t>Mobilité durable.</a:t>
              </a:r>
              <a:endParaRPr lang="fr-FR" sz="1200">
                <a:latin typeface="DM Sans"/>
                <a:ea typeface="DM Sans"/>
                <a:cs typeface="DM Sans"/>
              </a:endParaRPr>
            </a:p>
            <a:p>
              <a:pPr algn="just">
                <a:lnSpc>
                  <a:spcPct val="119958"/>
                </a:lnSpc>
                <a:buSzPts val="1200"/>
              </a:pPr>
              <a:r>
                <a:rPr lang="fr-FR" sz="1200">
                  <a:latin typeface="DM Sans"/>
                  <a:ea typeface="DM Sans"/>
                  <a:cs typeface="DM Sans"/>
                </a:rPr>
                <a:t>Exemple adaptation : Architecture adaptative.</a:t>
              </a:r>
            </a:p>
            <a:p>
              <a:pPr marL="228600" indent="-228600" algn="just">
                <a:lnSpc>
                  <a:spcPct val="119958"/>
                </a:lnSpc>
                <a:buSzPts val="1200"/>
                <a:buAutoNum type="arabicParenR"/>
              </a:pPr>
              <a:endParaRPr lang="fr-FR" sz="1200">
                <a:solidFill>
                  <a:schemeClr val="dk1"/>
                </a:solidFill>
                <a:latin typeface="DM Sans"/>
                <a:ea typeface="DM Sans"/>
                <a:cs typeface="DM Sans"/>
                <a:sym typeface="DM Sans"/>
              </a:endParaRPr>
            </a:p>
            <a:p>
              <a:pPr marL="228600" indent="-228600" algn="just">
                <a:lnSpc>
                  <a:spcPct val="119958"/>
                </a:lnSpc>
                <a:buSzPts val="1200"/>
                <a:buAutoNum type="arabicParenR"/>
              </a:pPr>
              <a:endParaRPr lang="fr-FR" sz="1200">
                <a:solidFill>
                  <a:schemeClr val="dk1"/>
                </a:solidFill>
                <a:latin typeface="DM Sans"/>
                <a:ea typeface="DM Sans"/>
                <a:cs typeface="DM Sans"/>
                <a:sym typeface="DM Sans"/>
              </a:endParaRPr>
            </a:p>
            <a:p>
              <a:pPr marL="228600" indent="-228600" algn="just">
                <a:lnSpc>
                  <a:spcPct val="119958"/>
                </a:lnSpc>
                <a:buSzPts val="1200"/>
                <a:buAutoNum type="arabicParenR"/>
              </a:pPr>
              <a:endParaRPr lang="fr-FR" sz="1200">
                <a:solidFill>
                  <a:schemeClr val="dk1"/>
                </a:solidFill>
                <a:latin typeface="DM Sans"/>
                <a:ea typeface="DM Sans"/>
                <a:cs typeface="DM Sans"/>
              </a:endParaRPr>
            </a:p>
            <a:p>
              <a:pPr marL="228600" indent="-228600" algn="just">
                <a:lnSpc>
                  <a:spcPct val="119958"/>
                </a:lnSpc>
                <a:buSzPts val="1200"/>
                <a:buAutoNum type="arabicParenR"/>
              </a:pPr>
              <a:endParaRPr lang="fr-FR" sz="1200">
                <a:solidFill>
                  <a:schemeClr val="dk1"/>
                </a:solidFill>
                <a:latin typeface="DM Sans"/>
                <a:ea typeface="DM Sans"/>
                <a:cs typeface="DM Sans"/>
                <a:sym typeface="DM Sans"/>
              </a:endParaRPr>
            </a:p>
            <a:p>
              <a:pPr marL="228600" indent="-228600" algn="just">
                <a:lnSpc>
                  <a:spcPct val="119958"/>
                </a:lnSpc>
                <a:buSzPts val="1200"/>
                <a:buFont typeface="Arial"/>
                <a:buAutoNum type="arabicParenR"/>
              </a:pPr>
              <a:endParaRPr lang="fr-FR" sz="1200" b="0" i="0" u="none" strike="noStrike" cap="none">
                <a:solidFill>
                  <a:schemeClr val="dk1"/>
                </a:solidFill>
                <a:latin typeface="DM Sans"/>
                <a:ea typeface="DM Sans"/>
                <a:cs typeface="DM Sans"/>
              </a:endParaRPr>
            </a:p>
            <a:p>
              <a:pPr marL="228600" marR="0" lvl="0" indent="-228600" algn="just" rtl="0">
                <a:lnSpc>
                  <a:spcPct val="119958"/>
                </a:lnSpc>
                <a:spcBef>
                  <a:spcPts val="0"/>
                </a:spcBef>
                <a:spcAft>
                  <a:spcPts val="0"/>
                </a:spcAft>
                <a:buClr>
                  <a:srgbClr val="000000"/>
                </a:buClr>
                <a:buSzPts val="1200"/>
                <a:buAutoNum type="arabicParenR"/>
              </a:pPr>
              <a:endParaRPr lang="fr-FR" sz="1200" b="0" i="0" u="none" strike="noStrike" cap="none">
                <a:solidFill>
                  <a:schemeClr val="dk1"/>
                </a:solidFill>
                <a:latin typeface="DM Sans"/>
                <a:ea typeface="DM Sans"/>
                <a:cs typeface="DM Sans"/>
              </a:endParaRPr>
            </a:p>
            <a:p>
              <a:pPr algn="just">
                <a:lnSpc>
                  <a:spcPct val="119958"/>
                </a:lnSpc>
                <a:buSzPts val="1200"/>
              </a:pPr>
              <a:endParaRPr lang="fr-FR" sz="1200" b="0" i="0" u="none" strike="noStrike" cap="none">
                <a:solidFill>
                  <a:schemeClr val="dk1"/>
                </a:solidFill>
                <a:latin typeface="DM Sans"/>
                <a:ea typeface="DM Sans"/>
                <a:cs typeface="DM Sans"/>
              </a:endParaRPr>
            </a:p>
            <a:p>
              <a:pPr marL="0" marR="0" lvl="0" indent="0" algn="just" rtl="0">
                <a:lnSpc>
                  <a:spcPct val="119958"/>
                </a:lnSpc>
                <a:spcBef>
                  <a:spcPts val="0"/>
                </a:spcBef>
                <a:spcAft>
                  <a:spcPts val="0"/>
                </a:spcAft>
                <a:buClr>
                  <a:srgbClr val="000000"/>
                </a:buClr>
                <a:buSzPts val="1200"/>
                <a:buFont typeface="Arial"/>
                <a:buNone/>
              </a:pPr>
              <a:endParaRPr lang="fr-FR" sz="1200" b="0" i="0" u="none" strike="noStrike" cap="none">
                <a:solidFill>
                  <a:schemeClr val="dk1"/>
                </a:solidFill>
                <a:latin typeface="DM Sans"/>
                <a:ea typeface="DM Sans"/>
                <a:cs typeface="DM Sans"/>
              </a:endParaRPr>
            </a:p>
            <a:p>
              <a:pPr marL="0" marR="0" lvl="0" indent="0" algn="just" rtl="0">
                <a:lnSpc>
                  <a:spcPct val="119958"/>
                </a:lnSpc>
                <a:spcBef>
                  <a:spcPts val="0"/>
                </a:spcBef>
                <a:spcAft>
                  <a:spcPts val="0"/>
                </a:spcAft>
                <a:buClr>
                  <a:srgbClr val="000000"/>
                </a:buClr>
                <a:buSzPts val="1200"/>
                <a:buFont typeface="Arial"/>
                <a:buNone/>
              </a:pPr>
              <a:r>
                <a:rPr lang="fr-FR" sz="1200" b="0" i="0" u="none" strike="noStrike" cap="none">
                  <a:solidFill>
                    <a:schemeClr val="dk1"/>
                  </a:solidFill>
                  <a:latin typeface="DM Sans"/>
                  <a:ea typeface="DM Sans"/>
                  <a:cs typeface="DM Sans"/>
                  <a:sym typeface="DM Sans"/>
                </a:rPr>
                <a:t>…</a:t>
              </a:r>
              <a:endParaRPr sz="1200" b="0" i="0" u="none" strike="noStrike" cap="none">
                <a:solidFill>
                  <a:schemeClr val="dk1"/>
                </a:solidFill>
                <a:latin typeface="DM Sans"/>
                <a:ea typeface="DM Sans"/>
                <a:cs typeface="DM Sans"/>
              </a:endParaRPr>
            </a:p>
          </p:txBody>
        </p:sp>
      </p:grpSp>
      <p:grpSp>
        <p:nvGrpSpPr>
          <p:cNvPr id="213" name="Google Shape;213;p28"/>
          <p:cNvGrpSpPr/>
          <p:nvPr/>
        </p:nvGrpSpPr>
        <p:grpSpPr>
          <a:xfrm>
            <a:off x="6014710" y="213747"/>
            <a:ext cx="2940548" cy="483380"/>
            <a:chOff x="12078870" y="1545119"/>
            <a:chExt cx="5881096" cy="966761"/>
          </a:xfrm>
        </p:grpSpPr>
        <p:sp>
          <p:nvSpPr>
            <p:cNvPr id="214" name="Google Shape;214;p28"/>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215" name="Google Shape;215;p28"/>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216" name="Google Shape;216;p28"/>
          <p:cNvSpPr txBox="1"/>
          <p:nvPr/>
        </p:nvSpPr>
        <p:spPr>
          <a:xfrm>
            <a:off x="185825" y="175650"/>
            <a:ext cx="63795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a:solidFill>
                  <a:schemeClr val="dk1"/>
                </a:solidFill>
                <a:latin typeface="DM Sans"/>
                <a:ea typeface="DM Sans"/>
                <a:cs typeface="DM Sans"/>
                <a:sym typeface="DM Sans"/>
              </a:rPr>
              <a:t>Masterclass #5</a:t>
            </a:r>
            <a:endParaRPr sz="2400" b="1" i="0" u="none" strike="noStrike" cap="none">
              <a:solidFill>
                <a:srgbClr val="000000"/>
              </a:solidFill>
              <a:latin typeface="DM Sans"/>
              <a:ea typeface="DM Sans"/>
              <a:cs typeface="DM Sans"/>
              <a:sym typeface="DM Sans"/>
            </a:endParaRPr>
          </a:p>
        </p:txBody>
      </p:sp>
      <p:pic>
        <p:nvPicPr>
          <p:cNvPr id="2" name="Image 3">
            <a:extLst>
              <a:ext uri="{FF2B5EF4-FFF2-40B4-BE49-F238E27FC236}">
                <a16:creationId xmlns:a16="http://schemas.microsoft.com/office/drawing/2014/main" id="{5CB24B97-5305-09A3-EBF2-563217557751}"/>
              </a:ext>
            </a:extLst>
          </p:cNvPr>
          <p:cNvPicPr>
            <a:picLocks noChangeAspect="1"/>
          </p:cNvPicPr>
          <p:nvPr/>
        </p:nvPicPr>
        <p:blipFill>
          <a:blip r:embed="rId4"/>
          <a:stretch>
            <a:fillRect/>
          </a:stretch>
        </p:blipFill>
        <p:spPr>
          <a:xfrm>
            <a:off x="6715665" y="1426593"/>
            <a:ext cx="2743200" cy="2743200"/>
          </a:xfrm>
          <a:prstGeom prst="rect">
            <a:avLst/>
          </a:prstGeom>
        </p:spPr>
      </p:pic>
      <p:sp>
        <p:nvSpPr>
          <p:cNvPr id="3" name="Espace réservé du numéro de diapositive 2">
            <a:extLst>
              <a:ext uri="{FF2B5EF4-FFF2-40B4-BE49-F238E27FC236}">
                <a16:creationId xmlns:a16="http://schemas.microsoft.com/office/drawing/2014/main" id="{61BEE102-ACE1-4AA9-8593-5443E093ECF1}"/>
              </a:ext>
            </a:extLst>
          </p:cNvPr>
          <p:cNvSpPr>
            <a:spLocks noGrp="1"/>
          </p:cNvSpPr>
          <p:nvPr>
            <p:ph type="sldNum" idx="12"/>
          </p:nvPr>
        </p:nvSpPr>
        <p:spPr/>
        <p:txBody>
          <a:bodyPr/>
          <a:lstStyle/>
          <a:p>
            <a:fld id="{00000000-1234-1234-1234-123412341234}" type="slidenum">
              <a:rPr lang="fr"/>
              <a:t>36</a:t>
            </a:fld>
            <a:endParaRPr lang="fr-FR"/>
          </a:p>
        </p:txBody>
      </p:sp>
    </p:spTree>
    <p:extLst>
      <p:ext uri="{BB962C8B-B14F-4D97-AF65-F5344CB8AC3E}">
        <p14:creationId xmlns:p14="http://schemas.microsoft.com/office/powerpoint/2010/main" val="8605750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4" name="Google Shape;364;p42"/>
          <p:cNvSpPr txBox="1"/>
          <p:nvPr/>
        </p:nvSpPr>
        <p:spPr>
          <a:xfrm>
            <a:off x="175050" y="277033"/>
            <a:ext cx="8793900" cy="2077492"/>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Clr>
                <a:srgbClr val="000000"/>
              </a:buClr>
              <a:buSzPts val="3000"/>
              <a:buFont typeface="Arial"/>
              <a:buNone/>
            </a:pPr>
            <a:r>
              <a:rPr lang="fr" sz="3000" b="1" i="0" u="none" strike="noStrike" cap="none">
                <a:solidFill>
                  <a:srgbClr val="5686DA"/>
                </a:solidFill>
                <a:latin typeface="DM Sans"/>
                <a:ea typeface="DM Sans"/>
                <a:cs typeface="DM Sans"/>
                <a:sym typeface="DM Sans"/>
              </a:rPr>
              <a:t>MASTERCLASS #6</a:t>
            </a:r>
            <a:endParaRPr sz="3000" b="1" i="0" u="none" strike="noStrike" cap="none">
              <a:solidFill>
                <a:srgbClr val="5686DA"/>
              </a:solidFill>
              <a:latin typeface="DM Sans"/>
              <a:ea typeface="DM Sans"/>
              <a:cs typeface="DM Sans"/>
              <a:sym typeface="DM Sans"/>
            </a:endParaRPr>
          </a:p>
          <a:p>
            <a:pPr algn="ctr">
              <a:lnSpc>
                <a:spcPct val="150000"/>
              </a:lnSpc>
              <a:buSzPts val="3000"/>
            </a:pPr>
            <a:r>
              <a:rPr lang="fr-FR" sz="3000" b="1">
                <a:solidFill>
                  <a:srgbClr val="5686DA"/>
                </a:solidFill>
                <a:latin typeface="DM Sans"/>
                <a:ea typeface="DM Sans"/>
                <a:cs typeface="DM Sans"/>
                <a:sym typeface="DM Sans"/>
              </a:rPr>
              <a:t>Ingénieur et Transition – Campus de la Transition</a:t>
            </a:r>
            <a:r>
              <a:rPr lang="fr" sz="1500" b="1" i="0" u="none" strike="noStrike" cap="none">
                <a:solidFill>
                  <a:srgbClr val="5686DA"/>
                </a:solidFill>
                <a:latin typeface="DM Sans"/>
                <a:ea typeface="DM Sans"/>
                <a:cs typeface="DM Sans"/>
                <a:sym typeface="DM Sans"/>
              </a:rPr>
              <a:t>	</a:t>
            </a:r>
            <a:endParaRPr lang="fr-FR" sz="1500" b="1" i="0" u="none" strike="noStrike" cap="none">
              <a:solidFill>
                <a:srgbClr val="5686DA"/>
              </a:solidFill>
              <a:latin typeface="DM Sans"/>
              <a:ea typeface="DM Sans"/>
              <a:cs typeface="DM Sans"/>
              <a:sym typeface="DM Sans"/>
            </a:endParaRPr>
          </a:p>
        </p:txBody>
      </p:sp>
      <p:pic>
        <p:nvPicPr>
          <p:cNvPr id="2" name="Image 2">
            <a:extLst>
              <a:ext uri="{FF2B5EF4-FFF2-40B4-BE49-F238E27FC236}">
                <a16:creationId xmlns:a16="http://schemas.microsoft.com/office/drawing/2014/main" id="{4CADCD5F-5E30-3DF1-7B0C-76754DAB1118}"/>
              </a:ext>
            </a:extLst>
          </p:cNvPr>
          <p:cNvPicPr>
            <a:picLocks noChangeAspect="1"/>
          </p:cNvPicPr>
          <p:nvPr/>
        </p:nvPicPr>
        <p:blipFill>
          <a:blip r:embed="rId3"/>
          <a:stretch>
            <a:fillRect/>
          </a:stretch>
        </p:blipFill>
        <p:spPr>
          <a:xfrm>
            <a:off x="2391674" y="2435165"/>
            <a:ext cx="4360652" cy="2418990"/>
          </a:xfrm>
          <a:prstGeom prst="rect">
            <a:avLst/>
          </a:prstGeom>
        </p:spPr>
      </p:pic>
      <p:sp>
        <p:nvSpPr>
          <p:cNvPr id="3" name="Espace réservé du numéro de diapositive 2">
            <a:extLst>
              <a:ext uri="{FF2B5EF4-FFF2-40B4-BE49-F238E27FC236}">
                <a16:creationId xmlns:a16="http://schemas.microsoft.com/office/drawing/2014/main" id="{492C1C22-E8A0-973F-D231-D78C32BB1FAA}"/>
              </a:ext>
            </a:extLst>
          </p:cNvPr>
          <p:cNvSpPr>
            <a:spLocks noGrp="1"/>
          </p:cNvSpPr>
          <p:nvPr>
            <p:ph type="sldNum" idx="12"/>
          </p:nvPr>
        </p:nvSpPr>
        <p:spPr/>
        <p:txBody>
          <a:bodyPr/>
          <a:lstStyle/>
          <a:p>
            <a:fld id="{00000000-1234-1234-1234-123412341234}" type="slidenum">
              <a:rPr lang="fr"/>
              <a:t>37</a:t>
            </a:fld>
            <a:endParaRPr lang="fr-FR"/>
          </a:p>
        </p:txBody>
      </p:sp>
    </p:spTree>
    <p:extLst>
      <p:ext uri="{BB962C8B-B14F-4D97-AF65-F5344CB8AC3E}">
        <p14:creationId xmlns:p14="http://schemas.microsoft.com/office/powerpoint/2010/main" val="27445074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grpSp>
        <p:nvGrpSpPr>
          <p:cNvPr id="369" name="Google Shape;369;p43"/>
          <p:cNvGrpSpPr/>
          <p:nvPr/>
        </p:nvGrpSpPr>
        <p:grpSpPr>
          <a:xfrm>
            <a:off x="2209155" y="721526"/>
            <a:ext cx="6643985" cy="4174663"/>
            <a:chOff x="635625" y="1443051"/>
            <a:chExt cx="11584254" cy="8327759"/>
          </a:xfrm>
        </p:grpSpPr>
        <p:sp>
          <p:nvSpPr>
            <p:cNvPr id="370" name="Google Shape;370;p43"/>
            <p:cNvSpPr/>
            <p:nvPr/>
          </p:nvSpPr>
          <p:spPr>
            <a:xfrm>
              <a:off x="635625" y="1443051"/>
              <a:ext cx="11584254" cy="8327759"/>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marL="0" marR="0" lvl="0" indent="0" algn="l" rtl="0">
                <a:lnSpc>
                  <a:spcPct val="119958"/>
                </a:lnSpc>
                <a:spcBef>
                  <a:spcPts val="0"/>
                </a:spcBef>
                <a:spcAft>
                  <a:spcPts val="0"/>
                </a:spcAft>
                <a:buClr>
                  <a:schemeClr val="dk1"/>
                </a:buClr>
                <a:buSzPts val="600"/>
                <a:buFont typeface="Arial"/>
                <a:buNone/>
              </a:pPr>
              <a:r>
                <a:rPr lang="fr" sz="1100">
                  <a:latin typeface="DM Sans"/>
                  <a:sym typeface="Calibri"/>
                </a:rPr>
                <a:t>Nous vous invitons à noter ici ce que vous avez appris, ce qui vous a surpris et ce que vous avez ressenti. </a:t>
              </a:r>
              <a:r>
                <a:rPr lang="en-US" sz="1100">
                  <a:latin typeface="DM Sans"/>
                  <a:sym typeface="Calibri"/>
                </a:rPr>
                <a:t>La </a:t>
              </a:r>
              <a:r>
                <a:rPr lang="en-US" sz="1100" err="1">
                  <a:latin typeface="DM Sans"/>
                  <a:sym typeface="Calibri"/>
                </a:rPr>
                <a:t>tutrice</a:t>
              </a:r>
              <a:r>
                <a:rPr lang="en-US" sz="1100">
                  <a:latin typeface="DM Sans"/>
                  <a:sym typeface="Calibri"/>
                </a:rPr>
                <a:t> </a:t>
              </a:r>
              <a:r>
                <a:rPr lang="fr" sz="1100">
                  <a:latin typeface="DM Sans"/>
                  <a:sym typeface="Calibri"/>
                </a:rPr>
                <a:t>lira votre carnet de bord et fera un retour au jury.</a:t>
              </a:r>
              <a:endParaRPr sz="1100">
                <a:latin typeface="DM Sans"/>
              </a:endParaRPr>
            </a:p>
          </p:txBody>
        </p:sp>
        <p:sp>
          <p:nvSpPr>
            <p:cNvPr id="371" name="Google Shape;371;p43"/>
            <p:cNvSpPr/>
            <p:nvPr/>
          </p:nvSpPr>
          <p:spPr>
            <a:xfrm>
              <a:off x="1048600" y="2786075"/>
              <a:ext cx="10695600" cy="65436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l" rtl="0">
                <a:lnSpc>
                  <a:spcPct val="119958"/>
                </a:lnSpc>
                <a:spcBef>
                  <a:spcPts val="0"/>
                </a:spcBef>
                <a:spcAft>
                  <a:spcPts val="0"/>
                </a:spcAft>
                <a:buClr>
                  <a:srgbClr val="000000"/>
                </a:buClr>
                <a:buSzPts val="1200"/>
                <a:buFont typeface="Arial"/>
                <a:buNone/>
              </a:pPr>
              <a:r>
                <a:rPr lang="fr" sz="1200" b="0" i="0" u="none" strike="noStrike" cap="none">
                  <a:solidFill>
                    <a:schemeClr val="dk1"/>
                  </a:solidFill>
                  <a:latin typeface="Calibri"/>
                  <a:ea typeface="Calibri"/>
                  <a:cs typeface="Calibri"/>
                  <a:sym typeface="Calibri"/>
                </a:rPr>
                <a:t>Ce que nous avons appris : </a:t>
              </a:r>
              <a:endParaRPr sz="1200" b="0" i="0" u="none" strike="noStrike" cap="none">
                <a:solidFill>
                  <a:schemeClr val="dk1"/>
                </a:solidFill>
                <a:latin typeface="Calibri"/>
                <a:ea typeface="Calibri"/>
                <a:cs typeface="Calibri"/>
                <a:sym typeface="Calibri"/>
              </a:endParaRPr>
            </a:p>
            <a:p>
              <a:pPr marL="0" marR="0" lvl="0" indent="0" algn="l"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DM Sans"/>
                <a:ea typeface="DM Sans"/>
                <a:cs typeface="DM Sans"/>
                <a:sym typeface="DM Sans"/>
              </a:endParaRPr>
            </a:p>
            <a:p>
              <a:pPr>
                <a:lnSpc>
                  <a:spcPct val="119958"/>
                </a:lnSpc>
              </a:pPr>
              <a:r>
                <a:rPr lang="fr" sz="1200">
                  <a:sym typeface="DM Sans"/>
                </a:rPr>
                <a:t>Le rôle de l’ingénieur va bien au-delà de la technique : il peut être un acteur clé de la transition écologique en repensant les modèles actuels.</a:t>
              </a:r>
              <a:endParaRPr/>
            </a:p>
            <a:p>
              <a:pPr marL="0" marR="0" lvl="0" indent="0" algn="l" rtl="0">
                <a:lnSpc>
                  <a:spcPct val="119958"/>
                </a:lnSpc>
                <a:spcBef>
                  <a:spcPts val="0"/>
                </a:spcBef>
                <a:spcAft>
                  <a:spcPts val="0"/>
                </a:spcAft>
                <a:buClr>
                  <a:srgbClr val="000000"/>
                </a:buClr>
                <a:buSzPts val="1200"/>
                <a:buFont typeface="Arial"/>
                <a:buNone/>
              </a:pPr>
              <a:endParaRPr sz="1200" b="0" i="0" u="none" strike="noStrike" cap="none">
                <a:latin typeface="DM Sans"/>
                <a:ea typeface="DM Sans"/>
                <a:cs typeface="DM Sans"/>
              </a:endParaRPr>
            </a:p>
            <a:p>
              <a:pPr marL="0" marR="0" lvl="0" indent="0" algn="l" rtl="0">
                <a:lnSpc>
                  <a:spcPct val="119958"/>
                </a:lnSpc>
                <a:spcBef>
                  <a:spcPts val="0"/>
                </a:spcBef>
                <a:spcAft>
                  <a:spcPts val="0"/>
                </a:spcAft>
                <a:buClr>
                  <a:srgbClr val="000000"/>
                </a:buClr>
                <a:buSzPts val="1200"/>
                <a:buFont typeface="Arial"/>
                <a:buNone/>
              </a:pPr>
              <a:r>
                <a:rPr lang="fr" sz="1200" b="0" i="0" u="none" strike="noStrike" cap="none">
                  <a:solidFill>
                    <a:schemeClr val="dk1"/>
                  </a:solidFill>
                  <a:latin typeface="Calibri"/>
                  <a:ea typeface="Calibri"/>
                  <a:cs typeface="Calibri"/>
                  <a:sym typeface="Calibri"/>
                </a:rPr>
                <a:t>Ce qui nous a surpris :</a:t>
              </a:r>
              <a:endParaRPr sz="1200" b="0" i="0" u="none" strike="noStrike" cap="none">
                <a:solidFill>
                  <a:schemeClr val="dk1"/>
                </a:solidFill>
                <a:latin typeface="DM Sans"/>
                <a:ea typeface="DM Sans"/>
                <a:cs typeface="DM Sans"/>
                <a:sym typeface="DM Sans"/>
              </a:endParaRPr>
            </a:p>
            <a:p>
              <a:pPr>
                <a:lnSpc>
                  <a:spcPct val="119958"/>
                </a:lnSpc>
              </a:pPr>
              <a:r>
                <a:rPr lang="fr" sz="1200">
                  <a:sym typeface="DM Sans"/>
                </a:rPr>
                <a:t>La place accordée à la sobriété, à l’éthique et même à la philosophie dans une réflexion sur le métier d’ingénieur nous a étonnés.</a:t>
              </a:r>
              <a:endParaRPr/>
            </a:p>
            <a:p>
              <a:pPr marL="0" marR="0" lvl="0" indent="0" algn="l" rtl="0">
                <a:lnSpc>
                  <a:spcPct val="119958"/>
                </a:lnSpc>
                <a:spcBef>
                  <a:spcPts val="0"/>
                </a:spcBef>
                <a:spcAft>
                  <a:spcPts val="0"/>
                </a:spcAft>
                <a:buClr>
                  <a:srgbClr val="000000"/>
                </a:buClr>
                <a:buSzPts val="1200"/>
                <a:buFont typeface="Arial"/>
                <a:buNone/>
              </a:pPr>
              <a:endParaRPr sz="1200" b="0" i="0" u="none" strike="noStrike" cap="none">
                <a:latin typeface="DM Sans"/>
                <a:ea typeface="DM Sans"/>
                <a:cs typeface="DM Sans"/>
              </a:endParaRPr>
            </a:p>
            <a:p>
              <a:pPr marL="0" marR="0" lvl="0" indent="0" algn="l" rtl="0">
                <a:lnSpc>
                  <a:spcPct val="119958"/>
                </a:lnSpc>
                <a:spcBef>
                  <a:spcPts val="0"/>
                </a:spcBef>
                <a:spcAft>
                  <a:spcPts val="0"/>
                </a:spcAft>
                <a:buClr>
                  <a:srgbClr val="000000"/>
                </a:buClr>
                <a:buSzPts val="1200"/>
                <a:buFont typeface="Arial"/>
                <a:buNone/>
              </a:pPr>
              <a:r>
                <a:rPr lang="fr" sz="1200" b="0" i="0" u="none" strike="noStrike" cap="none">
                  <a:solidFill>
                    <a:schemeClr val="dk1"/>
                  </a:solidFill>
                  <a:latin typeface="Calibri"/>
                  <a:ea typeface="Calibri"/>
                  <a:cs typeface="Calibri"/>
                  <a:sym typeface="Calibri"/>
                </a:rPr>
                <a:t>Nos ressentis : </a:t>
              </a:r>
              <a:endParaRPr sz="1200" b="0" i="0" u="none" strike="noStrike" cap="none">
                <a:solidFill>
                  <a:schemeClr val="dk1"/>
                </a:solidFill>
                <a:latin typeface="Calibri"/>
                <a:ea typeface="Calibri"/>
                <a:cs typeface="Calibri"/>
                <a:sym typeface="Calibri"/>
              </a:endParaRPr>
            </a:p>
            <a:p>
              <a:pPr>
                <a:lnSpc>
                  <a:spcPct val="119958"/>
                </a:lnSpc>
              </a:pPr>
              <a:r>
                <a:rPr lang="fr" sz="1200">
                  <a:ea typeface="Calibri"/>
                  <a:sym typeface="Calibri"/>
                </a:rPr>
                <a:t>Un mélange d’espoir et de remise en question. Cette </a:t>
              </a:r>
              <a:r>
                <a:rPr lang="fr" sz="1200" err="1">
                  <a:ea typeface="Calibri"/>
                  <a:sym typeface="Calibri"/>
                </a:rPr>
                <a:t>masterclass</a:t>
              </a:r>
              <a:r>
                <a:rPr lang="fr" sz="1200">
                  <a:ea typeface="Calibri"/>
                  <a:sym typeface="Calibri"/>
                </a:rPr>
                <a:t> donne envie de donner plus de sens à notre futur métier.</a:t>
              </a:r>
              <a:endParaRPr/>
            </a:p>
            <a:p>
              <a:pPr marL="0" marR="0" lvl="0" indent="0" algn="l"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DM Sans"/>
                <a:ea typeface="DM Sans"/>
                <a:cs typeface="DM Sans"/>
                <a:sym typeface="DM Sans"/>
              </a:endParaRPr>
            </a:p>
          </p:txBody>
        </p:sp>
      </p:grpSp>
      <p:grpSp>
        <p:nvGrpSpPr>
          <p:cNvPr id="372" name="Google Shape;372;p43"/>
          <p:cNvGrpSpPr/>
          <p:nvPr/>
        </p:nvGrpSpPr>
        <p:grpSpPr>
          <a:xfrm>
            <a:off x="1944855" y="4632063"/>
            <a:ext cx="2923917" cy="431526"/>
            <a:chOff x="12104611" y="1596973"/>
            <a:chExt cx="5847832" cy="863051"/>
          </a:xfrm>
        </p:grpSpPr>
        <p:sp>
          <p:nvSpPr>
            <p:cNvPr id="373" name="Google Shape;373;p43"/>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374" name="Google Shape;374;p43"/>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pic>
        <p:nvPicPr>
          <p:cNvPr id="375" name="Google Shape;375;p43"/>
          <p:cNvPicPr preferRelativeResize="0"/>
          <p:nvPr/>
        </p:nvPicPr>
        <p:blipFill rotWithShape="1">
          <a:blip r:embed="rId4">
            <a:alphaModFix/>
          </a:blip>
          <a:srcRect/>
          <a:stretch/>
        </p:blipFill>
        <p:spPr>
          <a:xfrm>
            <a:off x="86848" y="1803935"/>
            <a:ext cx="1949575" cy="1866900"/>
          </a:xfrm>
          <a:prstGeom prst="rect">
            <a:avLst/>
          </a:prstGeom>
          <a:noFill/>
          <a:ln>
            <a:noFill/>
          </a:ln>
        </p:spPr>
      </p:pic>
      <p:sp>
        <p:nvSpPr>
          <p:cNvPr id="377" name="Google Shape;377;p43"/>
          <p:cNvSpPr txBox="1"/>
          <p:nvPr/>
        </p:nvSpPr>
        <p:spPr>
          <a:xfrm>
            <a:off x="185825" y="175650"/>
            <a:ext cx="87939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a:solidFill>
                  <a:schemeClr val="accent1"/>
                </a:solidFill>
                <a:latin typeface="DM Sans"/>
                <a:ea typeface="DM Sans"/>
                <a:cs typeface="DM Sans"/>
                <a:sym typeface="DM Sans"/>
              </a:rPr>
              <a:t>Masterclass #6</a:t>
            </a:r>
            <a:endParaRPr sz="2400" b="1" i="0" u="none" strike="noStrike" cap="none">
              <a:solidFill>
                <a:schemeClr val="accent1"/>
              </a:solidFill>
              <a:latin typeface="DM Sans"/>
              <a:ea typeface="DM Sans"/>
              <a:cs typeface="DM Sans"/>
              <a:sym typeface="DM Sans"/>
            </a:endParaRPr>
          </a:p>
        </p:txBody>
      </p:sp>
      <p:sp>
        <p:nvSpPr>
          <p:cNvPr id="2" name="Espace réservé du numéro de diapositive 1">
            <a:extLst>
              <a:ext uri="{FF2B5EF4-FFF2-40B4-BE49-F238E27FC236}">
                <a16:creationId xmlns:a16="http://schemas.microsoft.com/office/drawing/2014/main" id="{06BC46E3-6D19-28EF-CE28-F258BB0329E6}"/>
              </a:ext>
            </a:extLst>
          </p:cNvPr>
          <p:cNvSpPr>
            <a:spLocks noGrp="1"/>
          </p:cNvSpPr>
          <p:nvPr>
            <p:ph type="sldNum" idx="12"/>
          </p:nvPr>
        </p:nvSpPr>
        <p:spPr/>
        <p:txBody>
          <a:bodyPr/>
          <a:lstStyle/>
          <a:p>
            <a:fld id="{00000000-1234-1234-1234-123412341234}" type="slidenum">
              <a:rPr lang="fr"/>
              <a:t>38</a:t>
            </a:fld>
            <a:endParaRPr lang="fr-FR"/>
          </a:p>
        </p:txBody>
      </p:sp>
    </p:spTree>
    <p:extLst>
      <p:ext uri="{BB962C8B-B14F-4D97-AF65-F5344CB8AC3E}">
        <p14:creationId xmlns:p14="http://schemas.microsoft.com/office/powerpoint/2010/main" val="12543736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grpSp>
        <p:nvGrpSpPr>
          <p:cNvPr id="210" name="Google Shape;210;p28"/>
          <p:cNvGrpSpPr/>
          <p:nvPr/>
        </p:nvGrpSpPr>
        <p:grpSpPr>
          <a:xfrm>
            <a:off x="237488" y="762582"/>
            <a:ext cx="6687117" cy="4142314"/>
            <a:chOff x="635625" y="1443051"/>
            <a:chExt cx="11584254" cy="8327759"/>
          </a:xfrm>
        </p:grpSpPr>
        <p:sp>
          <p:nvSpPr>
            <p:cNvPr id="211" name="Google Shape;211;p28"/>
            <p:cNvSpPr/>
            <p:nvPr/>
          </p:nvSpPr>
          <p:spPr>
            <a:xfrm>
              <a:off x="635625" y="1443051"/>
              <a:ext cx="11584254" cy="8327759"/>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algn="just">
                <a:buClr>
                  <a:schemeClr val="dk1"/>
                </a:buClr>
                <a:buSzPts val="600"/>
              </a:pPr>
              <a:r>
                <a:rPr lang="fr" sz="1100">
                  <a:latin typeface="DM Sans"/>
                  <a:sym typeface="Calibri"/>
                </a:rPr>
                <a:t>Travail de recherche pendant la </a:t>
              </a:r>
              <a:r>
                <a:rPr lang="fr" sz="1100" err="1">
                  <a:latin typeface="DM Sans"/>
                  <a:sym typeface="Calibri"/>
                </a:rPr>
                <a:t>Masterclass</a:t>
              </a:r>
              <a:r>
                <a:rPr lang="fr" sz="1100">
                  <a:latin typeface="DM Sans"/>
                  <a:sym typeface="Calibri"/>
                </a:rPr>
                <a:t> : notez ici les réflexions issues de vos échanges avec les </a:t>
              </a:r>
              <a:r>
                <a:rPr lang="fr" sz="1100" err="1">
                  <a:latin typeface="DM Sans"/>
                  <a:sym typeface="Calibri"/>
                </a:rPr>
                <a:t>intervenant.e.s</a:t>
              </a:r>
              <a:r>
                <a:rPr lang="fr" sz="1100">
                  <a:latin typeface="DM Sans"/>
                  <a:sym typeface="Calibri"/>
                </a:rPr>
                <a:t>.  </a:t>
              </a:r>
              <a:endParaRPr lang="fr-FR" sz="1100">
                <a:latin typeface="DM Sans"/>
              </a:endParaRPr>
            </a:p>
          </p:txBody>
        </p:sp>
        <p:sp>
          <p:nvSpPr>
            <p:cNvPr id="212" name="Google Shape;212;p28"/>
            <p:cNvSpPr/>
            <p:nvPr/>
          </p:nvSpPr>
          <p:spPr>
            <a:xfrm>
              <a:off x="1079950" y="2372114"/>
              <a:ext cx="10695600" cy="72264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just" rtl="0">
                <a:lnSpc>
                  <a:spcPct val="119958"/>
                </a:lnSpc>
                <a:spcBef>
                  <a:spcPts val="0"/>
                </a:spcBef>
                <a:spcAft>
                  <a:spcPts val="0"/>
                </a:spcAft>
                <a:buClr>
                  <a:srgbClr val="000000"/>
                </a:buClr>
                <a:buSzPts val="1200"/>
                <a:buFont typeface="Arial"/>
                <a:buNone/>
              </a:pPr>
              <a:endParaRPr lang="fr-FR" sz="1200" b="0" i="0" u="none" strike="noStrike" cap="none">
                <a:solidFill>
                  <a:schemeClr val="dk1"/>
                </a:solidFill>
                <a:latin typeface="DM Sans"/>
                <a:ea typeface="DM Sans"/>
                <a:cs typeface="DM Sans"/>
              </a:endParaRPr>
            </a:p>
            <a:p>
              <a:pPr marL="266700" indent="-228600" algn="just">
                <a:lnSpc>
                  <a:spcPct val="119958"/>
                </a:lnSpc>
                <a:buClr>
                  <a:schemeClr val="dk1"/>
                </a:buClr>
                <a:buSzPts val="1200"/>
                <a:buAutoNum type="arabicParenR"/>
              </a:pPr>
              <a:r>
                <a:rPr lang="fr-FR" sz="1200">
                  <a:solidFill>
                    <a:schemeClr val="dk1"/>
                  </a:solidFill>
                  <a:latin typeface="DM Sans"/>
                  <a:sym typeface="DM Sans"/>
                </a:rPr>
                <a:t>Comment percevez-vous le rôle de l’ingénieur au sein de la transition ? </a:t>
              </a:r>
              <a:endParaRPr lang="fr-FR" sz="1200">
                <a:solidFill>
                  <a:schemeClr val="dk1"/>
                </a:solidFill>
                <a:latin typeface="DM Sans"/>
              </a:endParaRPr>
            </a:p>
            <a:p>
              <a:pPr marL="266700" indent="-228600" algn="just">
                <a:lnSpc>
                  <a:spcPct val="119958"/>
                </a:lnSpc>
                <a:buClr>
                  <a:srgbClr val="4285F4"/>
                </a:buClr>
                <a:buSzPts val="1200"/>
                <a:buAutoNum type="arabicParenR"/>
              </a:pPr>
              <a:endParaRPr lang="fr-FR" sz="1200">
                <a:solidFill>
                  <a:schemeClr val="dk1"/>
                </a:solidFill>
                <a:latin typeface="DM Sans"/>
              </a:endParaRPr>
            </a:p>
            <a:p>
              <a:pPr marL="38100" algn="just">
                <a:lnSpc>
                  <a:spcPct val="119958"/>
                </a:lnSpc>
              </a:pPr>
              <a:r>
                <a:rPr lang="fr-FR" sz="1200"/>
                <a:t>L’ingénieur a un rôle central : il conçoit les solutions de demain, mais doit aussi repenser ses pratiques pour intégrer les limites planétaires et les enjeux sociaux. Il devient un médiateur entre technologie, écologie et société.</a:t>
              </a:r>
              <a:endParaRPr lang="fr-FR"/>
            </a:p>
            <a:p>
              <a:pPr marL="266700" indent="-228600" algn="just">
                <a:lnSpc>
                  <a:spcPct val="119958"/>
                </a:lnSpc>
                <a:buClr>
                  <a:schemeClr val="dk1"/>
                </a:buClr>
                <a:buSzPts val="1200"/>
                <a:buAutoNum type="arabicParenR"/>
              </a:pPr>
              <a:endParaRPr lang="fr-FR" sz="1200">
                <a:solidFill>
                  <a:schemeClr val="dk1"/>
                </a:solidFill>
                <a:latin typeface="DM Sans"/>
                <a:sym typeface="DM Sans"/>
              </a:endParaRPr>
            </a:p>
            <a:p>
              <a:pPr marL="266700" indent="-228600" algn="just">
                <a:lnSpc>
                  <a:spcPct val="119958"/>
                </a:lnSpc>
                <a:buClr>
                  <a:schemeClr val="dk1"/>
                </a:buClr>
                <a:buSzPts val="1200"/>
                <a:buAutoNum type="arabicParenR"/>
              </a:pPr>
              <a:endParaRPr lang="fr-FR" sz="1200">
                <a:solidFill>
                  <a:schemeClr val="dk1"/>
                </a:solidFill>
                <a:latin typeface="DM Sans"/>
                <a:sym typeface="DM Sans"/>
              </a:endParaRPr>
            </a:p>
            <a:p>
              <a:pPr marL="266700" indent="-228600" algn="just">
                <a:lnSpc>
                  <a:spcPct val="119958"/>
                </a:lnSpc>
                <a:buClr>
                  <a:schemeClr val="dk1"/>
                </a:buClr>
                <a:buSzPts val="1200"/>
                <a:buAutoNum type="arabicParenR"/>
              </a:pPr>
              <a:r>
                <a:rPr lang="fr-FR" sz="1200">
                  <a:solidFill>
                    <a:schemeClr val="dk1"/>
                  </a:solidFill>
                  <a:latin typeface="DM Sans"/>
                  <a:sym typeface="DM Sans"/>
                </a:rPr>
                <a:t>Et comment percevez-vous plus spécifiquement votre rôle dans la transition écologique et sociale ?</a:t>
              </a:r>
              <a:endParaRPr lang="fr-FR" sz="1200">
                <a:solidFill>
                  <a:schemeClr val="dk1"/>
                </a:solidFill>
                <a:latin typeface="DM Sans"/>
              </a:endParaRPr>
            </a:p>
            <a:p>
              <a:pPr algn="just">
                <a:lnSpc>
                  <a:spcPct val="119958"/>
                </a:lnSpc>
              </a:pPr>
              <a:r>
                <a:rPr lang="fr-FR" sz="1200"/>
                <a:t>Mon rôle est d'agir avec lucidité et responsabilité : concevoir sobrement, questionner l’utilité de ce que je développe, et contribuer à un changement de culture dans mon futur environnement professionnel.</a:t>
              </a:r>
              <a:endParaRPr lang="fr-FR"/>
            </a:p>
            <a:p>
              <a:pPr marL="228600" marR="0" lvl="0" indent="-228600" algn="just" rtl="0">
                <a:lnSpc>
                  <a:spcPct val="119958"/>
                </a:lnSpc>
                <a:spcBef>
                  <a:spcPts val="0"/>
                </a:spcBef>
                <a:spcAft>
                  <a:spcPts val="0"/>
                </a:spcAft>
                <a:buClr>
                  <a:srgbClr val="000000"/>
                </a:buClr>
                <a:buSzPts val="1200"/>
                <a:buAutoNum type="arabicParenR"/>
              </a:pPr>
              <a:endParaRPr lang="fr-FR" sz="1200" b="0" i="0" u="none" strike="noStrike" cap="none">
                <a:solidFill>
                  <a:schemeClr val="dk1"/>
                </a:solidFill>
                <a:latin typeface="DM Sans"/>
                <a:ea typeface="DM Sans"/>
                <a:cs typeface="DM Sans"/>
              </a:endParaRPr>
            </a:p>
            <a:p>
              <a:pPr marL="228600" indent="-228600" algn="just">
                <a:lnSpc>
                  <a:spcPct val="119958"/>
                </a:lnSpc>
                <a:buSzPts val="1200"/>
                <a:buAutoNum type="arabicParenR"/>
              </a:pPr>
              <a:endParaRPr lang="fr-FR" sz="1200">
                <a:solidFill>
                  <a:schemeClr val="dk1"/>
                </a:solidFill>
                <a:latin typeface="DM Sans"/>
                <a:ea typeface="DM Sans"/>
                <a:cs typeface="DM Sans"/>
                <a:sym typeface="DM Sans"/>
              </a:endParaRPr>
            </a:p>
            <a:p>
              <a:pPr marL="228600" indent="-228600" algn="just">
                <a:lnSpc>
                  <a:spcPct val="119958"/>
                </a:lnSpc>
                <a:buSzPts val="1200"/>
                <a:buAutoNum type="arabicParenR"/>
              </a:pPr>
              <a:endParaRPr lang="fr-FR" sz="1200">
                <a:solidFill>
                  <a:schemeClr val="dk1"/>
                </a:solidFill>
                <a:latin typeface="DM Sans"/>
                <a:ea typeface="DM Sans"/>
                <a:cs typeface="DM Sans"/>
                <a:sym typeface="DM Sans"/>
              </a:endParaRPr>
            </a:p>
            <a:p>
              <a:pPr marL="228600" indent="-228600" algn="just">
                <a:lnSpc>
                  <a:spcPct val="119958"/>
                </a:lnSpc>
                <a:buSzPts val="1200"/>
                <a:buAutoNum type="arabicParenR"/>
              </a:pPr>
              <a:endParaRPr lang="fr-FR" sz="1200">
                <a:solidFill>
                  <a:schemeClr val="dk1"/>
                </a:solidFill>
                <a:latin typeface="DM Sans"/>
                <a:ea typeface="DM Sans"/>
                <a:cs typeface="DM Sans"/>
              </a:endParaRPr>
            </a:p>
            <a:p>
              <a:pPr marL="228600" indent="-228600" algn="just">
                <a:lnSpc>
                  <a:spcPct val="119958"/>
                </a:lnSpc>
                <a:buSzPts val="1200"/>
                <a:buAutoNum type="arabicParenR"/>
              </a:pPr>
              <a:endParaRPr lang="fr-FR" sz="1200">
                <a:solidFill>
                  <a:schemeClr val="dk1"/>
                </a:solidFill>
                <a:latin typeface="DM Sans"/>
                <a:ea typeface="DM Sans"/>
                <a:cs typeface="DM Sans"/>
                <a:sym typeface="DM Sans"/>
              </a:endParaRPr>
            </a:p>
            <a:p>
              <a:pPr marL="228600" indent="-228600" algn="just">
                <a:lnSpc>
                  <a:spcPct val="119958"/>
                </a:lnSpc>
                <a:buSzPts val="1200"/>
                <a:buFont typeface="Arial"/>
                <a:buAutoNum type="arabicParenR"/>
              </a:pPr>
              <a:endParaRPr lang="fr-FR" sz="1200" b="0" i="0" u="none" strike="noStrike" cap="none">
                <a:solidFill>
                  <a:schemeClr val="dk1"/>
                </a:solidFill>
                <a:latin typeface="DM Sans"/>
                <a:ea typeface="DM Sans"/>
                <a:cs typeface="DM Sans"/>
              </a:endParaRPr>
            </a:p>
            <a:p>
              <a:pPr marL="228600" marR="0" lvl="0" indent="-228600" algn="just" rtl="0">
                <a:lnSpc>
                  <a:spcPct val="119958"/>
                </a:lnSpc>
                <a:spcBef>
                  <a:spcPts val="0"/>
                </a:spcBef>
                <a:spcAft>
                  <a:spcPts val="0"/>
                </a:spcAft>
                <a:buClr>
                  <a:srgbClr val="000000"/>
                </a:buClr>
                <a:buSzPts val="1200"/>
                <a:buAutoNum type="arabicParenR"/>
              </a:pPr>
              <a:endParaRPr lang="fr-FR" sz="1200" b="0" i="0" u="none" strike="noStrike" cap="none">
                <a:solidFill>
                  <a:schemeClr val="dk1"/>
                </a:solidFill>
                <a:latin typeface="DM Sans"/>
                <a:ea typeface="DM Sans"/>
                <a:cs typeface="DM Sans"/>
              </a:endParaRPr>
            </a:p>
            <a:p>
              <a:pPr algn="just">
                <a:lnSpc>
                  <a:spcPct val="119958"/>
                </a:lnSpc>
                <a:buSzPts val="1200"/>
              </a:pPr>
              <a:endParaRPr lang="fr-FR" sz="1200" b="0" i="0" u="none" strike="noStrike" cap="none">
                <a:solidFill>
                  <a:schemeClr val="dk1"/>
                </a:solidFill>
                <a:latin typeface="DM Sans"/>
                <a:ea typeface="DM Sans"/>
                <a:cs typeface="DM Sans"/>
              </a:endParaRPr>
            </a:p>
            <a:p>
              <a:pPr marL="0" marR="0" lvl="0" indent="0" algn="just" rtl="0">
                <a:lnSpc>
                  <a:spcPct val="119958"/>
                </a:lnSpc>
                <a:spcBef>
                  <a:spcPts val="0"/>
                </a:spcBef>
                <a:spcAft>
                  <a:spcPts val="0"/>
                </a:spcAft>
                <a:buClr>
                  <a:srgbClr val="000000"/>
                </a:buClr>
                <a:buSzPts val="1200"/>
                <a:buFont typeface="Arial"/>
                <a:buNone/>
              </a:pPr>
              <a:endParaRPr lang="fr-FR" sz="1200" b="0" i="0" u="none" strike="noStrike" cap="none">
                <a:solidFill>
                  <a:schemeClr val="dk1"/>
                </a:solidFill>
                <a:latin typeface="DM Sans"/>
                <a:ea typeface="DM Sans"/>
                <a:cs typeface="DM Sans"/>
              </a:endParaRPr>
            </a:p>
            <a:p>
              <a:pPr marL="0" marR="0" lvl="0" indent="0" algn="just" rtl="0">
                <a:lnSpc>
                  <a:spcPct val="119958"/>
                </a:lnSpc>
                <a:spcBef>
                  <a:spcPts val="0"/>
                </a:spcBef>
                <a:spcAft>
                  <a:spcPts val="0"/>
                </a:spcAft>
                <a:buClr>
                  <a:srgbClr val="000000"/>
                </a:buClr>
                <a:buSzPts val="1200"/>
                <a:buFont typeface="Arial"/>
                <a:buNone/>
              </a:pPr>
              <a:r>
                <a:rPr lang="fr-FR" sz="1200" b="0" i="0" u="none" strike="noStrike" cap="none">
                  <a:solidFill>
                    <a:schemeClr val="dk1"/>
                  </a:solidFill>
                  <a:latin typeface="DM Sans"/>
                  <a:ea typeface="DM Sans"/>
                  <a:cs typeface="DM Sans"/>
                  <a:sym typeface="DM Sans"/>
                </a:rPr>
                <a:t>…</a:t>
              </a:r>
              <a:endParaRPr sz="1200" b="0" i="0" u="none" strike="noStrike" cap="none">
                <a:solidFill>
                  <a:schemeClr val="dk1"/>
                </a:solidFill>
                <a:latin typeface="DM Sans"/>
                <a:ea typeface="DM Sans"/>
                <a:cs typeface="DM Sans"/>
              </a:endParaRPr>
            </a:p>
          </p:txBody>
        </p:sp>
      </p:grpSp>
      <p:grpSp>
        <p:nvGrpSpPr>
          <p:cNvPr id="213" name="Google Shape;213;p28"/>
          <p:cNvGrpSpPr/>
          <p:nvPr/>
        </p:nvGrpSpPr>
        <p:grpSpPr>
          <a:xfrm>
            <a:off x="6014710" y="213747"/>
            <a:ext cx="2940548" cy="483380"/>
            <a:chOff x="12078870" y="1545119"/>
            <a:chExt cx="5881096" cy="966761"/>
          </a:xfrm>
        </p:grpSpPr>
        <p:sp>
          <p:nvSpPr>
            <p:cNvPr id="214" name="Google Shape;214;p28"/>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215" name="Google Shape;215;p28"/>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216" name="Google Shape;216;p28"/>
          <p:cNvSpPr txBox="1"/>
          <p:nvPr/>
        </p:nvSpPr>
        <p:spPr>
          <a:xfrm>
            <a:off x="185825" y="175650"/>
            <a:ext cx="63795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a:solidFill>
                  <a:schemeClr val="dk1"/>
                </a:solidFill>
                <a:latin typeface="DM Sans"/>
                <a:ea typeface="DM Sans"/>
                <a:cs typeface="DM Sans"/>
                <a:sym typeface="DM Sans"/>
              </a:rPr>
              <a:t>Masterclass #6</a:t>
            </a:r>
            <a:endParaRPr sz="2400" b="1" i="0" u="none" strike="noStrike" cap="none">
              <a:solidFill>
                <a:srgbClr val="000000"/>
              </a:solidFill>
              <a:latin typeface="DM Sans"/>
              <a:ea typeface="DM Sans"/>
              <a:cs typeface="DM Sans"/>
              <a:sym typeface="DM Sans"/>
            </a:endParaRPr>
          </a:p>
        </p:txBody>
      </p:sp>
      <p:pic>
        <p:nvPicPr>
          <p:cNvPr id="2" name="Image 3">
            <a:extLst>
              <a:ext uri="{FF2B5EF4-FFF2-40B4-BE49-F238E27FC236}">
                <a16:creationId xmlns:a16="http://schemas.microsoft.com/office/drawing/2014/main" id="{5CB24B97-5305-09A3-EBF2-563217557751}"/>
              </a:ext>
            </a:extLst>
          </p:cNvPr>
          <p:cNvPicPr>
            <a:picLocks noChangeAspect="1"/>
          </p:cNvPicPr>
          <p:nvPr/>
        </p:nvPicPr>
        <p:blipFill>
          <a:blip r:embed="rId4"/>
          <a:stretch>
            <a:fillRect/>
          </a:stretch>
        </p:blipFill>
        <p:spPr>
          <a:xfrm>
            <a:off x="6715665" y="1426593"/>
            <a:ext cx="2743200" cy="2743200"/>
          </a:xfrm>
          <a:prstGeom prst="rect">
            <a:avLst/>
          </a:prstGeom>
        </p:spPr>
      </p:pic>
      <p:sp>
        <p:nvSpPr>
          <p:cNvPr id="3" name="Espace réservé du numéro de diapositive 2">
            <a:extLst>
              <a:ext uri="{FF2B5EF4-FFF2-40B4-BE49-F238E27FC236}">
                <a16:creationId xmlns:a16="http://schemas.microsoft.com/office/drawing/2014/main" id="{61BEE102-ACE1-4AA9-8593-5443E093ECF1}"/>
              </a:ext>
            </a:extLst>
          </p:cNvPr>
          <p:cNvSpPr>
            <a:spLocks noGrp="1"/>
          </p:cNvSpPr>
          <p:nvPr>
            <p:ph type="sldNum" idx="12"/>
          </p:nvPr>
        </p:nvSpPr>
        <p:spPr/>
        <p:txBody>
          <a:bodyPr/>
          <a:lstStyle/>
          <a:p>
            <a:fld id="{00000000-1234-1234-1234-123412341234}" type="slidenum">
              <a:rPr lang="fr"/>
              <a:t>39</a:t>
            </a:fld>
            <a:endParaRPr lang="fr-FR"/>
          </a:p>
        </p:txBody>
      </p:sp>
    </p:spTree>
    <p:extLst>
      <p:ext uri="{BB962C8B-B14F-4D97-AF65-F5344CB8AC3E}">
        <p14:creationId xmlns:p14="http://schemas.microsoft.com/office/powerpoint/2010/main" val="40325608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3" name="Google Shape;393;p45"/>
          <p:cNvSpPr txBox="1"/>
          <p:nvPr/>
        </p:nvSpPr>
        <p:spPr>
          <a:xfrm>
            <a:off x="175050" y="601961"/>
            <a:ext cx="8793900" cy="2077492"/>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Clr>
                <a:srgbClr val="000000"/>
              </a:buClr>
              <a:buSzPts val="3000"/>
              <a:buFont typeface="Arial"/>
              <a:buNone/>
            </a:pPr>
            <a:r>
              <a:rPr lang="fr" sz="3000" b="1" i="0" u="none" strike="noStrike" cap="none">
                <a:solidFill>
                  <a:srgbClr val="5686DA"/>
                </a:solidFill>
                <a:latin typeface="DM Sans"/>
                <a:ea typeface="DM Sans"/>
                <a:cs typeface="DM Sans"/>
                <a:sym typeface="DM Sans"/>
              </a:rPr>
              <a:t>MASTERCLASS #7</a:t>
            </a:r>
            <a:endParaRPr sz="3000" b="1" i="0" u="none" strike="noStrike" cap="none">
              <a:solidFill>
                <a:srgbClr val="5686DA"/>
              </a:solidFill>
              <a:latin typeface="DM Sans"/>
              <a:ea typeface="DM Sans"/>
              <a:cs typeface="DM Sans"/>
              <a:sym typeface="DM Sans"/>
            </a:endParaRPr>
          </a:p>
          <a:p>
            <a:pPr marL="0" marR="0" lvl="0" indent="0" algn="ctr" rtl="0">
              <a:lnSpc>
                <a:spcPct val="150000"/>
              </a:lnSpc>
              <a:spcBef>
                <a:spcPts val="0"/>
              </a:spcBef>
              <a:spcAft>
                <a:spcPts val="0"/>
              </a:spcAft>
              <a:buClr>
                <a:srgbClr val="000000"/>
              </a:buClr>
              <a:buSzPts val="3000"/>
              <a:buFont typeface="Arial"/>
              <a:buNone/>
            </a:pPr>
            <a:r>
              <a:rPr lang="fr-FR" sz="3000" b="1" i="0" u="none" strike="noStrike" cap="none">
                <a:solidFill>
                  <a:srgbClr val="5686DA"/>
                </a:solidFill>
                <a:latin typeface="DM Sans"/>
                <a:ea typeface="DM Sans"/>
                <a:cs typeface="DM Sans"/>
                <a:sym typeface="DM Sans"/>
              </a:rPr>
              <a:t>Tables Rondes : Témoignages d’</a:t>
            </a:r>
            <a:r>
              <a:rPr lang="fr-FR" sz="3000" b="1" i="0" u="none" strike="noStrike" cap="none" err="1">
                <a:solidFill>
                  <a:srgbClr val="5686DA"/>
                </a:solidFill>
                <a:latin typeface="DM Sans"/>
                <a:ea typeface="DM Sans"/>
                <a:cs typeface="DM Sans"/>
                <a:sym typeface="DM Sans"/>
              </a:rPr>
              <a:t>acteurs.trices</a:t>
            </a:r>
            <a:r>
              <a:rPr lang="fr-FR" sz="3000" b="1" i="0" u="none" strike="noStrike" cap="none">
                <a:solidFill>
                  <a:srgbClr val="5686DA"/>
                </a:solidFill>
                <a:latin typeface="DM Sans"/>
                <a:ea typeface="DM Sans"/>
                <a:cs typeface="DM Sans"/>
                <a:sym typeface="DM Sans"/>
              </a:rPr>
              <a:t>. de la transition écologique et sociale</a:t>
            </a:r>
            <a:r>
              <a:rPr lang="fr" sz="1500" b="1" i="0" u="none" strike="noStrike" cap="none">
                <a:solidFill>
                  <a:srgbClr val="5686DA"/>
                </a:solidFill>
                <a:latin typeface="DM Sans"/>
                <a:ea typeface="DM Sans"/>
                <a:cs typeface="DM Sans"/>
                <a:sym typeface="DM Sans"/>
              </a:rPr>
              <a:t>	</a:t>
            </a:r>
            <a:endParaRPr sz="1500" b="1" i="0" u="none" strike="noStrike" cap="none">
              <a:solidFill>
                <a:srgbClr val="5686DA"/>
              </a:solidFill>
              <a:latin typeface="DM Sans"/>
              <a:ea typeface="DM Sans"/>
              <a:cs typeface="DM Sans"/>
              <a:sym typeface="DM Sans"/>
            </a:endParaRPr>
          </a:p>
        </p:txBody>
      </p:sp>
      <p:sp>
        <p:nvSpPr>
          <p:cNvPr id="2" name="Espace réservé du numéro de diapositive 1">
            <a:extLst>
              <a:ext uri="{FF2B5EF4-FFF2-40B4-BE49-F238E27FC236}">
                <a16:creationId xmlns:a16="http://schemas.microsoft.com/office/drawing/2014/main" id="{01CD449E-B39F-0672-9CBA-56CC4C4B3C99}"/>
              </a:ext>
            </a:extLst>
          </p:cNvPr>
          <p:cNvSpPr>
            <a:spLocks noGrp="1"/>
          </p:cNvSpPr>
          <p:nvPr>
            <p:ph type="sldNum" idx="12"/>
          </p:nvPr>
        </p:nvSpPr>
        <p:spPr/>
        <p:txBody>
          <a:bodyPr/>
          <a:lstStyle/>
          <a:p>
            <a:fld id="{00000000-1234-1234-1234-123412341234}" type="slidenum">
              <a:rPr lang="fr"/>
              <a:t>40</a:t>
            </a:fld>
            <a:endParaRPr lang="fr-FR"/>
          </a:p>
        </p:txBody>
      </p:sp>
    </p:spTree>
    <p:extLst>
      <p:ext uri="{BB962C8B-B14F-4D97-AF65-F5344CB8AC3E}">
        <p14:creationId xmlns:p14="http://schemas.microsoft.com/office/powerpoint/2010/main" val="30399746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grpSp>
        <p:nvGrpSpPr>
          <p:cNvPr id="399" name="Google Shape;399;p46"/>
          <p:cNvGrpSpPr/>
          <p:nvPr/>
        </p:nvGrpSpPr>
        <p:grpSpPr>
          <a:xfrm>
            <a:off x="2219938" y="721526"/>
            <a:ext cx="6633202" cy="4174663"/>
            <a:chOff x="635625" y="1443051"/>
            <a:chExt cx="11584254" cy="8327759"/>
          </a:xfrm>
        </p:grpSpPr>
        <p:sp>
          <p:nvSpPr>
            <p:cNvPr id="400" name="Google Shape;400;p46"/>
            <p:cNvSpPr/>
            <p:nvPr/>
          </p:nvSpPr>
          <p:spPr>
            <a:xfrm>
              <a:off x="635625" y="1443051"/>
              <a:ext cx="11584254" cy="8327759"/>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marL="0" marR="0" lvl="0" indent="0" algn="l" rtl="0">
                <a:lnSpc>
                  <a:spcPct val="119958"/>
                </a:lnSpc>
                <a:spcBef>
                  <a:spcPts val="0"/>
                </a:spcBef>
                <a:spcAft>
                  <a:spcPts val="0"/>
                </a:spcAft>
                <a:buClr>
                  <a:schemeClr val="dk1"/>
                </a:buClr>
                <a:buSzPts val="600"/>
                <a:buFont typeface="Arial"/>
                <a:buNone/>
              </a:pPr>
              <a:r>
                <a:rPr lang="fr" sz="1100">
                  <a:latin typeface="DM Sans"/>
                  <a:sym typeface="Calibri"/>
                </a:rPr>
                <a:t>Nous vous invitons à noter ici ce que vous avez appris, ce qui vous a surpris et ce que vous avez ressenti. </a:t>
              </a:r>
              <a:r>
                <a:rPr lang="en-US" sz="1100">
                  <a:latin typeface="DM Sans"/>
                  <a:sym typeface="Calibri"/>
                </a:rPr>
                <a:t>La </a:t>
              </a:r>
              <a:r>
                <a:rPr lang="en-US" sz="1100" err="1">
                  <a:latin typeface="DM Sans"/>
                  <a:sym typeface="Calibri"/>
                </a:rPr>
                <a:t>tutrice</a:t>
              </a:r>
              <a:r>
                <a:rPr lang="en-US" sz="1100">
                  <a:latin typeface="DM Sans"/>
                  <a:sym typeface="Calibri"/>
                </a:rPr>
                <a:t> </a:t>
              </a:r>
              <a:r>
                <a:rPr lang="fr" sz="1100">
                  <a:latin typeface="DM Sans"/>
                  <a:sym typeface="Calibri"/>
                </a:rPr>
                <a:t>lira votre carnet de bord et fera un retour au jury.</a:t>
              </a:r>
              <a:endParaRPr sz="1100">
                <a:latin typeface="DM Sans"/>
              </a:endParaRPr>
            </a:p>
          </p:txBody>
        </p:sp>
        <p:sp>
          <p:nvSpPr>
            <p:cNvPr id="401" name="Google Shape;401;p46"/>
            <p:cNvSpPr/>
            <p:nvPr/>
          </p:nvSpPr>
          <p:spPr>
            <a:xfrm>
              <a:off x="1048601" y="2786075"/>
              <a:ext cx="10695600" cy="65436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l" rtl="0">
                <a:lnSpc>
                  <a:spcPct val="119958"/>
                </a:lnSpc>
                <a:spcBef>
                  <a:spcPts val="0"/>
                </a:spcBef>
                <a:spcAft>
                  <a:spcPts val="0"/>
                </a:spcAft>
                <a:buClr>
                  <a:srgbClr val="000000"/>
                </a:buClr>
                <a:buSzPts val="1200"/>
                <a:buFont typeface="Arial"/>
                <a:buNone/>
              </a:pPr>
              <a:r>
                <a:rPr lang="fr" sz="1200" b="0" i="0" u="none" strike="noStrike" cap="none">
                  <a:solidFill>
                    <a:schemeClr val="dk1"/>
                  </a:solidFill>
                  <a:latin typeface="Calibri"/>
                  <a:ea typeface="Calibri"/>
                  <a:cs typeface="Calibri"/>
                  <a:sym typeface="Calibri"/>
                </a:rPr>
                <a:t>Ce que nous avons appris : </a:t>
              </a:r>
              <a:endParaRPr lang="fr-FR" sz="1200" b="0" i="0" u="none" strike="noStrike" cap="none">
                <a:solidFill>
                  <a:schemeClr val="dk1"/>
                </a:solidFill>
                <a:latin typeface="Calibri"/>
                <a:ea typeface="Calibri"/>
                <a:cs typeface="Calibri"/>
              </a:endParaRPr>
            </a:p>
            <a:p>
              <a:pPr>
                <a:lnSpc>
                  <a:spcPct val="119958"/>
                </a:lnSpc>
              </a:pPr>
              <a:r>
                <a:rPr lang="en-US" sz="900"/>
                <a:t>Lors de </a:t>
              </a:r>
              <a:r>
                <a:rPr lang="en-US" sz="900" err="1"/>
                <a:t>cette</a:t>
              </a:r>
              <a:r>
                <a:rPr lang="en-US" sz="900"/>
                <a:t> masterclass, </a:t>
              </a:r>
              <a:r>
                <a:rPr lang="en-US" sz="900" err="1"/>
                <a:t>plusieurs</a:t>
              </a:r>
              <a:r>
                <a:rPr lang="en-US" sz="900"/>
                <a:t> </a:t>
              </a:r>
              <a:r>
                <a:rPr lang="en-US" sz="900" err="1"/>
                <a:t>ingénieurs</a:t>
              </a:r>
              <a:r>
                <a:rPr lang="en-US" sz="900"/>
                <a:t> </a:t>
              </a:r>
              <a:r>
                <a:rPr lang="en-US" sz="900" err="1"/>
                <a:t>sont</a:t>
              </a:r>
              <a:r>
                <a:rPr lang="en-US" sz="900"/>
                <a:t> </a:t>
              </a:r>
              <a:r>
                <a:rPr lang="en-US" sz="900" err="1"/>
                <a:t>venus</a:t>
              </a:r>
              <a:r>
                <a:rPr lang="en-US" sz="900"/>
                <a:t> </a:t>
              </a:r>
              <a:r>
                <a:rPr lang="en-US" sz="900" err="1"/>
                <a:t>partager</a:t>
              </a:r>
              <a:r>
                <a:rPr lang="en-US" sz="900"/>
                <a:t> </a:t>
              </a:r>
              <a:r>
                <a:rPr lang="en-US" sz="900" err="1"/>
                <a:t>leur</a:t>
              </a:r>
              <a:r>
                <a:rPr lang="en-US" sz="900"/>
                <a:t> </a:t>
              </a:r>
              <a:r>
                <a:rPr lang="en-US" sz="900" err="1"/>
                <a:t>parcours</a:t>
              </a:r>
              <a:r>
                <a:rPr lang="en-US" sz="900"/>
                <a:t> et </a:t>
              </a:r>
              <a:r>
                <a:rPr lang="en-US" sz="900" err="1"/>
                <a:t>leur</a:t>
              </a:r>
              <a:r>
                <a:rPr lang="en-US" sz="900"/>
                <a:t> engagement dans des métiers </a:t>
              </a:r>
              <a:r>
                <a:rPr lang="en-US" sz="900" err="1"/>
                <a:t>en</a:t>
              </a:r>
              <a:r>
                <a:rPr lang="en-US" sz="900"/>
                <a:t> lien direct avec la transition </a:t>
              </a:r>
              <a:r>
                <a:rPr lang="en-US" sz="900" err="1"/>
                <a:t>écologique</a:t>
              </a:r>
              <a:r>
                <a:rPr lang="en-US" sz="900"/>
                <a:t>. </a:t>
              </a:r>
              <a:r>
                <a:rPr lang="en-US" sz="900" err="1"/>
                <a:t>Ils</a:t>
              </a:r>
              <a:r>
                <a:rPr lang="en-US" sz="900"/>
                <a:t> </a:t>
              </a:r>
              <a:r>
                <a:rPr lang="en-US" sz="900" err="1"/>
                <a:t>faisaient</a:t>
              </a:r>
              <a:r>
                <a:rPr lang="en-US" sz="900"/>
                <a:t> </a:t>
              </a:r>
              <a:r>
                <a:rPr lang="en-US" sz="900" err="1"/>
                <a:t>tous</a:t>
              </a:r>
              <a:r>
                <a:rPr lang="en-US" sz="900"/>
                <a:t> </a:t>
              </a:r>
              <a:r>
                <a:rPr lang="en-US" sz="900" err="1"/>
                <a:t>partie</a:t>
              </a:r>
              <a:r>
                <a:rPr lang="en-US" sz="900"/>
                <a:t> du Campus de la Transition. Un </a:t>
              </a:r>
              <a:r>
                <a:rPr lang="en-US" sz="900" err="1"/>
                <a:t>étudiant</a:t>
              </a:r>
              <a:r>
                <a:rPr lang="en-US" sz="900"/>
                <a:t> de Polytechnique </a:t>
              </a:r>
              <a:r>
                <a:rPr lang="en-US" sz="900" err="1"/>
                <a:t>racontait</a:t>
              </a:r>
              <a:r>
                <a:rPr lang="en-US" sz="900"/>
                <a:t> </a:t>
              </a:r>
              <a:r>
                <a:rPr lang="en-US" sz="900" err="1"/>
                <a:t>avoir</a:t>
              </a:r>
              <a:r>
                <a:rPr lang="en-US" sz="900"/>
                <a:t> </a:t>
              </a:r>
              <a:r>
                <a:rPr lang="en-US" sz="900" err="1"/>
                <a:t>orienté</a:t>
              </a:r>
              <a:r>
                <a:rPr lang="en-US" sz="900"/>
                <a:t> toute </a:t>
              </a:r>
              <a:r>
                <a:rPr lang="en-US" sz="900" err="1"/>
                <a:t>sa</a:t>
              </a:r>
              <a:r>
                <a:rPr lang="en-US" sz="900"/>
                <a:t> formation </a:t>
              </a:r>
              <a:r>
                <a:rPr lang="en-US" sz="900" err="1"/>
                <a:t>vers</a:t>
              </a:r>
              <a:r>
                <a:rPr lang="en-US" sz="900"/>
                <a:t> </a:t>
              </a:r>
              <a:r>
                <a:rPr lang="en-US" sz="900" err="1"/>
                <a:t>ces</a:t>
              </a:r>
              <a:r>
                <a:rPr lang="en-US" sz="900"/>
                <a:t> </a:t>
              </a:r>
              <a:r>
                <a:rPr lang="en-US" sz="900" err="1"/>
                <a:t>sujets</a:t>
              </a:r>
              <a:r>
                <a:rPr lang="en-US" sz="900"/>
                <a:t> </a:t>
              </a:r>
              <a:r>
                <a:rPr lang="en-US" sz="900" err="1"/>
                <a:t>quitte</a:t>
              </a:r>
              <a:r>
                <a:rPr lang="en-US" sz="900"/>
                <a:t> à </a:t>
              </a:r>
              <a:r>
                <a:rPr lang="en-US" sz="900" err="1"/>
                <a:t>gagner</a:t>
              </a:r>
              <a:r>
                <a:rPr lang="en-US" sz="900"/>
                <a:t> </a:t>
              </a:r>
              <a:r>
                <a:rPr lang="en-US" sz="900" err="1"/>
                <a:t>moins</a:t>
              </a:r>
              <a:r>
                <a:rPr lang="en-US" sz="900"/>
                <a:t> que </a:t>
              </a:r>
              <a:r>
                <a:rPr lang="en-US" sz="900" err="1"/>
                <a:t>ses</a:t>
              </a:r>
              <a:r>
                <a:rPr lang="en-US" sz="900"/>
                <a:t> </a:t>
              </a:r>
              <a:r>
                <a:rPr lang="en-US" sz="900" err="1"/>
                <a:t>camarades</a:t>
              </a:r>
              <a:r>
                <a:rPr lang="en-US" sz="900"/>
                <a:t>. On a </a:t>
              </a:r>
              <a:r>
                <a:rPr lang="en-US" sz="900" err="1"/>
                <a:t>pu</a:t>
              </a:r>
              <a:r>
                <a:rPr lang="en-US" sz="900"/>
                <a:t> </a:t>
              </a:r>
              <a:r>
                <a:rPr lang="en-US" sz="900" err="1"/>
                <a:t>voit</a:t>
              </a:r>
              <a:r>
                <a:rPr lang="en-US" sz="900"/>
                <a:t> que </a:t>
              </a:r>
              <a:r>
                <a:rPr lang="en-US" sz="900" err="1"/>
                <a:t>ce</a:t>
              </a:r>
              <a:r>
                <a:rPr lang="en-US" sz="900"/>
                <a:t> qui </a:t>
              </a:r>
              <a:r>
                <a:rPr lang="en-US" sz="900" err="1"/>
                <a:t>compte</a:t>
              </a:r>
              <a:r>
                <a:rPr lang="en-US" sz="900"/>
                <a:t> pour </a:t>
              </a:r>
              <a:r>
                <a:rPr lang="en-US" sz="900" err="1"/>
                <a:t>lui</a:t>
              </a:r>
              <a:r>
                <a:rPr lang="en-US" sz="900"/>
                <a:t>, </a:t>
              </a:r>
              <a:r>
                <a:rPr lang="en-US" sz="900" err="1"/>
                <a:t>c’est</a:t>
              </a:r>
              <a:r>
                <a:rPr lang="en-US" sz="900"/>
                <a:t> que son travail </a:t>
              </a:r>
              <a:r>
                <a:rPr lang="en-US" sz="900" err="1"/>
                <a:t>ait</a:t>
              </a:r>
              <a:r>
                <a:rPr lang="en-US" sz="900"/>
                <a:t> un </a:t>
              </a:r>
              <a:r>
                <a:rPr lang="en-US" sz="900" err="1"/>
                <a:t>vrai</a:t>
              </a:r>
              <a:r>
                <a:rPr lang="en-US" sz="900"/>
                <a:t> impact</a:t>
              </a:r>
              <a:endParaRPr/>
            </a:p>
            <a:p>
              <a:pPr marL="0" marR="0" lvl="0" indent="0" algn="l" rtl="0">
                <a:lnSpc>
                  <a:spcPct val="119958"/>
                </a:lnSpc>
                <a:spcBef>
                  <a:spcPts val="0"/>
                </a:spcBef>
                <a:spcAft>
                  <a:spcPts val="0"/>
                </a:spcAft>
                <a:buClr>
                  <a:srgbClr val="000000"/>
                </a:buClr>
                <a:buSzPts val="1200"/>
                <a:buFont typeface="Arial"/>
                <a:buNone/>
              </a:pPr>
              <a:r>
                <a:rPr lang="fr" sz="1200" i="0" u="none" strike="noStrike" cap="none">
                  <a:solidFill>
                    <a:schemeClr val="dk1"/>
                  </a:solidFill>
                  <a:latin typeface="Calibri"/>
                  <a:ea typeface="Calibri"/>
                  <a:cs typeface="Calibri"/>
                  <a:sym typeface="Calibri"/>
                </a:rPr>
                <a:t>Ce qui nous a surpris :</a:t>
              </a:r>
              <a:endParaRPr sz="1200" i="0" u="none" strike="noStrike" cap="none">
                <a:solidFill>
                  <a:schemeClr val="dk1"/>
                </a:solidFill>
                <a:latin typeface="DM Sans"/>
                <a:ea typeface="DM Sans"/>
                <a:cs typeface="DM Sans"/>
              </a:endParaRPr>
            </a:p>
            <a:p>
              <a:pPr>
                <a:lnSpc>
                  <a:spcPct val="119958"/>
                </a:lnSpc>
              </a:pPr>
              <a:r>
                <a:rPr lang="fr" sz="900">
                  <a:sym typeface="DM Sans"/>
                </a:rPr>
                <a:t>Ce qui a été marquant est leur niveau d’engagement. Le fait qu’ils soient prêts à faire certains compromis professionnels ou financiers pour travailler dans un domaine qui leur semble plus juste ET plus utile. Ce sont des profils encore peu nombreux mais qui montrent une autre voie possible.</a:t>
              </a:r>
              <a:endParaRPr/>
            </a:p>
            <a:p>
              <a:pPr marL="0" marR="0" lvl="0" indent="0" algn="l" rtl="0">
                <a:lnSpc>
                  <a:spcPct val="119958"/>
                </a:lnSpc>
                <a:spcBef>
                  <a:spcPts val="0"/>
                </a:spcBef>
                <a:spcAft>
                  <a:spcPts val="0"/>
                </a:spcAft>
                <a:buClr>
                  <a:srgbClr val="000000"/>
                </a:buClr>
                <a:buSzPts val="1200"/>
                <a:buFont typeface="Arial"/>
                <a:buNone/>
              </a:pPr>
              <a:endParaRPr sz="800" i="0" u="none" strike="noStrike" cap="none">
                <a:solidFill>
                  <a:schemeClr val="dk1"/>
                </a:solidFill>
                <a:latin typeface="DM Sans"/>
                <a:ea typeface="DM Sans"/>
                <a:cs typeface="DM Sans"/>
              </a:endParaRPr>
            </a:p>
            <a:p>
              <a:pPr>
                <a:lnSpc>
                  <a:spcPct val="119958"/>
                </a:lnSpc>
                <a:buSzPts val="1200"/>
              </a:pPr>
              <a:r>
                <a:rPr lang="fr" sz="1200" i="0" u="none" strike="noStrike" cap="none">
                  <a:solidFill>
                    <a:schemeClr val="dk1"/>
                  </a:solidFill>
                  <a:latin typeface="Calibri"/>
                  <a:ea typeface="Calibri"/>
                  <a:cs typeface="Calibri"/>
                  <a:sym typeface="Calibri"/>
                </a:rPr>
                <a:t>Nos ressentis :</a:t>
              </a:r>
              <a:endParaRPr lang="fr" sz="1200">
                <a:solidFill>
                  <a:schemeClr val="dk1"/>
                </a:solidFill>
                <a:latin typeface="Calibri"/>
                <a:ea typeface="Calibri"/>
                <a:cs typeface="Calibri"/>
              </a:endParaRPr>
            </a:p>
            <a:p>
              <a:r>
                <a:rPr lang="en-US" sz="900">
                  <a:ea typeface="Calibri"/>
                </a:rPr>
                <a:t>Cette Masterclass </a:t>
              </a:r>
              <a:r>
                <a:rPr lang="en-US" sz="900" err="1">
                  <a:ea typeface="Calibri"/>
                </a:rPr>
                <a:t>était</a:t>
              </a:r>
              <a:r>
                <a:rPr lang="en-US" sz="900">
                  <a:ea typeface="Calibri"/>
                </a:rPr>
                <a:t> très </a:t>
              </a:r>
              <a:r>
                <a:rPr lang="en-US" sz="900" err="1">
                  <a:ea typeface="Calibri"/>
                </a:rPr>
                <a:t>inspirante</a:t>
              </a:r>
              <a:r>
                <a:rPr lang="en-US" sz="900">
                  <a:ea typeface="Calibri"/>
                </a:rPr>
                <a:t>. Elle </a:t>
              </a:r>
              <a:r>
                <a:rPr lang="en-US" sz="900" err="1">
                  <a:ea typeface="Calibri"/>
                </a:rPr>
                <a:t>permet</a:t>
              </a:r>
              <a:r>
                <a:rPr lang="en-US" sz="900">
                  <a:ea typeface="Calibri"/>
                </a:rPr>
                <a:t> de se </a:t>
              </a:r>
              <a:r>
                <a:rPr lang="en-US" sz="900" err="1">
                  <a:ea typeface="Calibri"/>
                </a:rPr>
                <a:t>projeter</a:t>
              </a:r>
              <a:r>
                <a:rPr lang="en-US" sz="900">
                  <a:ea typeface="Calibri"/>
                </a:rPr>
                <a:t> </a:t>
              </a:r>
              <a:r>
                <a:rPr lang="en-US" sz="900" err="1">
                  <a:ea typeface="Calibri"/>
                </a:rPr>
                <a:t>autrement</a:t>
              </a:r>
              <a:r>
                <a:rPr lang="en-US" sz="900">
                  <a:ea typeface="Calibri"/>
                </a:rPr>
                <a:t> dans </a:t>
              </a:r>
              <a:r>
                <a:rPr lang="en-US" sz="900" err="1">
                  <a:ea typeface="Calibri"/>
                </a:rPr>
                <a:t>notre</a:t>
              </a:r>
              <a:r>
                <a:rPr lang="en-US" sz="900">
                  <a:ea typeface="Calibri"/>
                </a:rPr>
                <a:t> avenir pro : </a:t>
              </a:r>
              <a:r>
                <a:rPr lang="en-US" sz="900" err="1">
                  <a:ea typeface="Calibri"/>
                </a:rPr>
                <a:t>ce</a:t>
              </a:r>
              <a:r>
                <a:rPr lang="en-US" sz="900">
                  <a:ea typeface="Calibri"/>
                </a:rPr>
                <a:t> </a:t>
              </a:r>
              <a:r>
                <a:rPr lang="en-US" sz="900" err="1">
                  <a:ea typeface="Calibri"/>
                </a:rPr>
                <a:t>n’est</a:t>
              </a:r>
              <a:r>
                <a:rPr lang="en-US" sz="900">
                  <a:ea typeface="Calibri"/>
                </a:rPr>
                <a:t> pas </a:t>
              </a:r>
              <a:r>
                <a:rPr lang="en-US" sz="900" err="1">
                  <a:ea typeface="Calibri"/>
                </a:rPr>
                <a:t>juste</a:t>
              </a:r>
              <a:r>
                <a:rPr lang="en-US" sz="900">
                  <a:ea typeface="Calibri"/>
                </a:rPr>
                <a:t> </a:t>
              </a:r>
              <a:r>
                <a:rPr lang="en-US" sz="900" err="1">
                  <a:ea typeface="Calibri"/>
                </a:rPr>
                <a:t>une</a:t>
              </a:r>
              <a:r>
                <a:rPr lang="en-US" sz="900">
                  <a:ea typeface="Calibri"/>
                </a:rPr>
                <a:t> question de </a:t>
              </a:r>
              <a:r>
                <a:rPr lang="en-US" sz="900" err="1">
                  <a:ea typeface="Calibri"/>
                </a:rPr>
                <a:t>carrière</a:t>
              </a:r>
              <a:r>
                <a:rPr lang="en-US" sz="900">
                  <a:ea typeface="Calibri"/>
                </a:rPr>
                <a:t> </a:t>
              </a:r>
              <a:r>
                <a:rPr lang="en-US" sz="900" err="1">
                  <a:ea typeface="Calibri"/>
                </a:rPr>
                <a:t>ou</a:t>
              </a:r>
              <a:r>
                <a:rPr lang="en-US" sz="900">
                  <a:ea typeface="Calibri"/>
                </a:rPr>
                <a:t> de </a:t>
              </a:r>
              <a:r>
                <a:rPr lang="en-US" sz="900" err="1">
                  <a:ea typeface="Calibri"/>
                </a:rPr>
                <a:t>salaire</a:t>
              </a:r>
              <a:r>
                <a:rPr lang="en-US" sz="900">
                  <a:ea typeface="Calibri"/>
                </a:rPr>
                <a:t>, </a:t>
              </a:r>
              <a:r>
                <a:rPr lang="en-US" sz="900" err="1">
                  <a:ea typeface="Calibri"/>
                </a:rPr>
                <a:t>mais</a:t>
              </a:r>
              <a:r>
                <a:rPr lang="en-US" sz="900">
                  <a:ea typeface="Calibri"/>
                </a:rPr>
                <a:t> </a:t>
              </a:r>
              <a:r>
                <a:rPr lang="en-US" sz="900" err="1">
                  <a:ea typeface="Calibri"/>
                </a:rPr>
                <a:t>aussi</a:t>
              </a:r>
              <a:r>
                <a:rPr lang="en-US" sz="900">
                  <a:ea typeface="Calibri"/>
                </a:rPr>
                <a:t> </a:t>
              </a:r>
              <a:r>
                <a:rPr lang="en-US" sz="900" err="1">
                  <a:ea typeface="Calibri"/>
                </a:rPr>
                <a:t>d’impact</a:t>
              </a:r>
              <a:r>
                <a:rPr lang="en-US" sz="900">
                  <a:ea typeface="Calibri"/>
                </a:rPr>
                <a:t> et de </a:t>
              </a:r>
              <a:r>
                <a:rPr lang="en-US" sz="900" err="1">
                  <a:ea typeface="Calibri"/>
                </a:rPr>
                <a:t>valeurs</a:t>
              </a:r>
              <a:r>
                <a:rPr lang="en-US" sz="900">
                  <a:ea typeface="Calibri"/>
                </a:rPr>
                <a:t>. On </a:t>
              </a:r>
              <a:r>
                <a:rPr lang="en-US" sz="900" err="1">
                  <a:ea typeface="Calibri"/>
                </a:rPr>
                <a:t>repart</a:t>
              </a:r>
              <a:r>
                <a:rPr lang="en-US" sz="900">
                  <a:ea typeface="Calibri"/>
                </a:rPr>
                <a:t> avec </a:t>
              </a:r>
              <a:r>
                <a:rPr lang="en-US" sz="900" err="1">
                  <a:ea typeface="Calibri"/>
                </a:rPr>
                <a:t>l’envie</a:t>
              </a:r>
              <a:r>
                <a:rPr lang="en-US" sz="900">
                  <a:ea typeface="Calibri"/>
                </a:rPr>
                <a:t> </a:t>
              </a:r>
              <a:r>
                <a:rPr lang="en-US" sz="900" err="1">
                  <a:ea typeface="Calibri"/>
                </a:rPr>
                <a:t>d’en</a:t>
              </a:r>
              <a:r>
                <a:rPr lang="en-US" sz="900">
                  <a:ea typeface="Calibri"/>
                </a:rPr>
                <a:t> savoir plus sur </a:t>
              </a:r>
              <a:r>
                <a:rPr lang="en-US" sz="900" err="1">
                  <a:ea typeface="Calibri"/>
                </a:rPr>
                <a:t>ces</a:t>
              </a:r>
              <a:r>
                <a:rPr lang="en-US" sz="900">
                  <a:ea typeface="Calibri"/>
                </a:rPr>
                <a:t> </a:t>
              </a:r>
              <a:r>
                <a:rPr lang="en-US" sz="900" err="1">
                  <a:ea typeface="Calibri"/>
                </a:rPr>
                <a:t>parcours</a:t>
              </a:r>
              <a:r>
                <a:rPr lang="en-US" sz="900">
                  <a:ea typeface="Calibri"/>
                </a:rPr>
                <a:t> </a:t>
              </a:r>
              <a:r>
                <a:rPr lang="en-US" sz="900" err="1">
                  <a:ea typeface="Calibri"/>
                </a:rPr>
                <a:t>alternatifs</a:t>
              </a:r>
              <a:r>
                <a:rPr lang="en-US" sz="900">
                  <a:ea typeface="Calibri"/>
                </a:rPr>
                <a:t> et sur le </a:t>
              </a:r>
              <a:r>
                <a:rPr lang="en-US" sz="900" err="1">
                  <a:ea typeface="Calibri"/>
                </a:rPr>
                <a:t>rôle</a:t>
              </a:r>
              <a:r>
                <a:rPr lang="en-US" sz="900">
                  <a:ea typeface="Calibri"/>
                </a:rPr>
                <a:t> que nous </a:t>
              </a:r>
              <a:r>
                <a:rPr lang="en-US" sz="900" err="1">
                  <a:ea typeface="Calibri"/>
                </a:rPr>
                <a:t>pourrions</a:t>
              </a:r>
              <a:r>
                <a:rPr lang="en-US" sz="900">
                  <a:ea typeface="Calibri"/>
                </a:rPr>
                <a:t> </a:t>
              </a:r>
              <a:r>
                <a:rPr lang="en-US" sz="900" err="1">
                  <a:ea typeface="Calibri"/>
                </a:rPr>
                <a:t>avoir</a:t>
              </a:r>
              <a:r>
                <a:rPr lang="en-US" sz="900">
                  <a:ea typeface="Calibri"/>
                </a:rPr>
                <a:t> nous </a:t>
              </a:r>
              <a:r>
                <a:rPr lang="en-US" sz="900" err="1">
                  <a:ea typeface="Calibri"/>
                </a:rPr>
                <a:t>aussi</a:t>
              </a:r>
              <a:r>
                <a:rPr lang="en-US" sz="900">
                  <a:ea typeface="Calibri"/>
                </a:rPr>
                <a:t> dans </a:t>
              </a:r>
              <a:r>
                <a:rPr lang="en-US" sz="900" err="1">
                  <a:ea typeface="Calibri"/>
                </a:rPr>
                <a:t>cette</a:t>
              </a:r>
              <a:r>
                <a:rPr lang="en-US" sz="900">
                  <a:ea typeface="Calibri"/>
                </a:rPr>
                <a:t> transition.</a:t>
              </a:r>
              <a:endParaRPr lang="fr-FR"/>
            </a:p>
            <a:p>
              <a:pPr>
                <a:lnSpc>
                  <a:spcPct val="119958"/>
                </a:lnSpc>
                <a:buSzPts val="1200"/>
              </a:pPr>
              <a:endParaRPr sz="1200" b="0" i="0" u="none" strike="noStrike" cap="none">
                <a:solidFill>
                  <a:schemeClr val="dk1"/>
                </a:solidFill>
                <a:latin typeface="Calibri"/>
                <a:ea typeface="Calibri"/>
                <a:cs typeface="Calibri"/>
              </a:endParaRPr>
            </a:p>
            <a:p>
              <a:pPr marL="0" marR="0" lvl="0" indent="0" algn="l" rtl="0">
                <a:lnSpc>
                  <a:spcPct val="119958"/>
                </a:lnSpc>
                <a:spcBef>
                  <a:spcPts val="0"/>
                </a:spcBef>
                <a:spcAft>
                  <a:spcPts val="0"/>
                </a:spcAft>
                <a:buClr>
                  <a:srgbClr val="000000"/>
                </a:buClr>
                <a:buSzPts val="1200"/>
                <a:buFont typeface="Arial"/>
                <a:buNone/>
              </a:pPr>
              <a:endParaRPr lang="fr" sz="1200" b="0" i="0" u="none" strike="noStrike" cap="none">
                <a:solidFill>
                  <a:schemeClr val="dk1"/>
                </a:solidFill>
                <a:latin typeface="Calibri"/>
                <a:ea typeface="Calibri"/>
                <a:cs typeface="Calibri"/>
              </a:endParaRPr>
            </a:p>
            <a:p>
              <a:pPr marL="0" marR="0" lvl="0" indent="0" algn="l"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19958"/>
                </a:lnSpc>
                <a:spcBef>
                  <a:spcPts val="0"/>
                </a:spcBef>
                <a:spcAft>
                  <a:spcPts val="0"/>
                </a:spcAft>
                <a:buClr>
                  <a:srgbClr val="000000"/>
                </a:buClr>
                <a:buSzPts val="1200"/>
                <a:buFont typeface="Arial"/>
                <a:buNone/>
              </a:pPr>
              <a:endParaRPr sz="1200" b="0" i="0" u="none" strike="noStrike" cap="none">
                <a:solidFill>
                  <a:schemeClr val="dk1"/>
                </a:solidFill>
                <a:latin typeface="DM Sans"/>
                <a:ea typeface="DM Sans"/>
                <a:cs typeface="DM Sans"/>
                <a:sym typeface="DM Sans"/>
              </a:endParaRPr>
            </a:p>
          </p:txBody>
        </p:sp>
      </p:grpSp>
      <p:grpSp>
        <p:nvGrpSpPr>
          <p:cNvPr id="402" name="Google Shape;402;p46"/>
          <p:cNvGrpSpPr/>
          <p:nvPr/>
        </p:nvGrpSpPr>
        <p:grpSpPr>
          <a:xfrm>
            <a:off x="1869374" y="4632063"/>
            <a:ext cx="2923917" cy="431526"/>
            <a:chOff x="12104611" y="1596973"/>
            <a:chExt cx="5847832" cy="863051"/>
          </a:xfrm>
        </p:grpSpPr>
        <p:sp>
          <p:nvSpPr>
            <p:cNvPr id="403" name="Google Shape;403;p46"/>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404" name="Google Shape;404;p46"/>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pic>
        <p:nvPicPr>
          <p:cNvPr id="405" name="Google Shape;405;p46"/>
          <p:cNvPicPr preferRelativeResize="0"/>
          <p:nvPr/>
        </p:nvPicPr>
        <p:blipFill rotWithShape="1">
          <a:blip r:embed="rId4">
            <a:alphaModFix/>
          </a:blip>
          <a:srcRect/>
          <a:stretch/>
        </p:blipFill>
        <p:spPr>
          <a:xfrm>
            <a:off x="584" y="1739237"/>
            <a:ext cx="1949575" cy="1866900"/>
          </a:xfrm>
          <a:prstGeom prst="rect">
            <a:avLst/>
          </a:prstGeom>
          <a:noFill/>
          <a:ln>
            <a:noFill/>
          </a:ln>
        </p:spPr>
      </p:pic>
      <p:sp>
        <p:nvSpPr>
          <p:cNvPr id="407" name="Google Shape;407;p46"/>
          <p:cNvSpPr txBox="1"/>
          <p:nvPr/>
        </p:nvSpPr>
        <p:spPr>
          <a:xfrm>
            <a:off x="185825" y="175650"/>
            <a:ext cx="87939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a:solidFill>
                  <a:schemeClr val="accent1"/>
                </a:solidFill>
                <a:latin typeface="DM Sans"/>
                <a:ea typeface="DM Sans"/>
                <a:cs typeface="DM Sans"/>
                <a:sym typeface="DM Sans"/>
              </a:rPr>
              <a:t>Masterclass #7</a:t>
            </a:r>
            <a:endParaRPr sz="2400" b="1" i="0" u="none" strike="noStrike" cap="none">
              <a:solidFill>
                <a:schemeClr val="accent1"/>
              </a:solidFill>
              <a:latin typeface="DM Sans"/>
              <a:ea typeface="DM Sans"/>
              <a:cs typeface="DM Sans"/>
              <a:sym typeface="DM Sans"/>
            </a:endParaRPr>
          </a:p>
        </p:txBody>
      </p:sp>
      <p:sp>
        <p:nvSpPr>
          <p:cNvPr id="2" name="Espace réservé du numéro de diapositive 1">
            <a:extLst>
              <a:ext uri="{FF2B5EF4-FFF2-40B4-BE49-F238E27FC236}">
                <a16:creationId xmlns:a16="http://schemas.microsoft.com/office/drawing/2014/main" id="{DFCC4836-E09F-6C9A-7B3C-6CFC33B09B70}"/>
              </a:ext>
            </a:extLst>
          </p:cNvPr>
          <p:cNvSpPr>
            <a:spLocks noGrp="1"/>
          </p:cNvSpPr>
          <p:nvPr>
            <p:ph type="sldNum" idx="12"/>
          </p:nvPr>
        </p:nvSpPr>
        <p:spPr/>
        <p:txBody>
          <a:bodyPr/>
          <a:lstStyle/>
          <a:p>
            <a:fld id="{00000000-1234-1234-1234-123412341234}" type="slidenum">
              <a:rPr lang="fr"/>
              <a:t>41</a:t>
            </a:fld>
            <a:endParaRPr lang="fr-FR"/>
          </a:p>
        </p:txBody>
      </p:sp>
    </p:spTree>
    <p:extLst>
      <p:ext uri="{BB962C8B-B14F-4D97-AF65-F5344CB8AC3E}">
        <p14:creationId xmlns:p14="http://schemas.microsoft.com/office/powerpoint/2010/main" val="12772950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grpSp>
        <p:nvGrpSpPr>
          <p:cNvPr id="210" name="Google Shape;210;p28"/>
          <p:cNvGrpSpPr/>
          <p:nvPr/>
        </p:nvGrpSpPr>
        <p:grpSpPr>
          <a:xfrm>
            <a:off x="237488" y="762582"/>
            <a:ext cx="6687117" cy="4142314"/>
            <a:chOff x="635625" y="1443051"/>
            <a:chExt cx="11584254" cy="8327759"/>
          </a:xfrm>
        </p:grpSpPr>
        <p:sp>
          <p:nvSpPr>
            <p:cNvPr id="211" name="Google Shape;211;p28"/>
            <p:cNvSpPr/>
            <p:nvPr/>
          </p:nvSpPr>
          <p:spPr>
            <a:xfrm>
              <a:off x="635625" y="1443051"/>
              <a:ext cx="11584254" cy="8327759"/>
            </a:xfrm>
            <a:custGeom>
              <a:avLst/>
              <a:gdLst/>
              <a:ahLst/>
              <a:cxnLst/>
              <a:rect l="l" t="t" r="r" b="b"/>
              <a:pathLst>
                <a:path w="12456187" h="5561108" extrusionOk="0">
                  <a:moveTo>
                    <a:pt x="12331726" y="5561108"/>
                  </a:moveTo>
                  <a:lnTo>
                    <a:pt x="124460" y="5561108"/>
                  </a:lnTo>
                  <a:cubicBezTo>
                    <a:pt x="55880" y="5561108"/>
                    <a:pt x="0" y="5505228"/>
                    <a:pt x="0" y="5436648"/>
                  </a:cubicBezTo>
                  <a:lnTo>
                    <a:pt x="0" y="124460"/>
                  </a:lnTo>
                  <a:cubicBezTo>
                    <a:pt x="0" y="55880"/>
                    <a:pt x="55880" y="0"/>
                    <a:pt x="124460" y="0"/>
                  </a:cubicBezTo>
                  <a:lnTo>
                    <a:pt x="12331727" y="0"/>
                  </a:lnTo>
                  <a:cubicBezTo>
                    <a:pt x="12400307" y="0"/>
                    <a:pt x="12456187" y="55880"/>
                    <a:pt x="12456187" y="124460"/>
                  </a:cubicBezTo>
                  <a:lnTo>
                    <a:pt x="12456187" y="5436648"/>
                  </a:lnTo>
                  <a:cubicBezTo>
                    <a:pt x="12456187" y="5505228"/>
                    <a:pt x="12400307" y="5561108"/>
                    <a:pt x="12331727" y="5561108"/>
                  </a:cubicBezTo>
                  <a:close/>
                </a:path>
              </a:pathLst>
            </a:custGeom>
            <a:solidFill>
              <a:srgbClr val="EDF0F2"/>
            </a:solidFill>
            <a:ln>
              <a:noFill/>
            </a:ln>
          </p:spPr>
          <p:txBody>
            <a:bodyPr spcFirstLastPara="1" wrap="square" lIns="45725" tIns="45725" rIns="45725" bIns="45725" anchor="t" anchorCtr="0">
              <a:noAutofit/>
            </a:bodyPr>
            <a:lstStyle/>
            <a:p>
              <a:pPr algn="just">
                <a:buClr>
                  <a:schemeClr val="dk1"/>
                </a:buClr>
                <a:buSzPts val="600"/>
              </a:pPr>
              <a:r>
                <a:rPr lang="fr" sz="1100">
                  <a:latin typeface="DM Sans"/>
                  <a:sym typeface="Calibri"/>
                </a:rPr>
                <a:t>Travail de recherche pendant la </a:t>
              </a:r>
              <a:r>
                <a:rPr lang="fr" sz="1100" err="1">
                  <a:latin typeface="DM Sans"/>
                  <a:sym typeface="Calibri"/>
                </a:rPr>
                <a:t>Masterclass</a:t>
              </a:r>
              <a:r>
                <a:rPr lang="fr" sz="1100">
                  <a:latin typeface="DM Sans"/>
                  <a:sym typeface="Calibri"/>
                </a:rPr>
                <a:t> : notez ici les réflexions issues de vos échanges avec les </a:t>
              </a:r>
              <a:r>
                <a:rPr lang="fr" sz="1100" err="1">
                  <a:latin typeface="DM Sans"/>
                  <a:sym typeface="Calibri"/>
                </a:rPr>
                <a:t>intervenant.e.s</a:t>
              </a:r>
              <a:r>
                <a:rPr lang="fr" sz="1100">
                  <a:latin typeface="DM Sans"/>
                  <a:sym typeface="Calibri"/>
                </a:rPr>
                <a:t>.  </a:t>
              </a:r>
              <a:endParaRPr lang="fr-FR" sz="1100">
                <a:latin typeface="DM Sans"/>
              </a:endParaRPr>
            </a:p>
          </p:txBody>
        </p:sp>
        <p:sp>
          <p:nvSpPr>
            <p:cNvPr id="212" name="Google Shape;212;p28"/>
            <p:cNvSpPr/>
            <p:nvPr/>
          </p:nvSpPr>
          <p:spPr>
            <a:xfrm>
              <a:off x="1079950" y="2372114"/>
              <a:ext cx="10695600" cy="72264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45725" tIns="45725" rIns="45725" bIns="45725" anchor="t" anchorCtr="0">
              <a:noAutofit/>
            </a:bodyPr>
            <a:lstStyle/>
            <a:p>
              <a:pPr marL="0" marR="0" lvl="0" indent="0" algn="just" rtl="0">
                <a:lnSpc>
                  <a:spcPct val="119958"/>
                </a:lnSpc>
                <a:spcBef>
                  <a:spcPts val="0"/>
                </a:spcBef>
                <a:spcAft>
                  <a:spcPts val="0"/>
                </a:spcAft>
                <a:buClr>
                  <a:srgbClr val="000000"/>
                </a:buClr>
                <a:buSzPts val="1200"/>
                <a:buFont typeface="Arial"/>
                <a:buNone/>
              </a:pPr>
              <a:endParaRPr lang="fr-FR" sz="1200" b="0" i="0" u="none" strike="noStrike" cap="none">
                <a:solidFill>
                  <a:schemeClr val="dk1"/>
                </a:solidFill>
                <a:latin typeface="DM Sans"/>
                <a:ea typeface="DM Sans"/>
                <a:cs typeface="DM Sans"/>
              </a:endParaRPr>
            </a:p>
            <a:p>
              <a:pPr marL="266700" indent="-228600" algn="just">
                <a:lnSpc>
                  <a:spcPct val="119958"/>
                </a:lnSpc>
                <a:buClr>
                  <a:schemeClr val="dk1"/>
                </a:buClr>
                <a:buSzPts val="1200"/>
                <a:buAutoNum type="arabicParenR"/>
              </a:pPr>
              <a:r>
                <a:rPr lang="fr-FR" sz="1200">
                  <a:solidFill>
                    <a:schemeClr val="dk1"/>
                  </a:solidFill>
                  <a:latin typeface="DM Sans"/>
                  <a:sym typeface="DM Sans"/>
                </a:rPr>
                <a:t>En quoi l'expérience des intervenants vous inspire dans votre projet ou dans vos aspirations professionnelles futures ?</a:t>
              </a:r>
              <a:endParaRPr lang="fr-FR" sz="1200">
                <a:solidFill>
                  <a:schemeClr val="dk1"/>
                </a:solidFill>
                <a:latin typeface="DM Sans"/>
              </a:endParaRPr>
            </a:p>
            <a:p>
              <a:pPr marL="266700" indent="-228600" algn="just">
                <a:lnSpc>
                  <a:spcPct val="119958"/>
                </a:lnSpc>
                <a:buClr>
                  <a:srgbClr val="4285F4"/>
                </a:buClr>
                <a:buSzPts val="1200"/>
                <a:buAutoNum type="arabicParenR"/>
              </a:pPr>
              <a:endParaRPr lang="fr-FR" sz="1200">
                <a:solidFill>
                  <a:schemeClr val="dk1"/>
                </a:solidFill>
                <a:latin typeface="DM Sans"/>
              </a:endParaRPr>
            </a:p>
            <a:p>
              <a:pPr marL="266700" indent="-228600" algn="just">
                <a:lnSpc>
                  <a:spcPct val="119958"/>
                </a:lnSpc>
                <a:buClr>
                  <a:srgbClr val="4285F4"/>
                </a:buClr>
                <a:buSzPts val="1200"/>
                <a:buAutoNum type="arabicParenR"/>
              </a:pPr>
              <a:endParaRPr lang="fr-FR" sz="1200">
                <a:solidFill>
                  <a:schemeClr val="dk1"/>
                </a:solidFill>
                <a:latin typeface="DM Sans"/>
              </a:endParaRPr>
            </a:p>
            <a:p>
              <a:pPr marL="38100" algn="just">
                <a:lnSpc>
                  <a:spcPct val="119958"/>
                </a:lnSpc>
              </a:pPr>
              <a:r>
                <a:rPr lang="fr-FR" sz="1200"/>
                <a:t>Ces témoignages nous rappellent que nous avons un vrai pouvoir de décision dans notre orientation professionnelle. On peut choisir de s’investir dans des projets qui ont du sens, même si cela sort des chemins “classiques”. Ces choix peuvent paraître plus difficiles, mais ils semblent aussi plus alignés avec les enjeux actuels.</a:t>
              </a:r>
              <a:endParaRPr lang="fr-FR"/>
            </a:p>
            <a:p>
              <a:pPr marL="228600" marR="0" lvl="0" indent="-228600" algn="just" rtl="0">
                <a:lnSpc>
                  <a:spcPct val="119958"/>
                </a:lnSpc>
                <a:spcBef>
                  <a:spcPts val="0"/>
                </a:spcBef>
                <a:spcAft>
                  <a:spcPts val="0"/>
                </a:spcAft>
                <a:buClr>
                  <a:srgbClr val="000000"/>
                </a:buClr>
                <a:buSzPts val="1200"/>
                <a:buAutoNum type="arabicParenR"/>
              </a:pPr>
              <a:endParaRPr lang="fr-FR" sz="1200" b="0" i="0" u="none" strike="noStrike" cap="none">
                <a:solidFill>
                  <a:schemeClr val="dk1"/>
                </a:solidFill>
                <a:latin typeface="DM Sans"/>
                <a:ea typeface="DM Sans"/>
                <a:cs typeface="DM Sans"/>
              </a:endParaRPr>
            </a:p>
            <a:p>
              <a:pPr marL="228600" indent="-228600" algn="just">
                <a:lnSpc>
                  <a:spcPct val="119958"/>
                </a:lnSpc>
                <a:buSzPts val="1200"/>
                <a:buAutoNum type="arabicParenR"/>
              </a:pPr>
              <a:endParaRPr lang="fr-FR" sz="1200">
                <a:solidFill>
                  <a:schemeClr val="dk1"/>
                </a:solidFill>
                <a:latin typeface="DM Sans"/>
                <a:ea typeface="DM Sans"/>
                <a:cs typeface="DM Sans"/>
                <a:sym typeface="DM Sans"/>
              </a:endParaRPr>
            </a:p>
            <a:p>
              <a:pPr marL="228600" indent="-228600" algn="just">
                <a:lnSpc>
                  <a:spcPct val="119958"/>
                </a:lnSpc>
                <a:buSzPts val="1200"/>
                <a:buAutoNum type="arabicParenR"/>
              </a:pPr>
              <a:endParaRPr lang="fr-FR" sz="1200">
                <a:solidFill>
                  <a:schemeClr val="dk1"/>
                </a:solidFill>
                <a:latin typeface="DM Sans"/>
                <a:ea typeface="DM Sans"/>
                <a:cs typeface="DM Sans"/>
                <a:sym typeface="DM Sans"/>
              </a:endParaRPr>
            </a:p>
            <a:p>
              <a:pPr marL="228600" indent="-228600" algn="just">
                <a:lnSpc>
                  <a:spcPct val="119958"/>
                </a:lnSpc>
                <a:buSzPts val="1200"/>
                <a:buAutoNum type="arabicParenR"/>
              </a:pPr>
              <a:endParaRPr lang="fr-FR" sz="1200">
                <a:solidFill>
                  <a:schemeClr val="dk1"/>
                </a:solidFill>
                <a:latin typeface="DM Sans"/>
                <a:ea typeface="DM Sans"/>
                <a:cs typeface="DM Sans"/>
              </a:endParaRPr>
            </a:p>
            <a:p>
              <a:pPr marL="228600" indent="-228600" algn="just">
                <a:lnSpc>
                  <a:spcPct val="119958"/>
                </a:lnSpc>
                <a:buSzPts val="1200"/>
                <a:buAutoNum type="arabicParenR"/>
              </a:pPr>
              <a:endParaRPr lang="fr-FR" sz="1200">
                <a:solidFill>
                  <a:schemeClr val="dk1"/>
                </a:solidFill>
                <a:latin typeface="DM Sans"/>
                <a:ea typeface="DM Sans"/>
                <a:cs typeface="DM Sans"/>
                <a:sym typeface="DM Sans"/>
              </a:endParaRPr>
            </a:p>
            <a:p>
              <a:pPr marL="228600" indent="-228600" algn="just">
                <a:lnSpc>
                  <a:spcPct val="119958"/>
                </a:lnSpc>
                <a:buSzPts val="1200"/>
                <a:buFont typeface="Arial"/>
                <a:buAutoNum type="arabicParenR"/>
              </a:pPr>
              <a:endParaRPr lang="fr-FR" sz="1200" b="0" i="0" u="none" strike="noStrike" cap="none">
                <a:solidFill>
                  <a:schemeClr val="dk1"/>
                </a:solidFill>
                <a:latin typeface="DM Sans"/>
                <a:ea typeface="DM Sans"/>
                <a:cs typeface="DM Sans"/>
              </a:endParaRPr>
            </a:p>
            <a:p>
              <a:pPr marL="228600" marR="0" lvl="0" indent="-228600" algn="just" rtl="0">
                <a:lnSpc>
                  <a:spcPct val="119958"/>
                </a:lnSpc>
                <a:spcBef>
                  <a:spcPts val="0"/>
                </a:spcBef>
                <a:spcAft>
                  <a:spcPts val="0"/>
                </a:spcAft>
                <a:buClr>
                  <a:srgbClr val="000000"/>
                </a:buClr>
                <a:buSzPts val="1200"/>
                <a:buAutoNum type="arabicParenR"/>
              </a:pPr>
              <a:endParaRPr lang="fr-FR" sz="1200" b="0" i="0" u="none" strike="noStrike" cap="none">
                <a:solidFill>
                  <a:schemeClr val="dk1"/>
                </a:solidFill>
                <a:latin typeface="DM Sans"/>
                <a:ea typeface="DM Sans"/>
                <a:cs typeface="DM Sans"/>
              </a:endParaRPr>
            </a:p>
            <a:p>
              <a:pPr marL="228600" indent="-228600" algn="just">
                <a:lnSpc>
                  <a:spcPct val="119958"/>
                </a:lnSpc>
                <a:buSzPts val="1200"/>
                <a:buAutoNum type="arabicParenR"/>
              </a:pPr>
              <a:endParaRPr lang="fr-FR" sz="1200" b="0" i="0" u="none" strike="noStrike" cap="none">
                <a:solidFill>
                  <a:schemeClr val="dk1"/>
                </a:solidFill>
                <a:latin typeface="DM Sans"/>
                <a:ea typeface="DM Sans"/>
                <a:cs typeface="DM Sans"/>
              </a:endParaRPr>
            </a:p>
            <a:p>
              <a:pPr marL="0" marR="0" lvl="0" indent="0" algn="just" rtl="0">
                <a:lnSpc>
                  <a:spcPct val="119958"/>
                </a:lnSpc>
                <a:spcBef>
                  <a:spcPts val="0"/>
                </a:spcBef>
                <a:spcAft>
                  <a:spcPts val="0"/>
                </a:spcAft>
                <a:buClr>
                  <a:srgbClr val="000000"/>
                </a:buClr>
                <a:buSzPts val="1200"/>
                <a:buFont typeface="Arial"/>
                <a:buNone/>
              </a:pPr>
              <a:endParaRPr lang="fr-FR" sz="1200" b="0" i="0" u="none" strike="noStrike" cap="none">
                <a:solidFill>
                  <a:schemeClr val="dk1"/>
                </a:solidFill>
                <a:latin typeface="DM Sans"/>
                <a:ea typeface="DM Sans"/>
                <a:cs typeface="DM Sans"/>
              </a:endParaRPr>
            </a:p>
            <a:p>
              <a:pPr algn="just">
                <a:lnSpc>
                  <a:spcPct val="119958"/>
                </a:lnSpc>
                <a:buSzPts val="1200"/>
              </a:pPr>
              <a:endParaRPr lang="fr-FR" sz="1200">
                <a:solidFill>
                  <a:schemeClr val="dk1"/>
                </a:solidFill>
                <a:latin typeface="DM Sans"/>
                <a:ea typeface="DM Sans"/>
                <a:cs typeface="DM Sans"/>
                <a:sym typeface="DM Sans"/>
              </a:endParaRPr>
            </a:p>
            <a:p>
              <a:pPr marL="0" marR="0" lvl="0" indent="0" algn="just" rtl="0">
                <a:lnSpc>
                  <a:spcPct val="119958"/>
                </a:lnSpc>
                <a:spcBef>
                  <a:spcPts val="0"/>
                </a:spcBef>
                <a:spcAft>
                  <a:spcPts val="0"/>
                </a:spcAft>
                <a:buClr>
                  <a:srgbClr val="000000"/>
                </a:buClr>
                <a:buSzPts val="1200"/>
                <a:buFont typeface="Arial"/>
                <a:buNone/>
              </a:pPr>
              <a:r>
                <a:rPr lang="fr-FR" sz="1200" b="0" i="0" u="none" strike="noStrike" cap="none">
                  <a:solidFill>
                    <a:schemeClr val="dk1"/>
                  </a:solidFill>
                  <a:latin typeface="DM Sans"/>
                  <a:ea typeface="DM Sans"/>
                  <a:cs typeface="DM Sans"/>
                  <a:sym typeface="DM Sans"/>
                </a:rPr>
                <a:t>…</a:t>
              </a:r>
              <a:endParaRPr sz="1200" b="0" i="0" u="none" strike="noStrike" cap="none">
                <a:solidFill>
                  <a:schemeClr val="dk1"/>
                </a:solidFill>
                <a:latin typeface="DM Sans"/>
                <a:ea typeface="DM Sans"/>
                <a:cs typeface="DM Sans"/>
              </a:endParaRPr>
            </a:p>
          </p:txBody>
        </p:sp>
      </p:grpSp>
      <p:grpSp>
        <p:nvGrpSpPr>
          <p:cNvPr id="213" name="Google Shape;213;p28"/>
          <p:cNvGrpSpPr/>
          <p:nvPr/>
        </p:nvGrpSpPr>
        <p:grpSpPr>
          <a:xfrm>
            <a:off x="6014710" y="213747"/>
            <a:ext cx="2940548" cy="483380"/>
            <a:chOff x="12078870" y="1545119"/>
            <a:chExt cx="5881096" cy="966761"/>
          </a:xfrm>
        </p:grpSpPr>
        <p:sp>
          <p:nvSpPr>
            <p:cNvPr id="214" name="Google Shape;214;p28"/>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215" name="Google Shape;215;p28"/>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216" name="Google Shape;216;p28"/>
          <p:cNvSpPr txBox="1"/>
          <p:nvPr/>
        </p:nvSpPr>
        <p:spPr>
          <a:xfrm>
            <a:off x="185825" y="175650"/>
            <a:ext cx="6379500" cy="40626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400"/>
              <a:buFont typeface="Arial"/>
              <a:buNone/>
            </a:pPr>
            <a:r>
              <a:rPr lang="fr" sz="2400" b="1" i="0" u="none" strike="noStrike" cap="none">
                <a:solidFill>
                  <a:schemeClr val="dk1"/>
                </a:solidFill>
                <a:latin typeface="DM Sans"/>
                <a:ea typeface="DM Sans"/>
                <a:cs typeface="DM Sans"/>
                <a:sym typeface="DM Sans"/>
              </a:rPr>
              <a:t>Masterclass #7</a:t>
            </a:r>
            <a:endParaRPr sz="2400" b="1" i="0" u="none" strike="noStrike" cap="none">
              <a:solidFill>
                <a:srgbClr val="000000"/>
              </a:solidFill>
              <a:latin typeface="DM Sans"/>
              <a:ea typeface="DM Sans"/>
              <a:cs typeface="DM Sans"/>
              <a:sym typeface="DM Sans"/>
            </a:endParaRPr>
          </a:p>
        </p:txBody>
      </p:sp>
      <p:pic>
        <p:nvPicPr>
          <p:cNvPr id="2" name="Image 3">
            <a:extLst>
              <a:ext uri="{FF2B5EF4-FFF2-40B4-BE49-F238E27FC236}">
                <a16:creationId xmlns:a16="http://schemas.microsoft.com/office/drawing/2014/main" id="{5CB24B97-5305-09A3-EBF2-563217557751}"/>
              </a:ext>
            </a:extLst>
          </p:cNvPr>
          <p:cNvPicPr>
            <a:picLocks noChangeAspect="1"/>
          </p:cNvPicPr>
          <p:nvPr/>
        </p:nvPicPr>
        <p:blipFill>
          <a:blip r:embed="rId4"/>
          <a:stretch>
            <a:fillRect/>
          </a:stretch>
        </p:blipFill>
        <p:spPr>
          <a:xfrm>
            <a:off x="6715665" y="1426593"/>
            <a:ext cx="2743200" cy="2743200"/>
          </a:xfrm>
          <a:prstGeom prst="rect">
            <a:avLst/>
          </a:prstGeom>
        </p:spPr>
      </p:pic>
      <p:sp>
        <p:nvSpPr>
          <p:cNvPr id="3" name="Espace réservé du numéro de diapositive 2">
            <a:extLst>
              <a:ext uri="{FF2B5EF4-FFF2-40B4-BE49-F238E27FC236}">
                <a16:creationId xmlns:a16="http://schemas.microsoft.com/office/drawing/2014/main" id="{61BEE102-ACE1-4AA9-8593-5443E093ECF1}"/>
              </a:ext>
            </a:extLst>
          </p:cNvPr>
          <p:cNvSpPr>
            <a:spLocks noGrp="1"/>
          </p:cNvSpPr>
          <p:nvPr>
            <p:ph type="sldNum" idx="12"/>
          </p:nvPr>
        </p:nvSpPr>
        <p:spPr/>
        <p:txBody>
          <a:bodyPr/>
          <a:lstStyle/>
          <a:p>
            <a:fld id="{00000000-1234-1234-1234-123412341234}" type="slidenum">
              <a:rPr lang="fr"/>
              <a:t>42</a:t>
            </a:fld>
            <a:endParaRPr lang="fr-FR"/>
          </a:p>
        </p:txBody>
      </p:sp>
    </p:spTree>
    <p:extLst>
      <p:ext uri="{BB962C8B-B14F-4D97-AF65-F5344CB8AC3E}">
        <p14:creationId xmlns:p14="http://schemas.microsoft.com/office/powerpoint/2010/main" val="39391228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48"/>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fr"/>
              <a:t>3. LE PROJET</a:t>
            </a:r>
            <a:endParaRPr/>
          </a:p>
        </p:txBody>
      </p:sp>
      <p:sp>
        <p:nvSpPr>
          <p:cNvPr id="3" name="Espace réservé du numéro de diapositive 2">
            <a:extLst>
              <a:ext uri="{FF2B5EF4-FFF2-40B4-BE49-F238E27FC236}">
                <a16:creationId xmlns:a16="http://schemas.microsoft.com/office/drawing/2014/main" id="{D6729101-822D-81F9-566C-8CDB6E171230}"/>
              </a:ext>
            </a:extLst>
          </p:cNvPr>
          <p:cNvSpPr>
            <a:spLocks noGrp="1"/>
          </p:cNvSpPr>
          <p:nvPr>
            <p:ph type="sldNum" idx="12"/>
          </p:nvPr>
        </p:nvSpPr>
        <p:spPr/>
        <p:txBody>
          <a:bodyPr/>
          <a:lstStyle/>
          <a:p>
            <a:fld id="{00000000-1234-1234-1234-123412341234}" type="slidenum">
              <a:rPr lang="fr"/>
              <a:t>43</a:t>
            </a:fld>
            <a:endParaRPr lang="fr-F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49"/>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fr"/>
              <a:t>Cadre pédagogique du Projet</a:t>
            </a:r>
            <a:endParaRPr/>
          </a:p>
        </p:txBody>
      </p:sp>
      <p:sp>
        <p:nvSpPr>
          <p:cNvPr id="428" name="Google Shape;428;p49"/>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rmAutofit/>
          </a:bodyPr>
          <a:lstStyle/>
          <a:p>
            <a:pPr marL="0" indent="0">
              <a:buNone/>
            </a:pPr>
            <a:r>
              <a:rPr lang="fr">
                <a:latin typeface="DM Sans"/>
              </a:rPr>
              <a:t>Vous trouverez dans le </a:t>
            </a:r>
            <a:r>
              <a:rPr lang="fr" b="1">
                <a:latin typeface="DM Sans"/>
              </a:rPr>
              <a:t>Livret Pédagogique</a:t>
            </a:r>
            <a:r>
              <a:rPr lang="fr">
                <a:latin typeface="DM Sans"/>
              </a:rPr>
              <a:t> tout ce qu'il faut savoir pour réaliser votre Projet : </a:t>
            </a:r>
            <a:endParaRPr lang="fr-FR">
              <a:latin typeface="DM Sans"/>
            </a:endParaRPr>
          </a:p>
          <a:p>
            <a:pPr marL="0" indent="0">
              <a:lnSpc>
                <a:spcPct val="114999"/>
              </a:lnSpc>
              <a:buNone/>
            </a:pPr>
            <a:endParaRPr lang="fr">
              <a:latin typeface="DM Sans"/>
            </a:endParaRPr>
          </a:p>
          <a:p>
            <a:pPr lvl="1">
              <a:lnSpc>
                <a:spcPct val="114999"/>
              </a:lnSpc>
              <a:buSzPts val="1800"/>
            </a:pPr>
            <a:r>
              <a:rPr lang="fr" sz="1600">
                <a:latin typeface="DM Sans"/>
              </a:rPr>
              <a:t>Les consignes</a:t>
            </a:r>
          </a:p>
          <a:p>
            <a:pPr lvl="1">
              <a:lnSpc>
                <a:spcPct val="114999"/>
              </a:lnSpc>
              <a:buSzPts val="1800"/>
            </a:pPr>
            <a:r>
              <a:rPr lang="fr" sz="1600">
                <a:latin typeface="DM Sans"/>
              </a:rPr>
              <a:t>Des outils et des méthodes de travail</a:t>
            </a:r>
          </a:p>
          <a:p>
            <a:pPr lvl="1">
              <a:lnSpc>
                <a:spcPct val="114999"/>
              </a:lnSpc>
            </a:pPr>
            <a:r>
              <a:rPr lang="fr" sz="1600">
                <a:latin typeface="DM Sans"/>
              </a:rPr>
              <a:t>Les objectifs d'apprentissage</a:t>
            </a:r>
          </a:p>
          <a:p>
            <a:pPr lvl="1">
              <a:lnSpc>
                <a:spcPct val="114999"/>
              </a:lnSpc>
            </a:pPr>
            <a:r>
              <a:rPr lang="fr" sz="1600">
                <a:latin typeface="DM Sans"/>
              </a:rPr>
              <a:t>Les attendus et l'évaluation pour les différents livrables</a:t>
            </a:r>
          </a:p>
          <a:p>
            <a:pPr lvl="1">
              <a:lnSpc>
                <a:spcPct val="114999"/>
              </a:lnSpc>
            </a:pPr>
            <a:endParaRPr lang="fr">
              <a:latin typeface="DM Sans"/>
            </a:endParaRPr>
          </a:p>
          <a:p>
            <a:pPr marL="0" lvl="0" indent="0" algn="l" rtl="0">
              <a:spcBef>
                <a:spcPts val="1200"/>
              </a:spcBef>
              <a:spcAft>
                <a:spcPts val="0"/>
              </a:spcAft>
              <a:buNone/>
            </a:pPr>
            <a:endParaRPr lang="fr">
              <a:latin typeface="DM Sans"/>
            </a:endParaRPr>
          </a:p>
        </p:txBody>
      </p:sp>
      <p:sp>
        <p:nvSpPr>
          <p:cNvPr id="3" name="Espace réservé du numéro de diapositive 2">
            <a:extLst>
              <a:ext uri="{FF2B5EF4-FFF2-40B4-BE49-F238E27FC236}">
                <a16:creationId xmlns:a16="http://schemas.microsoft.com/office/drawing/2014/main" id="{BB75F756-D963-D6C5-3070-216C51788F98}"/>
              </a:ext>
            </a:extLst>
          </p:cNvPr>
          <p:cNvSpPr>
            <a:spLocks noGrp="1"/>
          </p:cNvSpPr>
          <p:nvPr>
            <p:ph type="sldNum" idx="12"/>
          </p:nvPr>
        </p:nvSpPr>
        <p:spPr/>
        <p:txBody>
          <a:bodyPr/>
          <a:lstStyle/>
          <a:p>
            <a:fld id="{00000000-1234-1234-1234-123412341234}" type="slidenum">
              <a:rPr lang="fr"/>
              <a:t>44</a:t>
            </a:fld>
            <a:endParaRPr lang="fr-F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g16f7bfc8ce9_0_72"/>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rmAutofit/>
          </a:bodyPr>
          <a:lstStyle/>
          <a:p>
            <a:pPr>
              <a:buSzPts val="3200"/>
            </a:pPr>
            <a:r>
              <a:rPr lang="fr-FR" sz="3200"/>
              <a:t>Choix du Projet</a:t>
            </a:r>
          </a:p>
        </p:txBody>
      </p:sp>
      <p:sp>
        <p:nvSpPr>
          <p:cNvPr id="144" name="Google Shape;144;g16f7bfc8ce9_0_72"/>
          <p:cNvSpPr txBox="1">
            <a:spLocks noGrp="1"/>
          </p:cNvSpPr>
          <p:nvPr>
            <p:ph type="sldNum" idx="12"/>
          </p:nvPr>
        </p:nvSpPr>
        <p:spPr>
          <a:xfrm>
            <a:off x="8523542" y="4695623"/>
            <a:ext cx="548700" cy="393600"/>
          </a:xfrm>
          <a:prstGeom prst="rect">
            <a:avLst/>
          </a:prstGeom>
          <a:noFill/>
          <a:ln>
            <a:noFill/>
          </a:ln>
        </p:spPr>
        <p:txBody>
          <a:bodyPr spcFirstLastPara="1" wrap="square" lIns="45713" tIns="45713" rIns="45713" bIns="45713" anchor="ctr" anchorCtr="0">
            <a:normAutofit/>
          </a:bodyPr>
          <a:lstStyle/>
          <a:p>
            <a:fld id="{00000000-1234-1234-1234-123412341234}" type="slidenum">
              <a:rPr lang="en-US"/>
              <a:pPr/>
              <a:t>45</a:t>
            </a:fld>
            <a:endParaRPr/>
          </a:p>
        </p:txBody>
      </p:sp>
      <p:sp>
        <p:nvSpPr>
          <p:cNvPr id="145" name="Google Shape;145;g16f7bfc8ce9_0_72"/>
          <p:cNvSpPr txBox="1"/>
          <p:nvPr/>
        </p:nvSpPr>
        <p:spPr>
          <a:xfrm>
            <a:off x="329400" y="1809069"/>
            <a:ext cx="8239200" cy="2930033"/>
          </a:xfrm>
          <a:prstGeom prst="rect">
            <a:avLst/>
          </a:prstGeom>
          <a:noFill/>
          <a:ln>
            <a:noFill/>
          </a:ln>
        </p:spPr>
        <p:txBody>
          <a:bodyPr spcFirstLastPara="1" wrap="square" lIns="0" tIns="0" rIns="0" bIns="0" anchor="t" anchorCtr="0">
            <a:spAutoFit/>
          </a:bodyPr>
          <a:lstStyle/>
          <a:p>
            <a:pPr algn="just">
              <a:lnSpc>
                <a:spcPct val="115000"/>
              </a:lnSpc>
              <a:buSzPts val="2164"/>
            </a:pPr>
            <a:r>
              <a:rPr lang="fr-FR" sz="1200">
                <a:solidFill>
                  <a:schemeClr val="dk2"/>
                </a:solidFill>
                <a:latin typeface="DM Sans"/>
                <a:ea typeface="DM Sans"/>
                <a:cs typeface="DM Sans"/>
                <a:sym typeface="DM Sans"/>
              </a:rPr>
              <a:t>Vous allez devoir choisir en équipe un sujet de Projet parmi les sujets proposés dans la liste « Choix sujets PréING1.xls » sur la classe TEAMS  </a:t>
            </a:r>
            <a:r>
              <a:rPr lang="fr-FR" sz="1200" b="1">
                <a:solidFill>
                  <a:schemeClr val="dk2"/>
                </a:solidFill>
                <a:latin typeface="DM Sans"/>
                <a:ea typeface="DM Sans"/>
                <a:cs typeface="DM Sans"/>
                <a:sym typeface="DM Sans"/>
              </a:rPr>
              <a:t>« All </a:t>
            </a:r>
            <a:r>
              <a:rPr lang="fr-FR" sz="1200" b="1" err="1">
                <a:solidFill>
                  <a:schemeClr val="dk2"/>
                </a:solidFill>
                <a:latin typeface="DM Sans"/>
                <a:ea typeface="DM Sans"/>
                <a:cs typeface="DM Sans"/>
                <a:sym typeface="DM Sans"/>
              </a:rPr>
              <a:t>Aboard</a:t>
            </a:r>
            <a:r>
              <a:rPr lang="fr-FR" sz="1200" b="1">
                <a:solidFill>
                  <a:schemeClr val="dk2"/>
                </a:solidFill>
                <a:latin typeface="DM Sans"/>
                <a:ea typeface="DM Sans"/>
                <a:cs typeface="DM Sans"/>
                <a:sym typeface="DM Sans"/>
              </a:rPr>
              <a:t> PréING1 24/25 »</a:t>
            </a:r>
            <a:endParaRPr lang="fr-FR" sz="1200" b="1">
              <a:highlight>
                <a:srgbClr val="FFFF00"/>
              </a:highlight>
              <a:ea typeface="DM Sans"/>
              <a:cs typeface="DM Sans"/>
              <a:sym typeface="DM Sans"/>
            </a:endParaRPr>
          </a:p>
          <a:p>
            <a:pPr algn="just">
              <a:lnSpc>
                <a:spcPct val="114999"/>
              </a:lnSpc>
              <a:buSzPts val="2164"/>
            </a:pPr>
            <a:r>
              <a:rPr lang="fr-FR" sz="1200" b="1">
                <a:solidFill>
                  <a:schemeClr val="dk2"/>
                </a:solidFill>
                <a:latin typeface="DM Sans"/>
                <a:ea typeface="DM Sans"/>
                <a:cs typeface="DM Sans"/>
                <a:sym typeface="DM Sans"/>
              </a:rPr>
              <a:t>Vous devez avoir choisi et communiqué votre sujet de Projet </a:t>
            </a:r>
            <a:r>
              <a:rPr lang="fr-FR" sz="1200" b="1" u="sng">
                <a:solidFill>
                  <a:schemeClr val="dk1"/>
                </a:solidFill>
                <a:latin typeface="DM Sans"/>
                <a:ea typeface="DM Sans"/>
                <a:cs typeface="DM Sans"/>
                <a:sym typeface="DM Sans"/>
              </a:rPr>
              <a:t>avant le 11/10/2024 !</a:t>
            </a:r>
            <a:r>
              <a:rPr lang="fr-FR" sz="1200">
                <a:solidFill>
                  <a:schemeClr val="dk2"/>
                </a:solidFill>
                <a:latin typeface="DM Sans"/>
                <a:ea typeface="DM Sans"/>
                <a:cs typeface="DM Sans"/>
                <a:sym typeface="DM Sans"/>
              </a:rPr>
              <a:t> </a:t>
            </a:r>
            <a:endParaRPr lang="fr-FR" sz="1200">
              <a:solidFill>
                <a:schemeClr val="dk2"/>
              </a:solidFill>
              <a:highlight>
                <a:srgbClr val="FFFF00"/>
              </a:highlight>
              <a:latin typeface="DM Sans"/>
              <a:ea typeface="DM Sans"/>
              <a:cs typeface="DM Sans"/>
            </a:endParaRPr>
          </a:p>
          <a:p>
            <a:pPr algn="just">
              <a:lnSpc>
                <a:spcPct val="150000"/>
              </a:lnSpc>
              <a:buSzPts val="2164"/>
            </a:pPr>
            <a:endParaRPr lang="fr-FR" sz="1200">
              <a:solidFill>
                <a:schemeClr val="dk2"/>
              </a:solidFill>
              <a:latin typeface="DM Sans"/>
              <a:ea typeface="DM Sans"/>
              <a:cs typeface="DM Sans"/>
            </a:endParaRPr>
          </a:p>
          <a:p>
            <a:pPr algn="just">
              <a:lnSpc>
                <a:spcPct val="150000"/>
              </a:lnSpc>
              <a:buSzPts val="2164"/>
            </a:pPr>
            <a:r>
              <a:rPr lang="fr-FR" sz="1200">
                <a:solidFill>
                  <a:schemeClr val="dk2"/>
                </a:solidFill>
                <a:latin typeface="DM Sans"/>
                <a:ea typeface="DM Sans"/>
                <a:cs typeface="DM Sans"/>
              </a:rPr>
              <a:t>Si vous le souhaitez, vous pouvez également définir vous-mêmes votre Projet en équipe.</a:t>
            </a:r>
          </a:p>
          <a:p>
            <a:pPr algn="just">
              <a:lnSpc>
                <a:spcPct val="150000"/>
              </a:lnSpc>
              <a:buSzPts val="2164"/>
            </a:pPr>
            <a:r>
              <a:rPr lang="fr-FR" sz="1200">
                <a:solidFill>
                  <a:schemeClr val="dk2"/>
                </a:solidFill>
                <a:latin typeface="DM Sans"/>
                <a:ea typeface="DM Sans"/>
                <a:cs typeface="DM Sans"/>
              </a:rPr>
              <a:t>Pour cela, vous</a:t>
            </a:r>
            <a:r>
              <a:rPr lang="fr-FR" sz="1200">
                <a:solidFill>
                  <a:schemeClr val="dk2"/>
                </a:solidFill>
                <a:latin typeface="DM Sans"/>
                <a:ea typeface="DM Sans"/>
                <a:cs typeface="DM Sans"/>
                <a:sym typeface="DM Sans"/>
              </a:rPr>
              <a:t> devez obligatoirement répondre aux questions suivantes (sur le modèle des sujets proposés dans la liste) et nous les communiquer </a:t>
            </a:r>
            <a:r>
              <a:rPr lang="fr-FR" sz="1200" b="1">
                <a:solidFill>
                  <a:schemeClr val="dk1"/>
                </a:solidFill>
                <a:latin typeface="DM Sans"/>
                <a:ea typeface="DM Sans"/>
                <a:sym typeface="DM Sans"/>
              </a:rPr>
              <a:t>avant le 07/10/2024 !</a:t>
            </a:r>
            <a:r>
              <a:rPr lang="fr-FR" sz="1200">
                <a:solidFill>
                  <a:schemeClr val="dk2"/>
                </a:solidFill>
                <a:latin typeface="DM Sans"/>
                <a:ea typeface="DM Sans"/>
                <a:sym typeface="DM Sans"/>
              </a:rPr>
              <a:t> </a:t>
            </a:r>
            <a:endParaRPr lang="fr-FR" sz="1200">
              <a:solidFill>
                <a:schemeClr val="dk2"/>
              </a:solidFill>
              <a:latin typeface="DM Sans"/>
              <a:ea typeface="DM Sans"/>
            </a:endParaRPr>
          </a:p>
          <a:p>
            <a:pPr algn="just">
              <a:lnSpc>
                <a:spcPct val="150000"/>
              </a:lnSpc>
              <a:buSzPts val="2164"/>
            </a:pPr>
            <a:endParaRPr lang="fr-FR" sz="1200">
              <a:solidFill>
                <a:schemeClr val="dk2"/>
              </a:solidFill>
              <a:ea typeface="DM Sans"/>
            </a:endParaRPr>
          </a:p>
          <a:p>
            <a:pPr marL="660400" indent="-203200">
              <a:lnSpc>
                <a:spcPct val="114999"/>
              </a:lnSpc>
              <a:buClr>
                <a:srgbClr val="4285F4"/>
              </a:buClr>
              <a:buSzPts val="2800"/>
              <a:buFont typeface="Arial"/>
              <a:buChar char="○"/>
            </a:pPr>
            <a:endParaRPr lang="fr-FR" sz="1200">
              <a:solidFill>
                <a:schemeClr val="dk2"/>
              </a:solidFill>
              <a:latin typeface="DM Sans"/>
              <a:ea typeface="DM Sans"/>
              <a:cs typeface="DM Sans"/>
            </a:endParaRPr>
          </a:p>
          <a:p>
            <a:pPr>
              <a:lnSpc>
                <a:spcPct val="115000"/>
              </a:lnSpc>
            </a:pPr>
            <a:r>
              <a:rPr lang="fr-FR" sz="800">
                <a:solidFill>
                  <a:srgbClr val="4285F4"/>
                </a:solidFill>
                <a:highlight>
                  <a:srgbClr val="EDEBE9"/>
                </a:highlight>
                <a:latin typeface="DM Sans"/>
                <a:ea typeface="DM Sans"/>
                <a:cs typeface="DM Sans"/>
                <a:sym typeface="DM Sans"/>
              </a:rPr>
              <a:t>​</a:t>
            </a:r>
            <a:endParaRPr lang="fr-FR" sz="800">
              <a:solidFill>
                <a:srgbClr val="4285F4"/>
              </a:solidFill>
              <a:highlight>
                <a:srgbClr val="EDEBE9"/>
              </a:highlight>
              <a:latin typeface="DM Sans"/>
              <a:ea typeface="DM Sans"/>
              <a:cs typeface="DM Sans"/>
            </a:endParaRPr>
          </a:p>
          <a:p>
            <a:pPr algn="just">
              <a:lnSpc>
                <a:spcPct val="150000"/>
              </a:lnSpc>
              <a:buSzPts val="2164"/>
            </a:pPr>
            <a:endParaRPr lang="fr-FR" sz="1200">
              <a:solidFill>
                <a:schemeClr val="dk2"/>
              </a:solidFill>
              <a:latin typeface="DM Sans"/>
              <a:ea typeface="DM Sans"/>
              <a:cs typeface="DM Sans"/>
            </a:endParaRPr>
          </a:p>
          <a:p>
            <a:pPr algn="just">
              <a:lnSpc>
                <a:spcPct val="150000"/>
              </a:lnSpc>
              <a:buSzPts val="2164"/>
            </a:pPr>
            <a:endParaRPr lang="fr-FR" sz="1200">
              <a:solidFill>
                <a:schemeClr val="dk2"/>
              </a:solidFill>
              <a:latin typeface="DM Sans"/>
              <a:ea typeface="DM Sans"/>
              <a:cs typeface="DM Sans"/>
            </a:endParaRPr>
          </a:p>
        </p:txBody>
      </p:sp>
      <p:sp>
        <p:nvSpPr>
          <p:cNvPr id="2" name="ZoneTexte 1">
            <a:extLst>
              <a:ext uri="{FF2B5EF4-FFF2-40B4-BE49-F238E27FC236}">
                <a16:creationId xmlns:a16="http://schemas.microsoft.com/office/drawing/2014/main" id="{6289B4AA-0D65-4CEE-35DA-EDA36D240090}"/>
              </a:ext>
            </a:extLst>
          </p:cNvPr>
          <p:cNvSpPr txBox="1"/>
          <p:nvPr/>
        </p:nvSpPr>
        <p:spPr>
          <a:xfrm>
            <a:off x="138023" y="3824800"/>
            <a:ext cx="3827971" cy="1016112"/>
          </a:xfrm>
          <a:prstGeom prst="rect">
            <a:avLst/>
          </a:prstGeom>
          <a:noFill/>
        </p:spPr>
        <p:txBody>
          <a:bodyPr rot="0" spcFirstLastPara="0" vertOverflow="overflow" horzOverflow="overflow" vert="horz" wrap="square" lIns="45720" tIns="22860" rIns="45720" bIns="22860" numCol="1" spcCol="0" rtlCol="0" fromWordArt="0" anchor="t" anchorCtr="0" forceAA="0" compatLnSpc="1">
            <a:prstTxWarp prst="textNoShape">
              <a:avLst/>
            </a:prstTxWarp>
            <a:spAutoFit/>
          </a:bodyPr>
          <a:lstStyle/>
          <a:p>
            <a:pPr marL="660400" indent="-203200">
              <a:lnSpc>
                <a:spcPct val="114999"/>
              </a:lnSpc>
              <a:buFont typeface="Arial,Sans-Serif"/>
              <a:buChar char="○"/>
            </a:pPr>
            <a:r>
              <a:rPr lang="fr-FR" sz="1400">
                <a:solidFill>
                  <a:schemeClr val="dk2"/>
                </a:solidFill>
              </a:rPr>
              <a:t>Quelle est </a:t>
            </a:r>
            <a:r>
              <a:rPr lang="fr-FR" sz="1400" b="1" u="sng">
                <a:solidFill>
                  <a:schemeClr val="dk1"/>
                </a:solidFill>
              </a:rPr>
              <a:t>la thématique</a:t>
            </a:r>
            <a:r>
              <a:rPr lang="fr-FR" sz="1400">
                <a:solidFill>
                  <a:schemeClr val="dk2"/>
                </a:solidFill>
              </a:rPr>
              <a:t> principale de votre Projet ? </a:t>
            </a:r>
            <a:endParaRPr lang="fr-FR" sz="350">
              <a:solidFill>
                <a:schemeClr val="dk2"/>
              </a:solidFill>
            </a:endParaRPr>
          </a:p>
          <a:p>
            <a:pPr marL="660400" indent="-203200">
              <a:lnSpc>
                <a:spcPct val="114999"/>
              </a:lnSpc>
              <a:buFont typeface="Arial,Sans-Serif"/>
              <a:buChar char="○"/>
            </a:pPr>
            <a:endParaRPr lang="fr-FR" sz="1400"/>
          </a:p>
          <a:p>
            <a:pPr marL="660400" indent="-203200">
              <a:lnSpc>
                <a:spcPct val="114999"/>
              </a:lnSpc>
              <a:buFont typeface="Arial,Sans-Serif"/>
              <a:buChar char="○"/>
            </a:pPr>
            <a:r>
              <a:rPr lang="fr-FR" sz="1400">
                <a:solidFill>
                  <a:schemeClr val="dk2"/>
                </a:solidFill>
              </a:rPr>
              <a:t>Quel est </a:t>
            </a:r>
            <a:r>
              <a:rPr lang="fr-FR" sz="1400" b="1" u="sng">
                <a:solidFill>
                  <a:schemeClr val="dk1"/>
                </a:solidFill>
              </a:rPr>
              <a:t>le titre</a:t>
            </a:r>
            <a:r>
              <a:rPr lang="fr-FR" sz="1400">
                <a:solidFill>
                  <a:schemeClr val="dk2"/>
                </a:solidFill>
              </a:rPr>
              <a:t> de votre Projet ?</a:t>
            </a:r>
          </a:p>
        </p:txBody>
      </p:sp>
      <p:sp>
        <p:nvSpPr>
          <p:cNvPr id="3" name="ZoneTexte 2">
            <a:extLst>
              <a:ext uri="{FF2B5EF4-FFF2-40B4-BE49-F238E27FC236}">
                <a16:creationId xmlns:a16="http://schemas.microsoft.com/office/drawing/2014/main" id="{1597E82E-4091-94B0-DAAD-FAF1446DACDA}"/>
              </a:ext>
            </a:extLst>
          </p:cNvPr>
          <p:cNvSpPr txBox="1"/>
          <p:nvPr/>
        </p:nvSpPr>
        <p:spPr>
          <a:xfrm>
            <a:off x="4160089" y="3824800"/>
            <a:ext cx="4669047" cy="1016112"/>
          </a:xfrm>
          <a:prstGeom prst="rect">
            <a:avLst/>
          </a:prstGeom>
          <a:noFill/>
        </p:spPr>
        <p:txBody>
          <a:bodyPr rot="0" spcFirstLastPara="0" vertOverflow="overflow" horzOverflow="overflow" vert="horz" wrap="square" lIns="45720" tIns="22860" rIns="45720" bIns="22860" numCol="1" spcCol="0" rtlCol="0" fromWordArt="0" anchor="t" anchorCtr="0" forceAA="0" compatLnSpc="1">
            <a:prstTxWarp prst="textNoShape">
              <a:avLst/>
            </a:prstTxWarp>
            <a:spAutoFit/>
          </a:bodyPr>
          <a:lstStyle/>
          <a:p>
            <a:pPr marL="660400" indent="-203200">
              <a:lnSpc>
                <a:spcPct val="114999"/>
              </a:lnSpc>
              <a:buFont typeface="Arial,Sans-Serif"/>
              <a:buChar char="○"/>
            </a:pPr>
            <a:r>
              <a:rPr lang="fr-FR" sz="1400">
                <a:solidFill>
                  <a:schemeClr val="dk2"/>
                </a:solidFill>
              </a:rPr>
              <a:t>Quel est </a:t>
            </a:r>
            <a:r>
              <a:rPr lang="fr-FR" sz="1400" b="1" u="sng">
                <a:solidFill>
                  <a:schemeClr val="dk1"/>
                </a:solidFill>
              </a:rPr>
              <a:t>le territoire</a:t>
            </a:r>
            <a:r>
              <a:rPr lang="fr-FR" sz="1400">
                <a:solidFill>
                  <a:schemeClr val="dk2"/>
                </a:solidFill>
              </a:rPr>
              <a:t> concerné par votre Projet ? </a:t>
            </a:r>
            <a:endParaRPr lang="fr-FR" sz="350">
              <a:solidFill>
                <a:schemeClr val="dk2"/>
              </a:solidFill>
            </a:endParaRPr>
          </a:p>
          <a:p>
            <a:pPr marL="660400" indent="-203200">
              <a:lnSpc>
                <a:spcPct val="114999"/>
              </a:lnSpc>
              <a:buFont typeface="Arial,Sans-Serif"/>
              <a:buChar char="○"/>
            </a:pPr>
            <a:endParaRPr lang="fr-FR" sz="1400"/>
          </a:p>
          <a:p>
            <a:pPr marL="660400" indent="-203200">
              <a:lnSpc>
                <a:spcPct val="114999"/>
              </a:lnSpc>
              <a:buFont typeface="Arial,Sans-Serif"/>
              <a:buChar char="○"/>
            </a:pPr>
            <a:r>
              <a:rPr lang="fr-FR" sz="1400">
                <a:solidFill>
                  <a:schemeClr val="dk2"/>
                </a:solidFill>
              </a:rPr>
              <a:t>Quel est </a:t>
            </a:r>
            <a:r>
              <a:rPr lang="fr-FR" sz="1400" b="1" u="sng">
                <a:solidFill>
                  <a:schemeClr val="dk1"/>
                </a:solidFill>
              </a:rPr>
              <a:t>l'acteur</a:t>
            </a:r>
            <a:r>
              <a:rPr lang="fr-FR" sz="1400">
                <a:solidFill>
                  <a:schemeClr val="dk2"/>
                </a:solidFill>
              </a:rPr>
              <a:t> qui devrait selon vous s'occuper de réaliser ce Projet en réalité ? </a:t>
            </a:r>
          </a:p>
        </p:txBody>
      </p:sp>
    </p:spTree>
    <p:extLst>
      <p:ext uri="{BB962C8B-B14F-4D97-AF65-F5344CB8AC3E}">
        <p14:creationId xmlns:p14="http://schemas.microsoft.com/office/powerpoint/2010/main" val="18989507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50"/>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r>
              <a:rPr lang="fr"/>
              <a:t>Choix d'un sujet</a:t>
            </a:r>
            <a:endParaRPr/>
          </a:p>
        </p:txBody>
      </p:sp>
      <p:sp>
        <p:nvSpPr>
          <p:cNvPr id="434" name="Google Shape;434;p50"/>
          <p:cNvSpPr txBox="1">
            <a:spLocks noGrp="1"/>
          </p:cNvSpPr>
          <p:nvPr>
            <p:ph type="body" idx="1"/>
          </p:nvPr>
        </p:nvSpPr>
        <p:spPr>
          <a:xfrm>
            <a:off x="471900" y="1865160"/>
            <a:ext cx="8405411" cy="3238567"/>
          </a:xfrm>
          <a:prstGeom prst="rect">
            <a:avLst/>
          </a:prstGeom>
        </p:spPr>
        <p:txBody>
          <a:bodyPr spcFirstLastPara="1" wrap="square" lIns="91425" tIns="91425" rIns="91425" bIns="91425" anchor="t" anchorCtr="0">
            <a:normAutofit/>
          </a:bodyPr>
          <a:lstStyle/>
          <a:p>
            <a:pPr marL="0" indent="0">
              <a:lnSpc>
                <a:spcPct val="114999"/>
              </a:lnSpc>
              <a:buNone/>
            </a:pPr>
            <a:endParaRPr lang="fr" b="1" u="sng">
              <a:solidFill>
                <a:schemeClr val="tx1"/>
              </a:solidFill>
              <a:latin typeface="DM Sans"/>
            </a:endParaRPr>
          </a:p>
          <a:p>
            <a:pPr marL="0" indent="0">
              <a:lnSpc>
                <a:spcPct val="114999"/>
              </a:lnSpc>
              <a:buNone/>
            </a:pPr>
            <a:r>
              <a:rPr lang="fr" b="1" u="sng">
                <a:solidFill>
                  <a:schemeClr val="tx1"/>
                </a:solidFill>
                <a:latin typeface="DM Sans"/>
              </a:rPr>
              <a:t>La thématique principale</a:t>
            </a:r>
            <a:r>
              <a:rPr lang="fr">
                <a:latin typeface="DM Sans"/>
              </a:rPr>
              <a:t> :</a:t>
            </a:r>
            <a:r>
              <a:rPr lang="fr-FR">
                <a:latin typeface="DM Sans"/>
              </a:rPr>
              <a:t> </a:t>
            </a:r>
            <a:r>
              <a:rPr lang="fr-FR" sz="1600" b="0" i="0">
                <a:effectLst/>
                <a:latin typeface="Helvetica" pitchFamily="2" charset="0"/>
              </a:rPr>
              <a:t>Transition écologique numérique / Éco-conception web</a:t>
            </a:r>
            <a:endParaRPr lang="fr" sz="1600"/>
          </a:p>
          <a:p>
            <a:pPr marL="0" indent="0">
              <a:lnSpc>
                <a:spcPct val="114999"/>
              </a:lnSpc>
              <a:buNone/>
            </a:pPr>
            <a:endParaRPr lang="fr" b="1" u="sng">
              <a:solidFill>
                <a:schemeClr val="tx1"/>
              </a:solidFill>
              <a:latin typeface="DM Sans"/>
            </a:endParaRPr>
          </a:p>
          <a:p>
            <a:pPr marL="0" indent="0">
              <a:lnSpc>
                <a:spcPct val="114999"/>
              </a:lnSpc>
              <a:buNone/>
            </a:pPr>
            <a:r>
              <a:rPr lang="fr" b="1" u="sng">
                <a:solidFill>
                  <a:schemeClr val="tx1"/>
                </a:solidFill>
                <a:latin typeface="DM Sans"/>
              </a:rPr>
              <a:t>Le titre</a:t>
            </a:r>
            <a:r>
              <a:rPr lang="fr">
                <a:latin typeface="DM Sans"/>
              </a:rPr>
              <a:t> :</a:t>
            </a:r>
            <a:r>
              <a:rPr lang="fr-FR">
                <a:latin typeface="DM Sans"/>
              </a:rPr>
              <a:t> </a:t>
            </a:r>
            <a:r>
              <a:rPr lang="fr-FR" sz="1600" b="0" i="0">
                <a:effectLst/>
                <a:latin typeface="Helvetica" pitchFamily="2" charset="0"/>
              </a:rPr>
              <a:t>Éco-conception du site web de CYU</a:t>
            </a:r>
            <a:endParaRPr lang="fr" sz="1600">
              <a:latin typeface="DM Sans"/>
            </a:endParaRPr>
          </a:p>
          <a:p>
            <a:pPr marL="0" indent="0">
              <a:lnSpc>
                <a:spcPct val="114999"/>
              </a:lnSpc>
              <a:buNone/>
            </a:pPr>
            <a:endParaRPr lang="fr" b="1" u="sng">
              <a:solidFill>
                <a:schemeClr val="tx1"/>
              </a:solidFill>
              <a:latin typeface="DM Sans"/>
            </a:endParaRPr>
          </a:p>
          <a:p>
            <a:pPr marL="0" indent="0">
              <a:lnSpc>
                <a:spcPct val="114999"/>
              </a:lnSpc>
              <a:buNone/>
            </a:pPr>
            <a:r>
              <a:rPr lang="fr" b="1" u="sng">
                <a:solidFill>
                  <a:schemeClr val="tx1"/>
                </a:solidFill>
                <a:latin typeface="DM Sans"/>
              </a:rPr>
              <a:t>Le territoire</a:t>
            </a:r>
            <a:r>
              <a:rPr lang="fr">
                <a:latin typeface="DM Sans"/>
              </a:rPr>
              <a:t> :</a:t>
            </a:r>
            <a:r>
              <a:rPr lang="fr-FR">
                <a:latin typeface="DM Sans"/>
              </a:rPr>
              <a:t> </a:t>
            </a:r>
            <a:r>
              <a:rPr lang="fr-FR" sz="1600" b="0" i="0">
                <a:effectLst/>
                <a:latin typeface="Helvetica" pitchFamily="2" charset="0"/>
              </a:rPr>
              <a:t>Université CY Cergy Paris Université (CYU)</a:t>
            </a:r>
            <a:endParaRPr lang="fr" sz="1600">
              <a:latin typeface="DM Sans"/>
            </a:endParaRPr>
          </a:p>
          <a:p>
            <a:pPr marL="0" indent="0">
              <a:lnSpc>
                <a:spcPct val="114999"/>
              </a:lnSpc>
              <a:buNone/>
            </a:pPr>
            <a:endParaRPr lang="fr">
              <a:latin typeface="DM Sans"/>
            </a:endParaRPr>
          </a:p>
          <a:p>
            <a:pPr marL="0" indent="0">
              <a:lnSpc>
                <a:spcPct val="114999"/>
              </a:lnSpc>
              <a:buNone/>
            </a:pPr>
            <a:r>
              <a:rPr lang="fr" b="1" u="sng">
                <a:solidFill>
                  <a:schemeClr val="tx1"/>
                </a:solidFill>
                <a:latin typeface="DM Sans"/>
              </a:rPr>
              <a:t>L'acteur</a:t>
            </a:r>
            <a:r>
              <a:rPr lang="fr">
                <a:latin typeface="DM Sans"/>
              </a:rPr>
              <a:t> :</a:t>
            </a:r>
            <a:r>
              <a:rPr lang="fr-FR">
                <a:latin typeface="DM Sans"/>
              </a:rPr>
              <a:t> </a:t>
            </a:r>
            <a:r>
              <a:rPr lang="fr-FR" sz="1600" b="0" i="0">
                <a:effectLst/>
                <a:latin typeface="Helvetica" pitchFamily="2" charset="0"/>
              </a:rPr>
              <a:t>Le service numérique de CYU</a:t>
            </a:r>
            <a:endParaRPr lang="fr" sz="1600">
              <a:latin typeface="DM Sans"/>
            </a:endParaRPr>
          </a:p>
          <a:p>
            <a:pPr marL="0" lvl="0" indent="0" algn="l" rtl="0">
              <a:spcBef>
                <a:spcPts val="1200"/>
              </a:spcBef>
              <a:spcAft>
                <a:spcPts val="1200"/>
              </a:spcAft>
              <a:buNone/>
            </a:pPr>
            <a:endParaRPr>
              <a:latin typeface="DM Sans"/>
            </a:endParaRPr>
          </a:p>
        </p:txBody>
      </p:sp>
      <p:grpSp>
        <p:nvGrpSpPr>
          <p:cNvPr id="435" name="Google Shape;435;p50"/>
          <p:cNvGrpSpPr/>
          <p:nvPr/>
        </p:nvGrpSpPr>
        <p:grpSpPr>
          <a:xfrm>
            <a:off x="6154703" y="1733534"/>
            <a:ext cx="2923917" cy="431526"/>
            <a:chOff x="12104611" y="1596973"/>
            <a:chExt cx="5847833" cy="863051"/>
          </a:xfrm>
        </p:grpSpPr>
        <p:sp>
          <p:nvSpPr>
            <p:cNvPr id="436" name="Google Shape;436;p50"/>
            <p:cNvSpPr txBox="1"/>
            <p:nvPr/>
          </p:nvSpPr>
          <p:spPr>
            <a:xfrm rot="436966">
              <a:off x="13978989"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437" name="Google Shape;437;p50"/>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3" name="Espace réservé du numéro de diapositive 2">
            <a:extLst>
              <a:ext uri="{FF2B5EF4-FFF2-40B4-BE49-F238E27FC236}">
                <a16:creationId xmlns:a16="http://schemas.microsoft.com/office/drawing/2014/main" id="{C3D4A91C-0EA4-63E7-0014-59140B564038}"/>
              </a:ext>
            </a:extLst>
          </p:cNvPr>
          <p:cNvSpPr>
            <a:spLocks noGrp="1"/>
          </p:cNvSpPr>
          <p:nvPr>
            <p:ph type="sldNum" idx="12"/>
          </p:nvPr>
        </p:nvSpPr>
        <p:spPr/>
        <p:txBody>
          <a:bodyPr/>
          <a:lstStyle/>
          <a:p>
            <a:fld id="{00000000-1234-1234-1234-123412341234}" type="slidenum">
              <a:rPr lang="fr"/>
              <a:t>46</a:t>
            </a:fld>
            <a:endParaRPr lang="fr-FR"/>
          </a:p>
        </p:txBody>
      </p:sp>
    </p:spTree>
    <p:extLst>
      <p:ext uri="{BB962C8B-B14F-4D97-AF65-F5344CB8AC3E}">
        <p14:creationId xmlns:p14="http://schemas.microsoft.com/office/powerpoint/2010/main" val="2099376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53"/>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r>
              <a:rPr lang="fr"/>
              <a:t>Les rendez-vous équipe </a:t>
            </a:r>
            <a:endParaRPr lang="fr-FR"/>
          </a:p>
        </p:txBody>
      </p:sp>
      <p:sp>
        <p:nvSpPr>
          <p:cNvPr id="458" name="Google Shape;458;p53"/>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rmAutofit fontScale="92500" lnSpcReduction="10000"/>
          </a:bodyPr>
          <a:lstStyle/>
          <a:p>
            <a:pPr marL="0" indent="0" algn="just">
              <a:spcAft>
                <a:spcPts val="1200"/>
              </a:spcAft>
              <a:buNone/>
            </a:pPr>
            <a:r>
              <a:rPr lang="fr-FR">
                <a:latin typeface="DM Sans"/>
              </a:rPr>
              <a:t>Vous devez </a:t>
            </a:r>
            <a:r>
              <a:rPr lang="fr-FR" b="1">
                <a:latin typeface="DM Sans"/>
              </a:rPr>
              <a:t>prévoir des rendez-vous équipe</a:t>
            </a:r>
            <a:r>
              <a:rPr lang="fr-FR">
                <a:latin typeface="DM Sans"/>
              </a:rPr>
              <a:t> dans le calendrier (voir la slide suivante). </a:t>
            </a:r>
          </a:p>
          <a:p>
            <a:pPr marL="0" indent="0" algn="just">
              <a:lnSpc>
                <a:spcPct val="114999"/>
              </a:lnSpc>
              <a:spcAft>
                <a:spcPts val="1200"/>
              </a:spcAft>
              <a:buNone/>
            </a:pPr>
            <a:endParaRPr lang="fr-FR">
              <a:latin typeface="DM Sans"/>
            </a:endParaRPr>
          </a:p>
          <a:p>
            <a:pPr marL="0" indent="0" algn="just">
              <a:lnSpc>
                <a:spcPct val="114999"/>
              </a:lnSpc>
              <a:spcAft>
                <a:spcPts val="1200"/>
              </a:spcAft>
              <a:buNone/>
            </a:pPr>
            <a:r>
              <a:rPr lang="fr-FR">
                <a:latin typeface="DM Sans"/>
              </a:rPr>
              <a:t>Pour chaque réunion, vous devez </a:t>
            </a:r>
            <a:r>
              <a:rPr lang="fr-FR" b="1">
                <a:latin typeface="DM Sans"/>
              </a:rPr>
              <a:t>dupliquer et remplir la slide "Réunion équipe"</a:t>
            </a:r>
            <a:r>
              <a:rPr lang="fr-FR">
                <a:latin typeface="DM Sans"/>
              </a:rPr>
              <a:t> (slide 53). C'est important pour que vous puissiez </a:t>
            </a:r>
            <a:r>
              <a:rPr lang="fr-FR" b="1">
                <a:latin typeface="DM Sans"/>
              </a:rPr>
              <a:t>suivre votre avancement</a:t>
            </a:r>
            <a:r>
              <a:rPr lang="fr-FR">
                <a:latin typeface="DM Sans"/>
              </a:rPr>
              <a:t> dans le projet, et pour que votre tutrice puisse voir comment vous avez travaillé lorsqu'</a:t>
            </a:r>
            <a:r>
              <a:rPr lang="fr-FR" err="1">
                <a:latin typeface="DM Sans"/>
              </a:rPr>
              <a:t>il.elle</a:t>
            </a:r>
            <a:r>
              <a:rPr lang="fr-FR">
                <a:latin typeface="DM Sans"/>
              </a:rPr>
              <a:t> vous rejoindra sur le projet en février. </a:t>
            </a:r>
          </a:p>
        </p:txBody>
      </p:sp>
      <p:sp>
        <p:nvSpPr>
          <p:cNvPr id="3" name="Espace réservé du numéro de diapositive 2">
            <a:extLst>
              <a:ext uri="{FF2B5EF4-FFF2-40B4-BE49-F238E27FC236}">
                <a16:creationId xmlns:a16="http://schemas.microsoft.com/office/drawing/2014/main" id="{55EDF51F-1BC9-D190-3872-58624190AF5A}"/>
              </a:ext>
            </a:extLst>
          </p:cNvPr>
          <p:cNvSpPr>
            <a:spLocks noGrp="1"/>
          </p:cNvSpPr>
          <p:nvPr>
            <p:ph type="sldNum" idx="12"/>
          </p:nvPr>
        </p:nvSpPr>
        <p:spPr/>
        <p:txBody>
          <a:bodyPr/>
          <a:lstStyle/>
          <a:p>
            <a:fld id="{00000000-1234-1234-1234-123412341234}" type="slidenum">
              <a:rPr lang="fr"/>
              <a:t>47</a:t>
            </a:fld>
            <a:endParaRPr lang="fr-F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53"/>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fr"/>
              <a:t>Calendrier prévisionnel des rdv d’équipe</a:t>
            </a:r>
            <a:endParaRPr/>
          </a:p>
        </p:txBody>
      </p:sp>
      <p:sp>
        <p:nvSpPr>
          <p:cNvPr id="11" name="ZoneTexte 10">
            <a:extLst>
              <a:ext uri="{FF2B5EF4-FFF2-40B4-BE49-F238E27FC236}">
                <a16:creationId xmlns:a16="http://schemas.microsoft.com/office/drawing/2014/main" id="{FA34A657-415D-8839-4355-4819EA01D9C3}"/>
              </a:ext>
            </a:extLst>
          </p:cNvPr>
          <p:cNvSpPr txBox="1"/>
          <p:nvPr/>
        </p:nvSpPr>
        <p:spPr>
          <a:xfrm>
            <a:off x="3943349" y="1916205"/>
            <a:ext cx="4780429"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latin typeface="DM Sans"/>
              </a:rPr>
              <a:t>Dates de RDV Equipe :</a:t>
            </a:r>
            <a:endParaRPr lang="fr-FR"/>
          </a:p>
          <a:p>
            <a:endParaRPr lang="fr-FR">
              <a:latin typeface="DM Sans"/>
            </a:endParaRPr>
          </a:p>
          <a:p>
            <a:endParaRPr lang="fr-FR">
              <a:latin typeface="DM Sans"/>
            </a:endParaRPr>
          </a:p>
          <a:p>
            <a:endParaRPr lang="fr-FR">
              <a:latin typeface="DM Sans"/>
            </a:endParaRPr>
          </a:p>
        </p:txBody>
      </p:sp>
      <p:grpSp>
        <p:nvGrpSpPr>
          <p:cNvPr id="15" name="Google Shape;444;p51">
            <a:extLst>
              <a:ext uri="{FF2B5EF4-FFF2-40B4-BE49-F238E27FC236}">
                <a16:creationId xmlns:a16="http://schemas.microsoft.com/office/drawing/2014/main" id="{60C9A9E9-8125-0568-088A-D7ADD3DA9825}"/>
              </a:ext>
            </a:extLst>
          </p:cNvPr>
          <p:cNvGrpSpPr/>
          <p:nvPr/>
        </p:nvGrpSpPr>
        <p:grpSpPr>
          <a:xfrm>
            <a:off x="5801369" y="4481733"/>
            <a:ext cx="2923917" cy="431526"/>
            <a:chOff x="12104611" y="1596973"/>
            <a:chExt cx="5847832" cy="863051"/>
          </a:xfrm>
        </p:grpSpPr>
        <p:sp>
          <p:nvSpPr>
            <p:cNvPr id="13" name="Google Shape;445;p51">
              <a:extLst>
                <a:ext uri="{FF2B5EF4-FFF2-40B4-BE49-F238E27FC236}">
                  <a16:creationId xmlns:a16="http://schemas.microsoft.com/office/drawing/2014/main" id="{EF95A8C5-794F-E7CF-693A-F96AA87D4128}"/>
                </a:ext>
              </a:extLst>
            </p:cNvPr>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14" name="Google Shape;446;p51">
              <a:extLst>
                <a:ext uri="{FF2B5EF4-FFF2-40B4-BE49-F238E27FC236}">
                  <a16:creationId xmlns:a16="http://schemas.microsoft.com/office/drawing/2014/main" id="{AC78B17D-4A3B-6CB8-C86B-463753FCF08E}"/>
                </a:ext>
              </a:extLst>
            </p:cNvPr>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3" name="Espace réservé du numéro de diapositive 2">
            <a:extLst>
              <a:ext uri="{FF2B5EF4-FFF2-40B4-BE49-F238E27FC236}">
                <a16:creationId xmlns:a16="http://schemas.microsoft.com/office/drawing/2014/main" id="{7857B23B-CE93-6322-25B5-48317A4564E7}"/>
              </a:ext>
            </a:extLst>
          </p:cNvPr>
          <p:cNvSpPr>
            <a:spLocks noGrp="1"/>
          </p:cNvSpPr>
          <p:nvPr>
            <p:ph type="sldNum" idx="12"/>
          </p:nvPr>
        </p:nvSpPr>
        <p:spPr/>
        <p:txBody>
          <a:bodyPr/>
          <a:lstStyle/>
          <a:p>
            <a:fld id="{00000000-1234-1234-1234-123412341234}" type="slidenum">
              <a:rPr lang="fr"/>
              <a:t>48</a:t>
            </a:fld>
            <a:endParaRPr lang="fr-FR"/>
          </a:p>
        </p:txBody>
      </p:sp>
      <p:pic>
        <p:nvPicPr>
          <p:cNvPr id="5" name="Image 4">
            <a:extLst>
              <a:ext uri="{FF2B5EF4-FFF2-40B4-BE49-F238E27FC236}">
                <a16:creationId xmlns:a16="http://schemas.microsoft.com/office/drawing/2014/main" id="{A2417107-12DA-41B6-91A4-11E75F9CC2D9}"/>
              </a:ext>
            </a:extLst>
          </p:cNvPr>
          <p:cNvPicPr>
            <a:picLocks noChangeAspect="1"/>
          </p:cNvPicPr>
          <p:nvPr/>
        </p:nvPicPr>
        <p:blipFill>
          <a:blip r:embed="rId4"/>
          <a:stretch>
            <a:fillRect/>
          </a:stretch>
        </p:blipFill>
        <p:spPr>
          <a:xfrm>
            <a:off x="455411" y="1737650"/>
            <a:ext cx="3483275" cy="3363321"/>
          </a:xfrm>
          <a:prstGeom prst="rect">
            <a:avLst/>
          </a:prstGeom>
        </p:spPr>
      </p:pic>
    </p:spTree>
    <p:extLst>
      <p:ext uri="{BB962C8B-B14F-4D97-AF65-F5344CB8AC3E}">
        <p14:creationId xmlns:p14="http://schemas.microsoft.com/office/powerpoint/2010/main" val="32417119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54"/>
          <p:cNvSpPr/>
          <p:nvPr/>
        </p:nvSpPr>
        <p:spPr>
          <a:xfrm>
            <a:off x="290255" y="777813"/>
            <a:ext cx="2247274" cy="354965"/>
          </a:xfrm>
          <a:custGeom>
            <a:avLst/>
            <a:gdLst/>
            <a:ahLst/>
            <a:cxnLst/>
            <a:rect l="l" t="t" r="r" b="b"/>
            <a:pathLst>
              <a:path w="4180975" h="660400" extrusionOk="0">
                <a:moveTo>
                  <a:pt x="4056514" y="660400"/>
                </a:moveTo>
                <a:lnTo>
                  <a:pt x="124460" y="660400"/>
                </a:lnTo>
                <a:cubicBezTo>
                  <a:pt x="55880" y="660400"/>
                  <a:pt x="0" y="604520"/>
                  <a:pt x="0" y="535940"/>
                </a:cubicBezTo>
                <a:lnTo>
                  <a:pt x="0" y="124460"/>
                </a:lnTo>
                <a:cubicBezTo>
                  <a:pt x="0" y="55880"/>
                  <a:pt x="55880" y="0"/>
                  <a:pt x="124460" y="0"/>
                </a:cubicBezTo>
                <a:lnTo>
                  <a:pt x="4056514" y="0"/>
                </a:lnTo>
                <a:cubicBezTo>
                  <a:pt x="4125094" y="0"/>
                  <a:pt x="4180975" y="55880"/>
                  <a:pt x="4180975" y="124460"/>
                </a:cubicBezTo>
                <a:lnTo>
                  <a:pt x="4180975" y="535940"/>
                </a:lnTo>
                <a:cubicBezTo>
                  <a:pt x="4180975" y="604520"/>
                  <a:pt x="4125094" y="660400"/>
                  <a:pt x="4056514"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464" name="Google Shape;464;p54"/>
          <p:cNvSpPr/>
          <p:nvPr/>
        </p:nvSpPr>
        <p:spPr>
          <a:xfrm>
            <a:off x="281577" y="1227303"/>
            <a:ext cx="2249621" cy="1572524"/>
          </a:xfrm>
          <a:custGeom>
            <a:avLst/>
            <a:gdLst/>
            <a:ahLst/>
            <a:cxnLst/>
            <a:rect l="l" t="t" r="r" b="b"/>
            <a:pathLst>
              <a:path w="3447695" h="2409998" extrusionOk="0">
                <a:moveTo>
                  <a:pt x="3323235" y="2409998"/>
                </a:moveTo>
                <a:lnTo>
                  <a:pt x="124460" y="2409998"/>
                </a:lnTo>
                <a:cubicBezTo>
                  <a:pt x="55880" y="2409998"/>
                  <a:pt x="0" y="2354118"/>
                  <a:pt x="0" y="2285538"/>
                </a:cubicBezTo>
                <a:lnTo>
                  <a:pt x="0" y="124460"/>
                </a:lnTo>
                <a:cubicBezTo>
                  <a:pt x="0" y="55880"/>
                  <a:pt x="55880" y="0"/>
                  <a:pt x="124460" y="0"/>
                </a:cubicBezTo>
                <a:lnTo>
                  <a:pt x="3323236" y="0"/>
                </a:lnTo>
                <a:cubicBezTo>
                  <a:pt x="3391815" y="0"/>
                  <a:pt x="3447695" y="55880"/>
                  <a:pt x="3447695" y="124460"/>
                </a:cubicBezTo>
                <a:lnTo>
                  <a:pt x="3447695" y="2285539"/>
                </a:lnTo>
                <a:cubicBezTo>
                  <a:pt x="3447695" y="2354119"/>
                  <a:pt x="3391815" y="2409998"/>
                  <a:pt x="3323236" y="2409998"/>
                </a:cubicBezTo>
                <a:close/>
              </a:path>
            </a:pathLst>
          </a:custGeom>
          <a:solidFill>
            <a:srgbClr val="5686DA"/>
          </a:solidFill>
          <a:ln>
            <a:noFill/>
          </a:ln>
        </p:spPr>
        <p:txBody>
          <a:bodyPr spcFirstLastPara="1" wrap="square" lIns="45725" tIns="45725" rIns="45725" bIns="457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fr" sz="1000" b="1">
                <a:solidFill>
                  <a:schemeClr val="lt1"/>
                </a:solidFill>
              </a:rPr>
              <a:t>Définition du rôle de </a:t>
            </a:r>
            <a:r>
              <a:rPr lang="fr" sz="1000" b="1" err="1">
                <a:solidFill>
                  <a:schemeClr val="lt1"/>
                </a:solidFill>
              </a:rPr>
              <a:t>chacun.e</a:t>
            </a:r>
            <a:r>
              <a:rPr lang="fr" sz="1000" b="1">
                <a:solidFill>
                  <a:schemeClr val="lt1"/>
                </a:solidFill>
              </a:rPr>
              <a:t> pour cette réunion</a:t>
            </a:r>
            <a:endParaRPr sz="1000" b="1">
              <a:solidFill>
                <a:schemeClr val="lt1"/>
              </a:solidFill>
            </a:endParaRPr>
          </a:p>
          <a:p>
            <a:pPr marL="0" marR="0" lvl="0" indent="0" algn="l" rtl="0">
              <a:lnSpc>
                <a:spcPct val="100000"/>
              </a:lnSpc>
              <a:spcBef>
                <a:spcPts val="0"/>
              </a:spcBef>
              <a:spcAft>
                <a:spcPts val="0"/>
              </a:spcAft>
              <a:buClr>
                <a:srgbClr val="000000"/>
              </a:buClr>
              <a:buSzPts val="700"/>
              <a:buFont typeface="Arial"/>
              <a:buNone/>
            </a:pPr>
            <a:r>
              <a:rPr lang="fr" sz="1000">
                <a:solidFill>
                  <a:schemeClr val="lt1"/>
                </a:solidFill>
              </a:rPr>
              <a:t>Scribe:</a:t>
            </a:r>
            <a:endParaRPr sz="1000">
              <a:solidFill>
                <a:schemeClr val="lt1"/>
              </a:solidFill>
            </a:endParaRPr>
          </a:p>
          <a:p>
            <a:pPr marL="0" marR="0" lvl="0" indent="0" algn="l" rtl="0">
              <a:lnSpc>
                <a:spcPct val="100000"/>
              </a:lnSpc>
              <a:spcBef>
                <a:spcPts val="0"/>
              </a:spcBef>
              <a:spcAft>
                <a:spcPts val="0"/>
              </a:spcAft>
              <a:buClr>
                <a:srgbClr val="000000"/>
              </a:buClr>
              <a:buSzPts val="700"/>
              <a:buFont typeface="Arial"/>
              <a:buNone/>
            </a:pPr>
            <a:r>
              <a:rPr lang="fr" sz="1000" err="1">
                <a:solidFill>
                  <a:schemeClr val="lt1"/>
                </a:solidFill>
              </a:rPr>
              <a:t>Animateur.rice</a:t>
            </a:r>
            <a:r>
              <a:rPr lang="fr" sz="1000">
                <a:solidFill>
                  <a:schemeClr val="lt1"/>
                </a:solidFill>
              </a:rPr>
              <a:t>:</a:t>
            </a:r>
            <a:endParaRPr sz="1000">
              <a:solidFill>
                <a:schemeClr val="lt1"/>
              </a:solidFill>
            </a:endParaRPr>
          </a:p>
          <a:p>
            <a:pPr marL="0" marR="0" lvl="0" indent="0" algn="l" rtl="0">
              <a:lnSpc>
                <a:spcPct val="100000"/>
              </a:lnSpc>
              <a:spcBef>
                <a:spcPts val="0"/>
              </a:spcBef>
              <a:spcAft>
                <a:spcPts val="0"/>
              </a:spcAft>
              <a:buClr>
                <a:srgbClr val="000000"/>
              </a:buClr>
              <a:buSzPts val="700"/>
              <a:buFont typeface="Arial"/>
              <a:buNone/>
            </a:pPr>
            <a:r>
              <a:rPr lang="fr" sz="1000">
                <a:solidFill>
                  <a:schemeClr val="lt1"/>
                </a:solidFill>
              </a:rPr>
              <a:t>Time-</a:t>
            </a:r>
            <a:r>
              <a:rPr lang="fr" sz="1000" err="1">
                <a:solidFill>
                  <a:schemeClr val="lt1"/>
                </a:solidFill>
              </a:rPr>
              <a:t>Keeper</a:t>
            </a:r>
            <a:r>
              <a:rPr lang="fr" sz="1000">
                <a:solidFill>
                  <a:schemeClr val="lt1"/>
                </a:solidFill>
              </a:rPr>
              <a:t>:</a:t>
            </a:r>
            <a:endParaRPr sz="1000">
              <a:solidFill>
                <a:schemeClr val="lt1"/>
              </a:solidFill>
            </a:endParaRPr>
          </a:p>
          <a:p>
            <a:pPr marL="0" marR="0" lvl="0" indent="0" algn="l" rtl="0">
              <a:lnSpc>
                <a:spcPct val="100000"/>
              </a:lnSpc>
              <a:spcBef>
                <a:spcPts val="0"/>
              </a:spcBef>
              <a:spcAft>
                <a:spcPts val="0"/>
              </a:spcAft>
              <a:buClr>
                <a:srgbClr val="000000"/>
              </a:buClr>
              <a:buSzPts val="700"/>
              <a:buFont typeface="Arial"/>
              <a:buNone/>
            </a:pPr>
            <a:r>
              <a:rPr lang="fr" sz="1000">
                <a:solidFill>
                  <a:schemeClr val="lt1"/>
                </a:solidFill>
              </a:rPr>
              <a:t>Pousse-décision:</a:t>
            </a:r>
            <a:endParaRPr sz="1000">
              <a:solidFill>
                <a:schemeClr val="lt1"/>
              </a:solidFill>
            </a:endParaRPr>
          </a:p>
        </p:txBody>
      </p:sp>
      <p:sp>
        <p:nvSpPr>
          <p:cNvPr id="465" name="Google Shape;465;p54"/>
          <p:cNvSpPr/>
          <p:nvPr/>
        </p:nvSpPr>
        <p:spPr>
          <a:xfrm>
            <a:off x="3150083" y="3801968"/>
            <a:ext cx="1705396" cy="1202502"/>
          </a:xfrm>
          <a:custGeom>
            <a:avLst/>
            <a:gdLst/>
            <a:ahLst/>
            <a:cxnLst/>
            <a:rect l="l" t="t" r="r" b="b"/>
            <a:pathLst>
              <a:path w="2613633" h="1842915" extrusionOk="0">
                <a:moveTo>
                  <a:pt x="2489173" y="1842915"/>
                </a:moveTo>
                <a:lnTo>
                  <a:pt x="124460" y="1842915"/>
                </a:lnTo>
                <a:cubicBezTo>
                  <a:pt x="55880" y="1842915"/>
                  <a:pt x="0" y="1787035"/>
                  <a:pt x="0" y="1718455"/>
                </a:cubicBezTo>
                <a:lnTo>
                  <a:pt x="0" y="124460"/>
                </a:lnTo>
                <a:cubicBezTo>
                  <a:pt x="0" y="55880"/>
                  <a:pt x="55880" y="0"/>
                  <a:pt x="124460" y="0"/>
                </a:cubicBezTo>
                <a:lnTo>
                  <a:pt x="2489173" y="0"/>
                </a:lnTo>
                <a:cubicBezTo>
                  <a:pt x="2557753" y="0"/>
                  <a:pt x="2613633" y="55880"/>
                  <a:pt x="2613633" y="124460"/>
                </a:cubicBezTo>
                <a:lnTo>
                  <a:pt x="2613633" y="1718455"/>
                </a:lnTo>
                <a:cubicBezTo>
                  <a:pt x="2613633" y="1787035"/>
                  <a:pt x="2557753" y="1842915"/>
                  <a:pt x="2489173" y="1842915"/>
                </a:cubicBezTo>
                <a:close/>
              </a:path>
            </a:pathLst>
          </a:custGeom>
          <a:solidFill>
            <a:srgbClr val="EDF0F2"/>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66" name="Google Shape;466;p54"/>
          <p:cNvSpPr/>
          <p:nvPr/>
        </p:nvSpPr>
        <p:spPr>
          <a:xfrm>
            <a:off x="3126271" y="1209134"/>
            <a:ext cx="5407453" cy="354965"/>
          </a:xfrm>
          <a:custGeom>
            <a:avLst/>
            <a:gdLst/>
            <a:ahLst/>
            <a:cxnLst/>
            <a:rect l="l" t="t" r="r" b="b"/>
            <a:pathLst>
              <a:path w="10060378" h="660400" extrusionOk="0">
                <a:moveTo>
                  <a:pt x="9935918" y="660400"/>
                </a:moveTo>
                <a:lnTo>
                  <a:pt x="124460" y="660400"/>
                </a:lnTo>
                <a:cubicBezTo>
                  <a:pt x="55880" y="660400"/>
                  <a:pt x="0" y="604520"/>
                  <a:pt x="0" y="535940"/>
                </a:cubicBezTo>
                <a:lnTo>
                  <a:pt x="0" y="124460"/>
                </a:lnTo>
                <a:cubicBezTo>
                  <a:pt x="0" y="55880"/>
                  <a:pt x="55880" y="0"/>
                  <a:pt x="124460" y="0"/>
                </a:cubicBezTo>
                <a:lnTo>
                  <a:pt x="9935918" y="0"/>
                </a:lnTo>
                <a:cubicBezTo>
                  <a:pt x="10004498" y="0"/>
                  <a:pt x="10060378" y="55880"/>
                  <a:pt x="10060378" y="124460"/>
                </a:cubicBezTo>
                <a:lnTo>
                  <a:pt x="10060378" y="535940"/>
                </a:lnTo>
                <a:cubicBezTo>
                  <a:pt x="10060378" y="604520"/>
                  <a:pt x="10004498" y="660400"/>
                  <a:pt x="9935918"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67" name="Google Shape;467;p54"/>
          <p:cNvSpPr/>
          <p:nvPr/>
        </p:nvSpPr>
        <p:spPr>
          <a:xfrm>
            <a:off x="290255" y="3370647"/>
            <a:ext cx="2240930" cy="1202502"/>
          </a:xfrm>
          <a:custGeom>
            <a:avLst/>
            <a:gdLst/>
            <a:ahLst/>
            <a:cxnLst/>
            <a:rect l="l" t="t" r="r" b="b"/>
            <a:pathLst>
              <a:path w="3434376" h="1842915" extrusionOk="0">
                <a:moveTo>
                  <a:pt x="3309915" y="1842915"/>
                </a:moveTo>
                <a:lnTo>
                  <a:pt x="124460" y="1842915"/>
                </a:lnTo>
                <a:cubicBezTo>
                  <a:pt x="55880" y="1842915"/>
                  <a:pt x="0" y="1787035"/>
                  <a:pt x="0" y="1718455"/>
                </a:cubicBezTo>
                <a:lnTo>
                  <a:pt x="0" y="124460"/>
                </a:lnTo>
                <a:cubicBezTo>
                  <a:pt x="0" y="55880"/>
                  <a:pt x="55880" y="0"/>
                  <a:pt x="124460" y="0"/>
                </a:cubicBezTo>
                <a:lnTo>
                  <a:pt x="3309916" y="0"/>
                </a:lnTo>
                <a:cubicBezTo>
                  <a:pt x="3378496" y="0"/>
                  <a:pt x="3434376" y="55880"/>
                  <a:pt x="3434376" y="124460"/>
                </a:cubicBezTo>
                <a:lnTo>
                  <a:pt x="3434376" y="1718455"/>
                </a:lnTo>
                <a:cubicBezTo>
                  <a:pt x="3434376" y="1787035"/>
                  <a:pt x="3378496" y="1842915"/>
                  <a:pt x="3309916" y="1842915"/>
                </a:cubicBezTo>
                <a:close/>
              </a:path>
            </a:pathLst>
          </a:custGeom>
          <a:solidFill>
            <a:srgbClr val="EDF0F2"/>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68" name="Google Shape;468;p54"/>
          <p:cNvSpPr/>
          <p:nvPr/>
        </p:nvSpPr>
        <p:spPr>
          <a:xfrm>
            <a:off x="3150083" y="3350872"/>
            <a:ext cx="1703616" cy="354965"/>
          </a:xfrm>
          <a:custGeom>
            <a:avLst/>
            <a:gdLst/>
            <a:ahLst/>
            <a:cxnLst/>
            <a:rect l="l" t="t" r="r" b="b"/>
            <a:pathLst>
              <a:path w="3169519" h="660400" extrusionOk="0">
                <a:moveTo>
                  <a:pt x="3045058" y="660400"/>
                </a:moveTo>
                <a:lnTo>
                  <a:pt x="124460" y="660400"/>
                </a:lnTo>
                <a:cubicBezTo>
                  <a:pt x="55880" y="660400"/>
                  <a:pt x="0" y="604520"/>
                  <a:pt x="0" y="535940"/>
                </a:cubicBezTo>
                <a:lnTo>
                  <a:pt x="0" y="124460"/>
                </a:lnTo>
                <a:cubicBezTo>
                  <a:pt x="0" y="55880"/>
                  <a:pt x="55880" y="0"/>
                  <a:pt x="124460" y="0"/>
                </a:cubicBezTo>
                <a:lnTo>
                  <a:pt x="3045059" y="0"/>
                </a:lnTo>
                <a:cubicBezTo>
                  <a:pt x="3113639" y="0"/>
                  <a:pt x="3169519" y="55880"/>
                  <a:pt x="3169519" y="124460"/>
                </a:cubicBezTo>
                <a:lnTo>
                  <a:pt x="3169519" y="535940"/>
                </a:lnTo>
                <a:cubicBezTo>
                  <a:pt x="3169519" y="604520"/>
                  <a:pt x="3113639" y="660400"/>
                  <a:pt x="3045059"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69" name="Google Shape;469;p54"/>
          <p:cNvSpPr txBox="1"/>
          <p:nvPr/>
        </p:nvSpPr>
        <p:spPr>
          <a:xfrm>
            <a:off x="362599" y="838097"/>
            <a:ext cx="1561500" cy="253916"/>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a:solidFill>
                  <a:schemeClr val="lt1"/>
                </a:solidFill>
                <a:latin typeface="DM Sans"/>
                <a:sym typeface="DM Sans"/>
              </a:rPr>
              <a:t>PARTICIPANT.E.S</a:t>
            </a:r>
            <a:endParaRPr sz="700" b="0" i="0" u="none" strike="noStrike" cap="none">
              <a:solidFill>
                <a:schemeClr val="lt1"/>
              </a:solidFill>
              <a:latin typeface="Arial"/>
              <a:ea typeface="Arial"/>
              <a:cs typeface="Arial"/>
              <a:sym typeface="Arial"/>
            </a:endParaRPr>
          </a:p>
        </p:txBody>
      </p:sp>
      <p:sp>
        <p:nvSpPr>
          <p:cNvPr id="470" name="Google Shape;470;p54"/>
          <p:cNvSpPr/>
          <p:nvPr/>
        </p:nvSpPr>
        <p:spPr>
          <a:xfrm>
            <a:off x="290255" y="2919551"/>
            <a:ext cx="2247274" cy="354965"/>
          </a:xfrm>
          <a:custGeom>
            <a:avLst/>
            <a:gdLst/>
            <a:ahLst/>
            <a:cxnLst/>
            <a:rect l="l" t="t" r="r" b="b"/>
            <a:pathLst>
              <a:path w="4180975" h="660400" extrusionOk="0">
                <a:moveTo>
                  <a:pt x="4056514" y="660400"/>
                </a:moveTo>
                <a:lnTo>
                  <a:pt x="124460" y="660400"/>
                </a:lnTo>
                <a:cubicBezTo>
                  <a:pt x="55880" y="660400"/>
                  <a:pt x="0" y="604520"/>
                  <a:pt x="0" y="535940"/>
                </a:cubicBezTo>
                <a:lnTo>
                  <a:pt x="0" y="124460"/>
                </a:lnTo>
                <a:cubicBezTo>
                  <a:pt x="0" y="55880"/>
                  <a:pt x="55880" y="0"/>
                  <a:pt x="124460" y="0"/>
                </a:cubicBezTo>
                <a:lnTo>
                  <a:pt x="4056514" y="0"/>
                </a:lnTo>
                <a:cubicBezTo>
                  <a:pt x="4125094" y="0"/>
                  <a:pt x="4180975" y="55880"/>
                  <a:pt x="4180975" y="124460"/>
                </a:cubicBezTo>
                <a:lnTo>
                  <a:pt x="4180975" y="535940"/>
                </a:lnTo>
                <a:cubicBezTo>
                  <a:pt x="4180975" y="604520"/>
                  <a:pt x="4125094" y="660400"/>
                  <a:pt x="4056514"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71" name="Google Shape;471;p54"/>
          <p:cNvSpPr txBox="1"/>
          <p:nvPr/>
        </p:nvSpPr>
        <p:spPr>
          <a:xfrm>
            <a:off x="439651" y="2979835"/>
            <a:ext cx="1561500" cy="169200"/>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OBJECTIFS</a:t>
            </a:r>
            <a:endParaRPr sz="700" b="0" i="0" u="none" strike="noStrike" cap="none">
              <a:solidFill>
                <a:schemeClr val="lt1"/>
              </a:solidFill>
              <a:latin typeface="Arial"/>
              <a:ea typeface="Arial"/>
              <a:cs typeface="Arial"/>
              <a:sym typeface="Arial"/>
            </a:endParaRPr>
          </a:p>
        </p:txBody>
      </p:sp>
      <p:grpSp>
        <p:nvGrpSpPr>
          <p:cNvPr id="472" name="Google Shape;472;p54"/>
          <p:cNvGrpSpPr/>
          <p:nvPr/>
        </p:nvGrpSpPr>
        <p:grpSpPr>
          <a:xfrm>
            <a:off x="176747" y="133368"/>
            <a:ext cx="5390213" cy="440927"/>
            <a:chOff x="0" y="38100"/>
            <a:chExt cx="14373900" cy="1175806"/>
          </a:xfrm>
        </p:grpSpPr>
        <p:sp>
          <p:nvSpPr>
            <p:cNvPr id="473" name="Google Shape;473;p54"/>
            <p:cNvSpPr txBox="1"/>
            <p:nvPr/>
          </p:nvSpPr>
          <p:spPr>
            <a:xfrm>
              <a:off x="0" y="38100"/>
              <a:ext cx="14373900" cy="738899"/>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800"/>
                <a:buFont typeface="Arial"/>
                <a:buNone/>
              </a:pPr>
              <a:r>
                <a:rPr lang="fr" sz="1800" b="1" i="0" u="none" strike="noStrike" cap="none">
                  <a:solidFill>
                    <a:srgbClr val="000000"/>
                  </a:solidFill>
                  <a:latin typeface="DM Sans"/>
                  <a:ea typeface="DM Sans"/>
                  <a:cs typeface="DM Sans"/>
                  <a:sym typeface="DM Sans"/>
                </a:rPr>
                <a:t>Réunion équipe</a:t>
              </a:r>
              <a:endParaRPr sz="700" b="0" i="0" u="none" strike="noStrike" cap="none">
                <a:solidFill>
                  <a:srgbClr val="000000"/>
                </a:solidFill>
                <a:latin typeface="Arial"/>
                <a:ea typeface="Arial"/>
                <a:cs typeface="Arial"/>
                <a:sym typeface="Arial"/>
              </a:endParaRPr>
            </a:p>
          </p:txBody>
        </p:sp>
        <p:sp>
          <p:nvSpPr>
            <p:cNvPr id="474" name="Google Shape;474;p54"/>
            <p:cNvSpPr txBox="1"/>
            <p:nvPr/>
          </p:nvSpPr>
          <p:spPr>
            <a:xfrm>
              <a:off x="0" y="885406"/>
              <a:ext cx="14373900" cy="328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800"/>
                <a:buFont typeface="Arial"/>
                <a:buNone/>
              </a:pPr>
              <a:r>
                <a:rPr lang="fr" sz="800" b="0" i="0" u="none" strike="noStrike" cap="none">
                  <a:solidFill>
                    <a:srgbClr val="000000"/>
                  </a:solidFill>
                  <a:latin typeface="DM Sans"/>
                  <a:ea typeface="DM Sans"/>
                  <a:cs typeface="DM Sans"/>
                  <a:sym typeface="DM Sans"/>
                </a:rPr>
                <a:t>fiche </a:t>
              </a:r>
              <a:r>
                <a:rPr lang="fr" sz="800">
                  <a:latin typeface="DM Sans"/>
                  <a:ea typeface="DM Sans"/>
                  <a:cs typeface="DM Sans"/>
                  <a:sym typeface="DM Sans"/>
                </a:rPr>
                <a:t>modèle </a:t>
              </a:r>
              <a:r>
                <a:rPr lang="fr" sz="800" b="0" i="0" u="none" strike="noStrike" cap="none">
                  <a:solidFill>
                    <a:srgbClr val="000000"/>
                  </a:solidFill>
                  <a:latin typeface="DM Sans"/>
                  <a:ea typeface="DM Sans"/>
                  <a:cs typeface="DM Sans"/>
                  <a:sym typeface="DM Sans"/>
                </a:rPr>
                <a:t>type qui peut être dupliquée/imprimée selon vos besoins</a:t>
              </a:r>
              <a:endParaRPr sz="700" b="0" i="0" u="none" strike="noStrike" cap="none">
                <a:solidFill>
                  <a:srgbClr val="000000"/>
                </a:solidFill>
                <a:latin typeface="Arial"/>
                <a:ea typeface="Arial"/>
                <a:cs typeface="Arial"/>
                <a:sym typeface="Arial"/>
              </a:endParaRPr>
            </a:p>
          </p:txBody>
        </p:sp>
      </p:grpSp>
      <p:sp>
        <p:nvSpPr>
          <p:cNvPr id="475" name="Google Shape;475;p54"/>
          <p:cNvSpPr/>
          <p:nvPr/>
        </p:nvSpPr>
        <p:spPr>
          <a:xfrm>
            <a:off x="3150083" y="1658624"/>
            <a:ext cx="5413102" cy="1572524"/>
          </a:xfrm>
          <a:custGeom>
            <a:avLst/>
            <a:gdLst/>
            <a:ahLst/>
            <a:cxnLst/>
            <a:rect l="l" t="t" r="r" b="b"/>
            <a:pathLst>
              <a:path w="8295942" h="2409998" extrusionOk="0">
                <a:moveTo>
                  <a:pt x="8171481" y="2409998"/>
                </a:moveTo>
                <a:lnTo>
                  <a:pt x="124460" y="2409998"/>
                </a:lnTo>
                <a:cubicBezTo>
                  <a:pt x="55880" y="2409998"/>
                  <a:pt x="0" y="2354118"/>
                  <a:pt x="0" y="2285538"/>
                </a:cubicBezTo>
                <a:lnTo>
                  <a:pt x="0" y="124460"/>
                </a:lnTo>
                <a:cubicBezTo>
                  <a:pt x="0" y="55880"/>
                  <a:pt x="55880" y="0"/>
                  <a:pt x="124460" y="0"/>
                </a:cubicBezTo>
                <a:lnTo>
                  <a:pt x="8171481" y="0"/>
                </a:lnTo>
                <a:cubicBezTo>
                  <a:pt x="8240061" y="0"/>
                  <a:pt x="8295942" y="55880"/>
                  <a:pt x="8295942" y="124460"/>
                </a:cubicBezTo>
                <a:lnTo>
                  <a:pt x="8295942" y="2285539"/>
                </a:lnTo>
                <a:cubicBezTo>
                  <a:pt x="8295942" y="2354119"/>
                  <a:pt x="8240061" y="2409998"/>
                  <a:pt x="8171481" y="2409998"/>
                </a:cubicBezTo>
                <a:close/>
              </a:path>
            </a:pathLst>
          </a:custGeom>
          <a:solidFill>
            <a:srgbClr val="EDF0F2"/>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76" name="Google Shape;476;p54"/>
          <p:cNvSpPr txBox="1"/>
          <p:nvPr/>
        </p:nvSpPr>
        <p:spPr>
          <a:xfrm>
            <a:off x="3291406" y="1269418"/>
            <a:ext cx="1561500" cy="169200"/>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SUJETS </a:t>
            </a:r>
            <a:r>
              <a:rPr lang="fr" sz="1100" b="1">
                <a:solidFill>
                  <a:schemeClr val="lt1"/>
                </a:solidFill>
                <a:latin typeface="DM Sans"/>
                <a:ea typeface="DM Sans"/>
                <a:cs typeface="DM Sans"/>
                <a:sym typeface="DM Sans"/>
              </a:rPr>
              <a:t>ABORDÉS</a:t>
            </a:r>
            <a:endParaRPr sz="700" b="0" i="0" u="none" strike="noStrike" cap="none">
              <a:solidFill>
                <a:schemeClr val="lt1"/>
              </a:solidFill>
              <a:latin typeface="Arial"/>
              <a:ea typeface="Arial"/>
              <a:cs typeface="Arial"/>
              <a:sym typeface="Arial"/>
            </a:endParaRPr>
          </a:p>
        </p:txBody>
      </p:sp>
      <p:sp>
        <p:nvSpPr>
          <p:cNvPr id="477" name="Google Shape;477;p54"/>
          <p:cNvSpPr/>
          <p:nvPr/>
        </p:nvSpPr>
        <p:spPr>
          <a:xfrm>
            <a:off x="5001116" y="3350872"/>
            <a:ext cx="1703616" cy="354965"/>
          </a:xfrm>
          <a:custGeom>
            <a:avLst/>
            <a:gdLst/>
            <a:ahLst/>
            <a:cxnLst/>
            <a:rect l="l" t="t" r="r" b="b"/>
            <a:pathLst>
              <a:path w="3169519" h="660400" extrusionOk="0">
                <a:moveTo>
                  <a:pt x="3045058" y="660400"/>
                </a:moveTo>
                <a:lnTo>
                  <a:pt x="124460" y="660400"/>
                </a:lnTo>
                <a:cubicBezTo>
                  <a:pt x="55880" y="660400"/>
                  <a:pt x="0" y="604520"/>
                  <a:pt x="0" y="535940"/>
                </a:cubicBezTo>
                <a:lnTo>
                  <a:pt x="0" y="124460"/>
                </a:lnTo>
                <a:cubicBezTo>
                  <a:pt x="0" y="55880"/>
                  <a:pt x="55880" y="0"/>
                  <a:pt x="124460" y="0"/>
                </a:cubicBezTo>
                <a:lnTo>
                  <a:pt x="3045059" y="0"/>
                </a:lnTo>
                <a:cubicBezTo>
                  <a:pt x="3113639" y="0"/>
                  <a:pt x="3169519" y="55880"/>
                  <a:pt x="3169519" y="124460"/>
                </a:cubicBezTo>
                <a:lnTo>
                  <a:pt x="3169519" y="535940"/>
                </a:lnTo>
                <a:cubicBezTo>
                  <a:pt x="3169519" y="604520"/>
                  <a:pt x="3113639" y="660400"/>
                  <a:pt x="3045059"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grpSp>
        <p:nvGrpSpPr>
          <p:cNvPr id="478" name="Google Shape;478;p54"/>
          <p:cNvGrpSpPr/>
          <p:nvPr/>
        </p:nvGrpSpPr>
        <p:grpSpPr>
          <a:xfrm>
            <a:off x="6472917" y="208961"/>
            <a:ext cx="2246874" cy="725087"/>
            <a:chOff x="12700" y="19050"/>
            <a:chExt cx="9197194" cy="3988377"/>
          </a:xfrm>
        </p:grpSpPr>
        <p:sp>
          <p:nvSpPr>
            <p:cNvPr id="479" name="Google Shape;479;p54"/>
            <p:cNvSpPr/>
            <p:nvPr/>
          </p:nvSpPr>
          <p:spPr>
            <a:xfrm>
              <a:off x="19050" y="223520"/>
              <a:ext cx="9184494" cy="3777557"/>
            </a:xfrm>
            <a:custGeom>
              <a:avLst/>
              <a:gdLst/>
              <a:ahLst/>
              <a:cxnLst/>
              <a:rect l="l" t="t" r="r" b="b"/>
              <a:pathLst>
                <a:path w="9184494" h="3777557" extrusionOk="0">
                  <a:moveTo>
                    <a:pt x="0" y="11430"/>
                  </a:moveTo>
                  <a:cubicBezTo>
                    <a:pt x="0" y="11430"/>
                    <a:pt x="2540" y="340360"/>
                    <a:pt x="2540" y="749300"/>
                  </a:cubicBezTo>
                  <a:cubicBezTo>
                    <a:pt x="2540" y="1489362"/>
                    <a:pt x="7620" y="2596457"/>
                    <a:pt x="7620" y="2856807"/>
                  </a:cubicBezTo>
                  <a:cubicBezTo>
                    <a:pt x="7620" y="3051117"/>
                    <a:pt x="16510" y="3449897"/>
                    <a:pt x="21590" y="3641667"/>
                  </a:cubicBezTo>
                  <a:lnTo>
                    <a:pt x="130810" y="3755967"/>
                  </a:lnTo>
                  <a:cubicBezTo>
                    <a:pt x="275590" y="3763587"/>
                    <a:pt x="543560" y="3777557"/>
                    <a:pt x="793750" y="3777557"/>
                  </a:cubicBezTo>
                  <a:lnTo>
                    <a:pt x="9184494" y="3777557"/>
                  </a:lnTo>
                  <a:lnTo>
                    <a:pt x="9184494" y="693420"/>
                  </a:lnTo>
                  <a:cubicBezTo>
                    <a:pt x="9184494" y="318770"/>
                    <a:pt x="9175603" y="41910"/>
                    <a:pt x="9175603" y="41910"/>
                  </a:cubicBezTo>
                  <a:cubicBezTo>
                    <a:pt x="9020663" y="21590"/>
                    <a:pt x="8864453" y="11430"/>
                    <a:pt x="8706974" y="12700"/>
                  </a:cubicBezTo>
                  <a:cubicBezTo>
                    <a:pt x="8433924" y="12700"/>
                    <a:pt x="1179830" y="21590"/>
                    <a:pt x="929640" y="12700"/>
                  </a:cubicBezTo>
                  <a:cubicBezTo>
                    <a:pt x="594360" y="0"/>
                    <a:pt x="0" y="11430"/>
                    <a:pt x="0" y="11430"/>
                  </a:cubicBezTo>
                  <a:close/>
                </a:path>
              </a:pathLst>
            </a:custGeom>
            <a:solidFill>
              <a:srgbClr val="FFFFFF"/>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80" name="Google Shape;480;p54"/>
            <p:cNvSpPr/>
            <p:nvPr/>
          </p:nvSpPr>
          <p:spPr>
            <a:xfrm>
              <a:off x="12700" y="217170"/>
              <a:ext cx="9197194" cy="3790257"/>
            </a:xfrm>
            <a:custGeom>
              <a:avLst/>
              <a:gdLst/>
              <a:ahLst/>
              <a:cxnLst/>
              <a:rect l="l" t="t" r="r" b="b"/>
              <a:pathLst>
                <a:path w="9197194" h="3790257" extrusionOk="0">
                  <a:moveTo>
                    <a:pt x="9197194" y="3790257"/>
                  </a:moveTo>
                  <a:lnTo>
                    <a:pt x="800100" y="3790257"/>
                  </a:lnTo>
                  <a:cubicBezTo>
                    <a:pt x="547370" y="3790257"/>
                    <a:pt x="270510" y="3776287"/>
                    <a:pt x="137160" y="3768667"/>
                  </a:cubicBezTo>
                  <a:lnTo>
                    <a:pt x="134620" y="3768667"/>
                  </a:lnTo>
                  <a:lnTo>
                    <a:pt x="21590" y="3650557"/>
                  </a:lnTo>
                  <a:lnTo>
                    <a:pt x="21590" y="3648017"/>
                  </a:lnTo>
                  <a:cubicBezTo>
                    <a:pt x="16510" y="3444817"/>
                    <a:pt x="7620" y="3051117"/>
                    <a:pt x="7620" y="2863157"/>
                  </a:cubicBezTo>
                  <a:cubicBezTo>
                    <a:pt x="7620" y="2747587"/>
                    <a:pt x="6350" y="2571057"/>
                    <a:pt x="5080" y="2265374"/>
                  </a:cubicBezTo>
                  <a:cubicBezTo>
                    <a:pt x="3810" y="1719162"/>
                    <a:pt x="2540" y="1101226"/>
                    <a:pt x="2540" y="755650"/>
                  </a:cubicBezTo>
                  <a:cubicBezTo>
                    <a:pt x="2540" y="351790"/>
                    <a:pt x="0" y="21590"/>
                    <a:pt x="0" y="17780"/>
                  </a:cubicBezTo>
                  <a:lnTo>
                    <a:pt x="0" y="11430"/>
                  </a:lnTo>
                  <a:lnTo>
                    <a:pt x="6350" y="11430"/>
                  </a:lnTo>
                  <a:cubicBezTo>
                    <a:pt x="12700" y="11430"/>
                    <a:pt x="604520" y="0"/>
                    <a:pt x="935990" y="12700"/>
                  </a:cubicBezTo>
                  <a:cubicBezTo>
                    <a:pt x="1121410" y="19050"/>
                    <a:pt x="7858613" y="16510"/>
                    <a:pt x="8343753" y="13970"/>
                  </a:cubicBezTo>
                  <a:cubicBezTo>
                    <a:pt x="8508853" y="12700"/>
                    <a:pt x="8643474" y="12700"/>
                    <a:pt x="8713324" y="12700"/>
                  </a:cubicBezTo>
                  <a:cubicBezTo>
                    <a:pt x="8866994" y="11430"/>
                    <a:pt x="9025744" y="21590"/>
                    <a:pt x="9183224" y="41910"/>
                  </a:cubicBezTo>
                  <a:lnTo>
                    <a:pt x="9188303" y="43180"/>
                  </a:lnTo>
                  <a:lnTo>
                    <a:pt x="9188303" y="48260"/>
                  </a:lnTo>
                  <a:cubicBezTo>
                    <a:pt x="9188303" y="50800"/>
                    <a:pt x="9197194" y="328930"/>
                    <a:pt x="9197194" y="699770"/>
                  </a:cubicBezTo>
                  <a:lnTo>
                    <a:pt x="9197194" y="3790257"/>
                  </a:lnTo>
                  <a:close/>
                  <a:moveTo>
                    <a:pt x="139700" y="3755967"/>
                  </a:moveTo>
                  <a:cubicBezTo>
                    <a:pt x="273050" y="3763587"/>
                    <a:pt x="548640" y="3777557"/>
                    <a:pt x="800100" y="3777557"/>
                  </a:cubicBezTo>
                  <a:lnTo>
                    <a:pt x="9184494" y="3777557"/>
                  </a:lnTo>
                  <a:lnTo>
                    <a:pt x="9184494" y="699770"/>
                  </a:lnTo>
                  <a:cubicBezTo>
                    <a:pt x="9184494" y="358140"/>
                    <a:pt x="9176874" y="93980"/>
                    <a:pt x="9175603" y="53340"/>
                  </a:cubicBezTo>
                  <a:cubicBezTo>
                    <a:pt x="9020663" y="33020"/>
                    <a:pt x="8864453" y="24130"/>
                    <a:pt x="8713324" y="25400"/>
                  </a:cubicBezTo>
                  <a:cubicBezTo>
                    <a:pt x="8643474" y="25400"/>
                    <a:pt x="8508853" y="27940"/>
                    <a:pt x="8343753" y="26670"/>
                  </a:cubicBezTo>
                  <a:cubicBezTo>
                    <a:pt x="7834484" y="22860"/>
                    <a:pt x="1304290" y="22860"/>
                    <a:pt x="935990" y="25400"/>
                  </a:cubicBezTo>
                  <a:cubicBezTo>
                    <a:pt x="622300" y="27940"/>
                    <a:pt x="77470" y="22860"/>
                    <a:pt x="12700" y="24130"/>
                  </a:cubicBezTo>
                  <a:cubicBezTo>
                    <a:pt x="12700" y="71120"/>
                    <a:pt x="15240" y="382270"/>
                    <a:pt x="15240" y="755650"/>
                  </a:cubicBezTo>
                  <a:cubicBezTo>
                    <a:pt x="15240" y="1101226"/>
                    <a:pt x="16510" y="1719162"/>
                    <a:pt x="17780" y="2265374"/>
                  </a:cubicBezTo>
                  <a:cubicBezTo>
                    <a:pt x="19050" y="2571057"/>
                    <a:pt x="20320" y="2747587"/>
                    <a:pt x="20320" y="2863157"/>
                  </a:cubicBezTo>
                  <a:cubicBezTo>
                    <a:pt x="20320" y="3049847"/>
                    <a:pt x="29210" y="3441007"/>
                    <a:pt x="34290" y="3645477"/>
                  </a:cubicBezTo>
                  <a:lnTo>
                    <a:pt x="139700" y="3755967"/>
                  </a:lnTo>
                  <a:close/>
                  <a:moveTo>
                    <a:pt x="139700" y="3755967"/>
                  </a:moveTo>
                  <a:lnTo>
                    <a:pt x="133350" y="3630237"/>
                  </a:lnTo>
                  <a:lnTo>
                    <a:pt x="34290" y="3644207"/>
                  </a:lnTo>
                  <a:lnTo>
                    <a:pt x="139700" y="3755967"/>
                  </a:lnTo>
                  <a:close/>
                </a:path>
              </a:pathLst>
            </a:custGeom>
            <a:solidFill>
              <a:srgbClr val="000000"/>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81" name="Google Shape;481;p54"/>
            <p:cNvSpPr/>
            <p:nvPr/>
          </p:nvSpPr>
          <p:spPr>
            <a:xfrm>
              <a:off x="299720" y="19050"/>
              <a:ext cx="617220" cy="304800"/>
            </a:xfrm>
            <a:custGeom>
              <a:avLst/>
              <a:gdLst/>
              <a:ahLst/>
              <a:cxnLst/>
              <a:rect l="l" t="t" r="r" b="b"/>
              <a:pathLst>
                <a:path w="617220" h="304800" extrusionOk="0">
                  <a:moveTo>
                    <a:pt x="600710" y="0"/>
                  </a:moveTo>
                  <a:lnTo>
                    <a:pt x="617220" y="77470"/>
                  </a:lnTo>
                  <a:lnTo>
                    <a:pt x="600710" y="190500"/>
                  </a:lnTo>
                  <a:lnTo>
                    <a:pt x="589280" y="297180"/>
                  </a:lnTo>
                  <a:lnTo>
                    <a:pt x="5080" y="304800"/>
                  </a:lnTo>
                  <a:lnTo>
                    <a:pt x="5080" y="255270"/>
                  </a:lnTo>
                  <a:lnTo>
                    <a:pt x="16510" y="148590"/>
                  </a:lnTo>
                  <a:lnTo>
                    <a:pt x="0" y="21590"/>
                  </a:lnTo>
                  <a:lnTo>
                    <a:pt x="600710" y="0"/>
                  </a:lnTo>
                  <a:close/>
                </a:path>
              </a:pathLst>
            </a:custGeom>
            <a:solidFill>
              <a:srgbClr val="000000"/>
            </a:solidFill>
            <a:ln>
              <a:noFill/>
            </a:ln>
          </p:spPr>
          <p:txBody>
            <a:bodyPr/>
            <a:lstStyle/>
            <a:p>
              <a:endParaRPr lang="en-US"/>
            </a:p>
          </p:txBody>
        </p:sp>
      </p:grpSp>
      <p:sp>
        <p:nvSpPr>
          <p:cNvPr id="482" name="Google Shape;482;p54"/>
          <p:cNvSpPr txBox="1"/>
          <p:nvPr/>
        </p:nvSpPr>
        <p:spPr>
          <a:xfrm>
            <a:off x="6945174" y="357740"/>
            <a:ext cx="1302300" cy="169200"/>
          </a:xfrm>
          <a:prstGeom prst="rect">
            <a:avLst/>
          </a:prstGeom>
          <a:noFill/>
          <a:ln>
            <a:noFill/>
          </a:ln>
        </p:spPr>
        <p:txBody>
          <a:bodyPr spcFirstLastPara="1" wrap="square" lIns="0" tIns="0" rIns="0" bIns="0" anchor="t" anchorCtr="0">
            <a:spAutoFit/>
          </a:bodyPr>
          <a:lstStyle/>
          <a:p>
            <a:pPr marL="0" marR="0" lvl="0" indent="0" algn="l" rtl="0">
              <a:lnSpc>
                <a:spcPct val="131021"/>
              </a:lnSpc>
              <a:spcBef>
                <a:spcPts val="0"/>
              </a:spcBef>
              <a:spcAft>
                <a:spcPts val="0"/>
              </a:spcAft>
              <a:buClr>
                <a:srgbClr val="000000"/>
              </a:buClr>
              <a:buSzPts val="1100"/>
              <a:buFont typeface="Arial"/>
              <a:buNone/>
            </a:pPr>
            <a:r>
              <a:rPr lang="fr" sz="1100" b="0" i="0" u="none" strike="noStrike" cap="none">
                <a:solidFill>
                  <a:srgbClr val="000000"/>
                </a:solidFill>
                <a:latin typeface="DM Sans"/>
                <a:ea typeface="DM Sans"/>
                <a:cs typeface="DM Sans"/>
                <a:sym typeface="DM Sans"/>
              </a:rPr>
              <a:t>date : </a:t>
            </a:r>
            <a:endParaRPr sz="700" b="0" i="0" u="none" strike="noStrike" cap="none">
              <a:solidFill>
                <a:srgbClr val="000000"/>
              </a:solidFill>
              <a:latin typeface="Arial"/>
              <a:ea typeface="Arial"/>
              <a:cs typeface="Arial"/>
              <a:sym typeface="Arial"/>
            </a:endParaRPr>
          </a:p>
        </p:txBody>
      </p:sp>
      <p:sp>
        <p:nvSpPr>
          <p:cNvPr id="483" name="Google Shape;483;p54"/>
          <p:cNvSpPr/>
          <p:nvPr/>
        </p:nvSpPr>
        <p:spPr>
          <a:xfrm>
            <a:off x="6828338" y="3801968"/>
            <a:ext cx="1705396" cy="1202502"/>
          </a:xfrm>
          <a:custGeom>
            <a:avLst/>
            <a:gdLst/>
            <a:ahLst/>
            <a:cxnLst/>
            <a:rect l="l" t="t" r="r" b="b"/>
            <a:pathLst>
              <a:path w="2613633" h="1842915" extrusionOk="0">
                <a:moveTo>
                  <a:pt x="2489173" y="1842915"/>
                </a:moveTo>
                <a:lnTo>
                  <a:pt x="124460" y="1842915"/>
                </a:lnTo>
                <a:cubicBezTo>
                  <a:pt x="55880" y="1842915"/>
                  <a:pt x="0" y="1787035"/>
                  <a:pt x="0" y="1718455"/>
                </a:cubicBezTo>
                <a:lnTo>
                  <a:pt x="0" y="124460"/>
                </a:lnTo>
                <a:cubicBezTo>
                  <a:pt x="0" y="55880"/>
                  <a:pt x="55880" y="0"/>
                  <a:pt x="124460" y="0"/>
                </a:cubicBezTo>
                <a:lnTo>
                  <a:pt x="2489173" y="0"/>
                </a:lnTo>
                <a:cubicBezTo>
                  <a:pt x="2557753" y="0"/>
                  <a:pt x="2613633" y="55880"/>
                  <a:pt x="2613633" y="124460"/>
                </a:cubicBezTo>
                <a:lnTo>
                  <a:pt x="2613633" y="1718455"/>
                </a:lnTo>
                <a:cubicBezTo>
                  <a:pt x="2613633" y="1787035"/>
                  <a:pt x="2557753" y="1842915"/>
                  <a:pt x="2489173" y="1842915"/>
                </a:cubicBezTo>
                <a:close/>
              </a:path>
            </a:pathLst>
          </a:custGeom>
          <a:solidFill>
            <a:srgbClr val="EDF0F2"/>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84" name="Google Shape;484;p54"/>
          <p:cNvSpPr/>
          <p:nvPr/>
        </p:nvSpPr>
        <p:spPr>
          <a:xfrm>
            <a:off x="5001117" y="3801968"/>
            <a:ext cx="1705396" cy="1202502"/>
          </a:xfrm>
          <a:custGeom>
            <a:avLst/>
            <a:gdLst/>
            <a:ahLst/>
            <a:cxnLst/>
            <a:rect l="l" t="t" r="r" b="b"/>
            <a:pathLst>
              <a:path w="2613633" h="1842915" extrusionOk="0">
                <a:moveTo>
                  <a:pt x="2489173" y="1842915"/>
                </a:moveTo>
                <a:lnTo>
                  <a:pt x="124460" y="1842915"/>
                </a:lnTo>
                <a:cubicBezTo>
                  <a:pt x="55880" y="1842915"/>
                  <a:pt x="0" y="1787035"/>
                  <a:pt x="0" y="1718455"/>
                </a:cubicBezTo>
                <a:lnTo>
                  <a:pt x="0" y="124460"/>
                </a:lnTo>
                <a:cubicBezTo>
                  <a:pt x="0" y="55880"/>
                  <a:pt x="55880" y="0"/>
                  <a:pt x="124460" y="0"/>
                </a:cubicBezTo>
                <a:lnTo>
                  <a:pt x="2489173" y="0"/>
                </a:lnTo>
                <a:cubicBezTo>
                  <a:pt x="2557753" y="0"/>
                  <a:pt x="2613633" y="55880"/>
                  <a:pt x="2613633" y="124460"/>
                </a:cubicBezTo>
                <a:lnTo>
                  <a:pt x="2613633" y="1718455"/>
                </a:lnTo>
                <a:cubicBezTo>
                  <a:pt x="2613633" y="1787035"/>
                  <a:pt x="2557753" y="1842915"/>
                  <a:pt x="2489173" y="1842915"/>
                </a:cubicBezTo>
                <a:close/>
              </a:path>
            </a:pathLst>
          </a:custGeom>
          <a:solidFill>
            <a:srgbClr val="EDF0F2"/>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85" name="Google Shape;485;p54"/>
          <p:cNvSpPr/>
          <p:nvPr/>
        </p:nvSpPr>
        <p:spPr>
          <a:xfrm>
            <a:off x="6852150" y="3350872"/>
            <a:ext cx="1703616" cy="354965"/>
          </a:xfrm>
          <a:custGeom>
            <a:avLst/>
            <a:gdLst/>
            <a:ahLst/>
            <a:cxnLst/>
            <a:rect l="l" t="t" r="r" b="b"/>
            <a:pathLst>
              <a:path w="3169519" h="660400" extrusionOk="0">
                <a:moveTo>
                  <a:pt x="3045058" y="660400"/>
                </a:moveTo>
                <a:lnTo>
                  <a:pt x="124460" y="660400"/>
                </a:lnTo>
                <a:cubicBezTo>
                  <a:pt x="55880" y="660400"/>
                  <a:pt x="0" y="604520"/>
                  <a:pt x="0" y="535940"/>
                </a:cubicBezTo>
                <a:lnTo>
                  <a:pt x="0" y="124460"/>
                </a:lnTo>
                <a:cubicBezTo>
                  <a:pt x="0" y="55880"/>
                  <a:pt x="55880" y="0"/>
                  <a:pt x="124460" y="0"/>
                </a:cubicBezTo>
                <a:lnTo>
                  <a:pt x="3045059" y="0"/>
                </a:lnTo>
                <a:cubicBezTo>
                  <a:pt x="3113639" y="0"/>
                  <a:pt x="3169519" y="55880"/>
                  <a:pt x="3169519" y="124460"/>
                </a:cubicBezTo>
                <a:lnTo>
                  <a:pt x="3169519" y="535940"/>
                </a:lnTo>
                <a:cubicBezTo>
                  <a:pt x="3169519" y="604520"/>
                  <a:pt x="3113639" y="660400"/>
                  <a:pt x="3045059"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86" name="Google Shape;486;p54"/>
          <p:cNvSpPr txBox="1"/>
          <p:nvPr/>
        </p:nvSpPr>
        <p:spPr>
          <a:xfrm>
            <a:off x="6922811" y="3411126"/>
            <a:ext cx="1561500" cy="169200"/>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TERMINE / QUI</a:t>
            </a:r>
            <a:endParaRPr sz="700" b="0" i="0" u="none" strike="noStrike" cap="none">
              <a:solidFill>
                <a:schemeClr val="lt1"/>
              </a:solidFill>
              <a:latin typeface="Arial"/>
              <a:ea typeface="Arial"/>
              <a:cs typeface="Arial"/>
              <a:sym typeface="Arial"/>
            </a:endParaRPr>
          </a:p>
        </p:txBody>
      </p:sp>
      <p:sp>
        <p:nvSpPr>
          <p:cNvPr id="487" name="Google Shape;487;p54"/>
          <p:cNvSpPr txBox="1"/>
          <p:nvPr/>
        </p:nvSpPr>
        <p:spPr>
          <a:xfrm>
            <a:off x="3291406" y="3411126"/>
            <a:ext cx="1561500" cy="169200"/>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A FAIRE  / QUI</a:t>
            </a:r>
            <a:endParaRPr sz="700" b="0" i="0" u="none" strike="noStrike" cap="none">
              <a:solidFill>
                <a:schemeClr val="lt1"/>
              </a:solidFill>
              <a:latin typeface="Arial"/>
              <a:ea typeface="Arial"/>
              <a:cs typeface="Arial"/>
              <a:sym typeface="Arial"/>
            </a:endParaRPr>
          </a:p>
        </p:txBody>
      </p:sp>
      <p:sp>
        <p:nvSpPr>
          <p:cNvPr id="488" name="Google Shape;488;p54"/>
          <p:cNvSpPr txBox="1"/>
          <p:nvPr/>
        </p:nvSpPr>
        <p:spPr>
          <a:xfrm>
            <a:off x="5142439" y="3411126"/>
            <a:ext cx="1561500" cy="169200"/>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EN COURS  / QUI</a:t>
            </a:r>
            <a:endParaRPr sz="700" b="0" i="0" u="none" strike="noStrike" cap="none">
              <a:solidFill>
                <a:schemeClr val="lt1"/>
              </a:solidFill>
              <a:latin typeface="Arial"/>
              <a:ea typeface="Arial"/>
              <a:cs typeface="Arial"/>
              <a:sym typeface="Arial"/>
            </a:endParaRPr>
          </a:p>
        </p:txBody>
      </p:sp>
      <p:sp>
        <p:nvSpPr>
          <p:cNvPr id="490" name="Google Shape;490;p54"/>
          <p:cNvSpPr txBox="1"/>
          <p:nvPr/>
        </p:nvSpPr>
        <p:spPr>
          <a:xfrm rot="20912654">
            <a:off x="3395784" y="435376"/>
            <a:ext cx="2357873" cy="400313"/>
          </a:xfrm>
          <a:prstGeom prst="rect">
            <a:avLst/>
          </a:prstGeom>
          <a:noFill/>
          <a:ln>
            <a:noFill/>
          </a:ln>
        </p:spPr>
        <p:txBody>
          <a:bodyPr spcFirstLastPara="1" wrap="square" lIns="45725" tIns="45725" rIns="45725" bIns="45725" anchor="t" anchorCtr="0">
            <a:spAutoFit/>
          </a:bodyPr>
          <a:lstStyle/>
          <a:p>
            <a:pPr marL="0" marR="0" lvl="0" indent="0" algn="l" rtl="0">
              <a:lnSpc>
                <a:spcPct val="100000"/>
              </a:lnSpc>
              <a:spcBef>
                <a:spcPts val="0"/>
              </a:spcBef>
              <a:spcAft>
                <a:spcPts val="0"/>
              </a:spcAft>
              <a:buClr>
                <a:srgbClr val="000000"/>
              </a:buClr>
              <a:buSzPts val="700"/>
              <a:buFont typeface="Arial"/>
              <a:buNone/>
            </a:pPr>
            <a:r>
              <a:rPr lang="fr" sz="1000" b="1" i="0" u="none" strike="noStrike" cap="none">
                <a:solidFill>
                  <a:srgbClr val="FF0000"/>
                </a:solidFill>
                <a:latin typeface="Calibri"/>
                <a:ea typeface="Calibri"/>
                <a:cs typeface="Calibri"/>
                <a:sym typeface="Calibri"/>
              </a:rPr>
              <a:t>DUPLIQUER CETTE SLIDE À CHAQUE FOIS QUE VOUS VOUS VOYEZ</a:t>
            </a:r>
            <a:endParaRPr sz="1000" b="1" i="0" u="none" strike="noStrike" cap="none">
              <a:solidFill>
                <a:srgbClr val="FF0000"/>
              </a:solidFill>
              <a:latin typeface="Calibri"/>
              <a:ea typeface="Calibri"/>
              <a:cs typeface="Calibri"/>
              <a:sym typeface="Calibri"/>
            </a:endParaRPr>
          </a:p>
        </p:txBody>
      </p:sp>
      <p:grpSp>
        <p:nvGrpSpPr>
          <p:cNvPr id="5" name="Google Shape;444;p51">
            <a:extLst>
              <a:ext uri="{FF2B5EF4-FFF2-40B4-BE49-F238E27FC236}">
                <a16:creationId xmlns:a16="http://schemas.microsoft.com/office/drawing/2014/main" id="{E52FCE2F-EA53-933D-17E1-ECFFFF2060F0}"/>
              </a:ext>
            </a:extLst>
          </p:cNvPr>
          <p:cNvGrpSpPr/>
          <p:nvPr/>
        </p:nvGrpSpPr>
        <p:grpSpPr>
          <a:xfrm>
            <a:off x="172633" y="4621912"/>
            <a:ext cx="2923917" cy="431526"/>
            <a:chOff x="12104611" y="1596973"/>
            <a:chExt cx="5847832" cy="863051"/>
          </a:xfrm>
        </p:grpSpPr>
        <p:sp>
          <p:nvSpPr>
            <p:cNvPr id="3" name="Google Shape;445;p51">
              <a:extLst>
                <a:ext uri="{FF2B5EF4-FFF2-40B4-BE49-F238E27FC236}">
                  <a16:creationId xmlns:a16="http://schemas.microsoft.com/office/drawing/2014/main" id="{85E8A6F9-DB30-8D6A-A08E-A527FA485611}"/>
                </a:ext>
              </a:extLst>
            </p:cNvPr>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4" name="Google Shape;446;p51">
              <a:extLst>
                <a:ext uri="{FF2B5EF4-FFF2-40B4-BE49-F238E27FC236}">
                  <a16:creationId xmlns:a16="http://schemas.microsoft.com/office/drawing/2014/main" id="{690E45FA-620C-3743-E0C8-1B21720FA684}"/>
                </a:ext>
              </a:extLst>
            </p:cNvPr>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2" name="Espace réservé du numéro de diapositive 1">
            <a:extLst>
              <a:ext uri="{FF2B5EF4-FFF2-40B4-BE49-F238E27FC236}">
                <a16:creationId xmlns:a16="http://schemas.microsoft.com/office/drawing/2014/main" id="{1306A998-2AED-C50E-8160-F9BB7DC64E0A}"/>
              </a:ext>
            </a:extLst>
          </p:cNvPr>
          <p:cNvSpPr>
            <a:spLocks noGrp="1"/>
          </p:cNvSpPr>
          <p:nvPr>
            <p:ph type="sldNum" idx="12"/>
          </p:nvPr>
        </p:nvSpPr>
        <p:spPr/>
        <p:txBody>
          <a:bodyPr/>
          <a:lstStyle/>
          <a:p>
            <a:fld id="{00000000-1234-1234-1234-123412341234}" type="slidenum">
              <a:rPr lang="fr"/>
              <a:t>49</a:t>
            </a:fld>
            <a:endParaRPr lang="fr-F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53"/>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r>
              <a:rPr lang="fr"/>
              <a:t>Les rendez-vous </a:t>
            </a:r>
            <a:r>
              <a:rPr lang="fr" err="1"/>
              <a:t>tuteur.rice</a:t>
            </a:r>
            <a:endParaRPr lang="fr-FR" err="1"/>
          </a:p>
        </p:txBody>
      </p:sp>
      <p:sp>
        <p:nvSpPr>
          <p:cNvPr id="458" name="Google Shape;458;p53"/>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rmAutofit fontScale="92500" lnSpcReduction="20000"/>
          </a:bodyPr>
          <a:lstStyle/>
          <a:p>
            <a:pPr marL="0" indent="0" algn="just">
              <a:spcAft>
                <a:spcPts val="1200"/>
              </a:spcAft>
              <a:buNone/>
            </a:pPr>
            <a:r>
              <a:rPr lang="fr-FR">
                <a:latin typeface="DM Sans"/>
              </a:rPr>
              <a:t>Vous devez </a:t>
            </a:r>
            <a:r>
              <a:rPr lang="fr-FR" b="1">
                <a:latin typeface="DM Sans"/>
              </a:rPr>
              <a:t>prévoir des rendez-vous </a:t>
            </a:r>
            <a:r>
              <a:rPr lang="fr-FR" b="1" err="1">
                <a:latin typeface="DM Sans"/>
              </a:rPr>
              <a:t>tuteur.rice</a:t>
            </a:r>
            <a:r>
              <a:rPr lang="fr-FR" b="1">
                <a:latin typeface="DM Sans"/>
              </a:rPr>
              <a:t> </a:t>
            </a:r>
            <a:r>
              <a:rPr lang="fr-FR">
                <a:latin typeface="DM Sans"/>
              </a:rPr>
              <a:t>dans le calendrier (voir la slide suivante). Ces rendez-vous doivent être fixés lors de la première rencontre avec votre </a:t>
            </a:r>
            <a:r>
              <a:rPr lang="fr-FR" err="1">
                <a:latin typeface="DM Sans"/>
              </a:rPr>
              <a:t>tuteur.rice</a:t>
            </a:r>
            <a:r>
              <a:rPr lang="fr-FR">
                <a:latin typeface="DM Sans"/>
              </a:rPr>
              <a:t>. </a:t>
            </a:r>
          </a:p>
          <a:p>
            <a:pPr marL="0" indent="0" algn="just">
              <a:lnSpc>
                <a:spcPct val="114999"/>
              </a:lnSpc>
              <a:spcAft>
                <a:spcPts val="1200"/>
              </a:spcAft>
              <a:buNone/>
            </a:pPr>
            <a:endParaRPr lang="fr-FR">
              <a:latin typeface="DM Sans"/>
            </a:endParaRPr>
          </a:p>
          <a:p>
            <a:pPr marL="0" indent="0" algn="just">
              <a:lnSpc>
                <a:spcPct val="114999"/>
              </a:lnSpc>
              <a:spcAft>
                <a:spcPts val="1200"/>
              </a:spcAft>
              <a:buNone/>
            </a:pPr>
            <a:r>
              <a:rPr lang="fr-FR">
                <a:latin typeface="DM Sans"/>
              </a:rPr>
              <a:t>Pour chaque réunion, vous devez </a:t>
            </a:r>
            <a:r>
              <a:rPr lang="fr-FR" b="1">
                <a:latin typeface="DM Sans"/>
              </a:rPr>
              <a:t>dupliquer et remplir la slide "Réunion </a:t>
            </a:r>
            <a:r>
              <a:rPr lang="fr-FR" b="1" err="1">
                <a:latin typeface="DM Sans"/>
              </a:rPr>
              <a:t>tuteur.rice</a:t>
            </a:r>
            <a:r>
              <a:rPr lang="fr-FR" b="1">
                <a:latin typeface="DM Sans"/>
              </a:rPr>
              <a:t>"</a:t>
            </a:r>
            <a:r>
              <a:rPr lang="fr-FR">
                <a:latin typeface="DM Sans"/>
              </a:rPr>
              <a:t> (slide 51). C'est important pour que vous puissiez </a:t>
            </a:r>
            <a:r>
              <a:rPr lang="fr-FR" b="1">
                <a:latin typeface="DM Sans"/>
              </a:rPr>
              <a:t>suivre votre avancement</a:t>
            </a:r>
            <a:r>
              <a:rPr lang="fr-FR">
                <a:latin typeface="DM Sans"/>
              </a:rPr>
              <a:t> dans le projet, et pour que votre tutrice puisse garder une trace de vos échanges.</a:t>
            </a:r>
          </a:p>
        </p:txBody>
      </p:sp>
      <p:sp>
        <p:nvSpPr>
          <p:cNvPr id="3" name="Espace réservé du numéro de diapositive 2">
            <a:extLst>
              <a:ext uri="{FF2B5EF4-FFF2-40B4-BE49-F238E27FC236}">
                <a16:creationId xmlns:a16="http://schemas.microsoft.com/office/drawing/2014/main" id="{BA9CF783-6548-7363-6231-F42F989ECA74}"/>
              </a:ext>
            </a:extLst>
          </p:cNvPr>
          <p:cNvSpPr>
            <a:spLocks noGrp="1"/>
          </p:cNvSpPr>
          <p:nvPr>
            <p:ph type="sldNum" idx="12"/>
          </p:nvPr>
        </p:nvSpPr>
        <p:spPr/>
        <p:txBody>
          <a:bodyPr/>
          <a:lstStyle/>
          <a:p>
            <a:fld id="{00000000-1234-1234-1234-123412341234}" type="slidenum">
              <a:rPr lang="fr"/>
              <a:t>50</a:t>
            </a:fld>
            <a:endParaRPr lang="fr-FR"/>
          </a:p>
        </p:txBody>
      </p:sp>
    </p:spTree>
    <p:extLst>
      <p:ext uri="{BB962C8B-B14F-4D97-AF65-F5344CB8AC3E}">
        <p14:creationId xmlns:p14="http://schemas.microsoft.com/office/powerpoint/2010/main" val="40088154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53"/>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fr"/>
              <a:t>Calendrier prévisionnel des rdv tutrice</a:t>
            </a:r>
            <a:endParaRPr/>
          </a:p>
        </p:txBody>
      </p:sp>
      <p:sp>
        <p:nvSpPr>
          <p:cNvPr id="11" name="ZoneTexte 10">
            <a:extLst>
              <a:ext uri="{FF2B5EF4-FFF2-40B4-BE49-F238E27FC236}">
                <a16:creationId xmlns:a16="http://schemas.microsoft.com/office/drawing/2014/main" id="{FA34A657-415D-8839-4355-4819EA01D9C3}"/>
              </a:ext>
            </a:extLst>
          </p:cNvPr>
          <p:cNvSpPr txBox="1"/>
          <p:nvPr/>
        </p:nvSpPr>
        <p:spPr>
          <a:xfrm>
            <a:off x="5073490" y="2302371"/>
            <a:ext cx="4780429"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latin typeface="DM Sans"/>
              </a:rPr>
              <a:t>Dates de RDV Tutrice :</a:t>
            </a:r>
            <a:endParaRPr lang="fr-FR"/>
          </a:p>
          <a:p>
            <a:endParaRPr lang="fr-FR">
              <a:latin typeface="DM Sans"/>
            </a:endParaRPr>
          </a:p>
          <a:p>
            <a:r>
              <a:rPr lang="en-US"/>
              <a:t>Lundi 10/02 à 11h</a:t>
            </a:r>
            <a:endParaRPr lang="fr-FR">
              <a:latin typeface="DM Sans"/>
            </a:endParaRPr>
          </a:p>
          <a:p>
            <a:r>
              <a:rPr lang="en-US"/>
              <a:t>Mardi 18/03 à 13h</a:t>
            </a:r>
          </a:p>
          <a:p>
            <a:r>
              <a:rPr lang="en-US"/>
              <a:t>Mardi 13/05 à 13h</a:t>
            </a:r>
            <a:endParaRPr lang="fr-FR"/>
          </a:p>
        </p:txBody>
      </p:sp>
      <p:grpSp>
        <p:nvGrpSpPr>
          <p:cNvPr id="15" name="Google Shape;444;p51">
            <a:extLst>
              <a:ext uri="{FF2B5EF4-FFF2-40B4-BE49-F238E27FC236}">
                <a16:creationId xmlns:a16="http://schemas.microsoft.com/office/drawing/2014/main" id="{60C9A9E9-8125-0568-088A-D7ADD3DA9825}"/>
              </a:ext>
            </a:extLst>
          </p:cNvPr>
          <p:cNvGrpSpPr/>
          <p:nvPr/>
        </p:nvGrpSpPr>
        <p:grpSpPr>
          <a:xfrm>
            <a:off x="5801369" y="4481733"/>
            <a:ext cx="2923917" cy="431526"/>
            <a:chOff x="12104611" y="1596973"/>
            <a:chExt cx="5847832" cy="863051"/>
          </a:xfrm>
        </p:grpSpPr>
        <p:sp>
          <p:nvSpPr>
            <p:cNvPr id="13" name="Google Shape;445;p51">
              <a:extLst>
                <a:ext uri="{FF2B5EF4-FFF2-40B4-BE49-F238E27FC236}">
                  <a16:creationId xmlns:a16="http://schemas.microsoft.com/office/drawing/2014/main" id="{EF95A8C5-794F-E7CF-693A-F96AA87D4128}"/>
                </a:ext>
              </a:extLst>
            </p:cNvPr>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14" name="Google Shape;446;p51">
              <a:extLst>
                <a:ext uri="{FF2B5EF4-FFF2-40B4-BE49-F238E27FC236}">
                  <a16:creationId xmlns:a16="http://schemas.microsoft.com/office/drawing/2014/main" id="{AC78B17D-4A3B-6CB8-C86B-463753FCF08E}"/>
                </a:ext>
              </a:extLst>
            </p:cNvPr>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3" name="Espace réservé du numéro de diapositive 2">
            <a:extLst>
              <a:ext uri="{FF2B5EF4-FFF2-40B4-BE49-F238E27FC236}">
                <a16:creationId xmlns:a16="http://schemas.microsoft.com/office/drawing/2014/main" id="{58D3DFF1-5800-5DC3-E09D-7524FA9DE724}"/>
              </a:ext>
            </a:extLst>
          </p:cNvPr>
          <p:cNvSpPr>
            <a:spLocks noGrp="1"/>
          </p:cNvSpPr>
          <p:nvPr>
            <p:ph type="sldNum" idx="12"/>
          </p:nvPr>
        </p:nvSpPr>
        <p:spPr/>
        <p:txBody>
          <a:bodyPr/>
          <a:lstStyle/>
          <a:p>
            <a:fld id="{00000000-1234-1234-1234-123412341234}" type="slidenum">
              <a:rPr lang="fr"/>
              <a:t>51</a:t>
            </a:fld>
            <a:endParaRPr lang="fr-FR"/>
          </a:p>
        </p:txBody>
      </p:sp>
      <p:pic>
        <p:nvPicPr>
          <p:cNvPr id="4" name="Image 3">
            <a:extLst>
              <a:ext uri="{FF2B5EF4-FFF2-40B4-BE49-F238E27FC236}">
                <a16:creationId xmlns:a16="http://schemas.microsoft.com/office/drawing/2014/main" id="{267A6798-B3A1-4F25-8B41-D9C89C9686E1}"/>
              </a:ext>
            </a:extLst>
          </p:cNvPr>
          <p:cNvPicPr>
            <a:picLocks noChangeAspect="1"/>
          </p:cNvPicPr>
          <p:nvPr/>
        </p:nvPicPr>
        <p:blipFill>
          <a:blip r:embed="rId4"/>
          <a:stretch>
            <a:fillRect/>
          </a:stretch>
        </p:blipFill>
        <p:spPr>
          <a:xfrm>
            <a:off x="298398" y="1955697"/>
            <a:ext cx="4595763" cy="2837489"/>
          </a:xfrm>
          <a:prstGeom prst="rect">
            <a:avLst/>
          </a:prstGeom>
        </p:spPr>
      </p:pic>
      <mc:AlternateContent xmlns:mc="http://schemas.openxmlformats.org/markup-compatibility/2006">
        <mc:Choice xmlns:p14="http://schemas.microsoft.com/office/powerpoint/2010/main" Requires="p14">
          <p:contentPart p14:bwMode="auto" r:id="rId5">
            <p14:nvContentPartPr>
              <p14:cNvPr id="2" name="Encre 1">
                <a:extLst>
                  <a:ext uri="{FF2B5EF4-FFF2-40B4-BE49-F238E27FC236}">
                    <a16:creationId xmlns:a16="http://schemas.microsoft.com/office/drawing/2014/main" id="{7918FC43-AA3D-B611-5A7B-3F41BBF09446}"/>
                  </a:ext>
                </a:extLst>
              </p14:cNvPr>
              <p14:cNvContentPartPr/>
              <p14:nvPr/>
            </p14:nvContentPartPr>
            <p14:xfrm>
              <a:off x="2168029" y="2923255"/>
              <a:ext cx="84240" cy="7560"/>
            </p14:xfrm>
          </p:contentPart>
        </mc:Choice>
        <mc:Fallback>
          <p:pic>
            <p:nvPicPr>
              <p:cNvPr id="2" name="Encre 1">
                <a:extLst>
                  <a:ext uri="{FF2B5EF4-FFF2-40B4-BE49-F238E27FC236}">
                    <a16:creationId xmlns:a16="http://schemas.microsoft.com/office/drawing/2014/main" id="{7918FC43-AA3D-B611-5A7B-3F41BBF09446}"/>
                  </a:ext>
                </a:extLst>
              </p:cNvPr>
              <p:cNvPicPr/>
              <p:nvPr/>
            </p:nvPicPr>
            <p:blipFill>
              <a:blip r:embed="rId6"/>
              <a:stretch>
                <a:fillRect/>
              </a:stretch>
            </p:blipFill>
            <p:spPr>
              <a:xfrm>
                <a:off x="2131874" y="2854528"/>
                <a:ext cx="156187" cy="144671"/>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Encre 4">
                <a:extLst>
                  <a:ext uri="{FF2B5EF4-FFF2-40B4-BE49-F238E27FC236}">
                    <a16:creationId xmlns:a16="http://schemas.microsoft.com/office/drawing/2014/main" id="{19275AB5-E91A-1211-C18D-FDD393EFB35E}"/>
                  </a:ext>
                </a:extLst>
              </p14:cNvPr>
              <p14:cNvContentPartPr/>
              <p14:nvPr/>
            </p14:nvContentPartPr>
            <p14:xfrm>
              <a:off x="3865069" y="3054295"/>
              <a:ext cx="75600" cy="14400"/>
            </p14:xfrm>
          </p:contentPart>
        </mc:Choice>
        <mc:Fallback>
          <p:pic>
            <p:nvPicPr>
              <p:cNvPr id="5" name="Encre 4">
                <a:extLst>
                  <a:ext uri="{FF2B5EF4-FFF2-40B4-BE49-F238E27FC236}">
                    <a16:creationId xmlns:a16="http://schemas.microsoft.com/office/drawing/2014/main" id="{19275AB5-E91A-1211-C18D-FDD393EFB35E}"/>
                  </a:ext>
                </a:extLst>
              </p:cNvPr>
              <p:cNvPicPr/>
              <p:nvPr/>
            </p:nvPicPr>
            <p:blipFill>
              <a:blip r:embed="rId8"/>
              <a:stretch>
                <a:fillRect/>
              </a:stretch>
            </p:blipFill>
            <p:spPr>
              <a:xfrm>
                <a:off x="3829069" y="2982295"/>
                <a:ext cx="14724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Encre 5">
                <a:extLst>
                  <a:ext uri="{FF2B5EF4-FFF2-40B4-BE49-F238E27FC236}">
                    <a16:creationId xmlns:a16="http://schemas.microsoft.com/office/drawing/2014/main" id="{C2208CFF-5C4D-D269-D69E-D9982FD7C0C0}"/>
                  </a:ext>
                </a:extLst>
              </p14:cNvPr>
              <p14:cNvContentPartPr/>
              <p14:nvPr/>
            </p14:nvContentPartPr>
            <p14:xfrm>
              <a:off x="2341189" y="4214215"/>
              <a:ext cx="61920" cy="4680"/>
            </p14:xfrm>
          </p:contentPart>
        </mc:Choice>
        <mc:Fallback>
          <p:pic>
            <p:nvPicPr>
              <p:cNvPr id="6" name="Encre 5">
                <a:extLst>
                  <a:ext uri="{FF2B5EF4-FFF2-40B4-BE49-F238E27FC236}">
                    <a16:creationId xmlns:a16="http://schemas.microsoft.com/office/drawing/2014/main" id="{C2208CFF-5C4D-D269-D69E-D9982FD7C0C0}"/>
                  </a:ext>
                </a:extLst>
              </p:cNvPr>
              <p:cNvPicPr/>
              <p:nvPr/>
            </p:nvPicPr>
            <p:blipFill>
              <a:blip r:embed="rId10"/>
              <a:stretch>
                <a:fillRect/>
              </a:stretch>
            </p:blipFill>
            <p:spPr>
              <a:xfrm>
                <a:off x="2305189" y="4142215"/>
                <a:ext cx="133560" cy="148320"/>
              </a:xfrm>
              <a:prstGeom prst="rect">
                <a:avLst/>
              </a:prstGeom>
            </p:spPr>
          </p:pic>
        </mc:Fallback>
      </mc:AlternateContent>
    </p:spTree>
    <p:extLst>
      <p:ext uri="{BB962C8B-B14F-4D97-AF65-F5344CB8AC3E}">
        <p14:creationId xmlns:p14="http://schemas.microsoft.com/office/powerpoint/2010/main" val="42215469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57"/>
          <p:cNvSpPr/>
          <p:nvPr/>
        </p:nvSpPr>
        <p:spPr>
          <a:xfrm>
            <a:off x="279472" y="745464"/>
            <a:ext cx="2247274" cy="354965"/>
          </a:xfrm>
          <a:custGeom>
            <a:avLst/>
            <a:gdLst/>
            <a:ahLst/>
            <a:cxnLst/>
            <a:rect l="l" t="t" r="r" b="b"/>
            <a:pathLst>
              <a:path w="4180975" h="660400" extrusionOk="0">
                <a:moveTo>
                  <a:pt x="4056514" y="660400"/>
                </a:moveTo>
                <a:lnTo>
                  <a:pt x="124460" y="660400"/>
                </a:lnTo>
                <a:cubicBezTo>
                  <a:pt x="55880" y="660400"/>
                  <a:pt x="0" y="604520"/>
                  <a:pt x="0" y="535940"/>
                </a:cubicBezTo>
                <a:lnTo>
                  <a:pt x="0" y="124460"/>
                </a:lnTo>
                <a:cubicBezTo>
                  <a:pt x="0" y="55880"/>
                  <a:pt x="55880" y="0"/>
                  <a:pt x="124460" y="0"/>
                </a:cubicBezTo>
                <a:lnTo>
                  <a:pt x="4056514" y="0"/>
                </a:lnTo>
                <a:cubicBezTo>
                  <a:pt x="4125094" y="0"/>
                  <a:pt x="4180975" y="55880"/>
                  <a:pt x="4180975" y="124460"/>
                </a:cubicBezTo>
                <a:lnTo>
                  <a:pt x="4180975" y="535940"/>
                </a:lnTo>
                <a:cubicBezTo>
                  <a:pt x="4180975" y="604520"/>
                  <a:pt x="4125094" y="660400"/>
                  <a:pt x="4056514"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07" name="Google Shape;507;p57"/>
          <p:cNvSpPr/>
          <p:nvPr/>
        </p:nvSpPr>
        <p:spPr>
          <a:xfrm>
            <a:off x="281577" y="1658624"/>
            <a:ext cx="2249621" cy="1572524"/>
          </a:xfrm>
          <a:custGeom>
            <a:avLst/>
            <a:gdLst/>
            <a:ahLst/>
            <a:cxnLst/>
            <a:rect l="l" t="t" r="r" b="b"/>
            <a:pathLst>
              <a:path w="3447695" h="2409998" extrusionOk="0">
                <a:moveTo>
                  <a:pt x="3323235" y="2409998"/>
                </a:moveTo>
                <a:lnTo>
                  <a:pt x="124460" y="2409998"/>
                </a:lnTo>
                <a:cubicBezTo>
                  <a:pt x="55880" y="2409998"/>
                  <a:pt x="0" y="2354118"/>
                  <a:pt x="0" y="2285538"/>
                </a:cubicBezTo>
                <a:lnTo>
                  <a:pt x="0" y="124460"/>
                </a:lnTo>
                <a:cubicBezTo>
                  <a:pt x="0" y="55880"/>
                  <a:pt x="55880" y="0"/>
                  <a:pt x="124460" y="0"/>
                </a:cubicBezTo>
                <a:lnTo>
                  <a:pt x="3323236" y="0"/>
                </a:lnTo>
                <a:cubicBezTo>
                  <a:pt x="3391815" y="0"/>
                  <a:pt x="3447695" y="55880"/>
                  <a:pt x="3447695" y="124460"/>
                </a:cubicBezTo>
                <a:lnTo>
                  <a:pt x="3447695" y="2285539"/>
                </a:lnTo>
                <a:cubicBezTo>
                  <a:pt x="3447695" y="2354119"/>
                  <a:pt x="3391815" y="2409998"/>
                  <a:pt x="3323236" y="2409998"/>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08" name="Google Shape;508;p57"/>
          <p:cNvSpPr/>
          <p:nvPr/>
        </p:nvSpPr>
        <p:spPr>
          <a:xfrm>
            <a:off x="3150083" y="3801968"/>
            <a:ext cx="1705396" cy="1202502"/>
          </a:xfrm>
          <a:custGeom>
            <a:avLst/>
            <a:gdLst/>
            <a:ahLst/>
            <a:cxnLst/>
            <a:rect l="l" t="t" r="r" b="b"/>
            <a:pathLst>
              <a:path w="2613633" h="1842915" extrusionOk="0">
                <a:moveTo>
                  <a:pt x="2489173" y="1842915"/>
                </a:moveTo>
                <a:lnTo>
                  <a:pt x="124460" y="1842915"/>
                </a:lnTo>
                <a:cubicBezTo>
                  <a:pt x="55880" y="1842915"/>
                  <a:pt x="0" y="1787035"/>
                  <a:pt x="0" y="1718455"/>
                </a:cubicBezTo>
                <a:lnTo>
                  <a:pt x="0" y="124460"/>
                </a:lnTo>
                <a:cubicBezTo>
                  <a:pt x="0" y="55880"/>
                  <a:pt x="55880" y="0"/>
                  <a:pt x="124460" y="0"/>
                </a:cubicBezTo>
                <a:lnTo>
                  <a:pt x="2489173" y="0"/>
                </a:lnTo>
                <a:cubicBezTo>
                  <a:pt x="2557753" y="0"/>
                  <a:pt x="2613633" y="55880"/>
                  <a:pt x="2613633" y="124460"/>
                </a:cubicBezTo>
                <a:lnTo>
                  <a:pt x="2613633" y="1718455"/>
                </a:lnTo>
                <a:cubicBezTo>
                  <a:pt x="2613633" y="1787035"/>
                  <a:pt x="2557753" y="1842915"/>
                  <a:pt x="2489173" y="1842915"/>
                </a:cubicBezTo>
                <a:close/>
              </a:path>
            </a:pathLst>
          </a:custGeom>
          <a:solidFill>
            <a:srgbClr val="EDF0F2"/>
          </a:solidFill>
          <a:ln>
            <a:noFill/>
          </a:ln>
        </p:spPr>
        <p:txBody>
          <a:bodyPr spcFirstLastPara="1" wrap="square" lIns="45725" tIns="45725" rIns="45725" bIns="45725" anchor="t" anchorCtr="0">
            <a:noAutofit/>
          </a:bodyPr>
          <a:lstStyle/>
          <a:p>
            <a:pPr marL="171450" indent="-171450">
              <a:buSzPts val="700"/>
              <a:buFontTx/>
              <a:buChar char="-"/>
            </a:pPr>
            <a:r>
              <a:rPr lang="fr-FR" sz="1000">
                <a:solidFill>
                  <a:schemeClr val="accent4">
                    <a:lumMod val="10000"/>
                  </a:schemeClr>
                </a:solidFill>
              </a:rPr>
              <a:t>Tom doit faire une page test plus légère.</a:t>
            </a:r>
          </a:p>
          <a:p>
            <a:pPr marL="171450" indent="-171450">
              <a:buSzPts val="700"/>
              <a:buFontTx/>
              <a:buChar char="-"/>
            </a:pPr>
            <a:r>
              <a:rPr lang="fr-FR" sz="1000">
                <a:solidFill>
                  <a:schemeClr val="accent4">
                    <a:lumMod val="10000"/>
                  </a:schemeClr>
                </a:solidFill>
              </a:rPr>
              <a:t>Myriam tente de contacter l’hébergeur actuel du site.</a:t>
            </a:r>
          </a:p>
        </p:txBody>
      </p:sp>
      <p:sp>
        <p:nvSpPr>
          <p:cNvPr id="509" name="Google Shape;509;p57"/>
          <p:cNvSpPr/>
          <p:nvPr/>
        </p:nvSpPr>
        <p:spPr>
          <a:xfrm>
            <a:off x="3126271" y="1209134"/>
            <a:ext cx="5407453" cy="354965"/>
          </a:xfrm>
          <a:custGeom>
            <a:avLst/>
            <a:gdLst/>
            <a:ahLst/>
            <a:cxnLst/>
            <a:rect l="l" t="t" r="r" b="b"/>
            <a:pathLst>
              <a:path w="10060378" h="660400" extrusionOk="0">
                <a:moveTo>
                  <a:pt x="9935918" y="660400"/>
                </a:moveTo>
                <a:lnTo>
                  <a:pt x="124460" y="660400"/>
                </a:lnTo>
                <a:cubicBezTo>
                  <a:pt x="55880" y="660400"/>
                  <a:pt x="0" y="604520"/>
                  <a:pt x="0" y="535940"/>
                </a:cubicBezTo>
                <a:lnTo>
                  <a:pt x="0" y="124460"/>
                </a:lnTo>
                <a:cubicBezTo>
                  <a:pt x="0" y="55880"/>
                  <a:pt x="55880" y="0"/>
                  <a:pt x="124460" y="0"/>
                </a:cubicBezTo>
                <a:lnTo>
                  <a:pt x="9935918" y="0"/>
                </a:lnTo>
                <a:cubicBezTo>
                  <a:pt x="10004498" y="0"/>
                  <a:pt x="10060378" y="55880"/>
                  <a:pt x="10060378" y="124460"/>
                </a:cubicBezTo>
                <a:lnTo>
                  <a:pt x="10060378" y="535940"/>
                </a:lnTo>
                <a:cubicBezTo>
                  <a:pt x="10060378" y="604520"/>
                  <a:pt x="10004498" y="660400"/>
                  <a:pt x="9935918"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10" name="Google Shape;510;p57"/>
          <p:cNvSpPr/>
          <p:nvPr/>
        </p:nvSpPr>
        <p:spPr>
          <a:xfrm>
            <a:off x="290255" y="3338298"/>
            <a:ext cx="2240930" cy="1202502"/>
          </a:xfrm>
          <a:custGeom>
            <a:avLst/>
            <a:gdLst/>
            <a:ahLst/>
            <a:cxnLst/>
            <a:rect l="l" t="t" r="r" b="b"/>
            <a:pathLst>
              <a:path w="3434376" h="1842915" extrusionOk="0">
                <a:moveTo>
                  <a:pt x="3309915" y="1842915"/>
                </a:moveTo>
                <a:lnTo>
                  <a:pt x="124460" y="1842915"/>
                </a:lnTo>
                <a:cubicBezTo>
                  <a:pt x="55880" y="1842915"/>
                  <a:pt x="0" y="1787035"/>
                  <a:pt x="0" y="1718455"/>
                </a:cubicBezTo>
                <a:lnTo>
                  <a:pt x="0" y="124460"/>
                </a:lnTo>
                <a:cubicBezTo>
                  <a:pt x="0" y="55880"/>
                  <a:pt x="55880" y="0"/>
                  <a:pt x="124460" y="0"/>
                </a:cubicBezTo>
                <a:lnTo>
                  <a:pt x="3309916" y="0"/>
                </a:lnTo>
                <a:cubicBezTo>
                  <a:pt x="3378496" y="0"/>
                  <a:pt x="3434376" y="55880"/>
                  <a:pt x="3434376" y="124460"/>
                </a:cubicBezTo>
                <a:lnTo>
                  <a:pt x="3434376" y="1718455"/>
                </a:lnTo>
                <a:cubicBezTo>
                  <a:pt x="3434376" y="1787035"/>
                  <a:pt x="3378496" y="1842915"/>
                  <a:pt x="3309916" y="1842915"/>
                </a:cubicBezTo>
                <a:close/>
              </a:path>
            </a:pathLst>
          </a:custGeom>
          <a:solidFill>
            <a:srgbClr val="EDF0F2"/>
          </a:solidFill>
          <a:ln>
            <a:noFill/>
          </a:ln>
        </p:spPr>
        <p:txBody>
          <a:bodyPr spcFirstLastPara="1" wrap="square" lIns="45725" tIns="45725" rIns="45725" bIns="45725" anchor="t" anchorCtr="0">
            <a:noAutofit/>
          </a:bodyPr>
          <a:lstStyle/>
          <a:p>
            <a:pPr marL="0" marR="0" lvl="0" indent="0" rtl="0">
              <a:lnSpc>
                <a:spcPct val="100000"/>
              </a:lnSpc>
              <a:spcBef>
                <a:spcPts val="0"/>
              </a:spcBef>
              <a:spcAft>
                <a:spcPts val="0"/>
              </a:spcAft>
              <a:buClr>
                <a:srgbClr val="000000"/>
              </a:buClr>
              <a:buSzPts val="700"/>
              <a:buFont typeface="Arial"/>
              <a:buNone/>
            </a:pPr>
            <a:r>
              <a:rPr lang="fr-FR" sz="1000" b="0" i="0" u="none" strike="noStrike" cap="none">
                <a:solidFill>
                  <a:schemeClr val="accent4">
                    <a:lumMod val="10000"/>
                  </a:schemeClr>
                </a:solidFill>
                <a:latin typeface="Arial"/>
                <a:ea typeface="Arial"/>
                <a:cs typeface="Arial"/>
                <a:sym typeface="Arial"/>
              </a:rPr>
              <a:t>Présentation du thème, du sujet et de l’état de notre avancement.</a:t>
            </a:r>
            <a:endParaRPr sz="1000" b="0" i="0" u="none" strike="noStrike" cap="none">
              <a:solidFill>
                <a:schemeClr val="accent4">
                  <a:lumMod val="10000"/>
                </a:schemeClr>
              </a:solidFill>
              <a:latin typeface="Arial"/>
              <a:ea typeface="Arial"/>
              <a:cs typeface="Arial"/>
              <a:sym typeface="Arial"/>
            </a:endParaRPr>
          </a:p>
        </p:txBody>
      </p:sp>
      <p:sp>
        <p:nvSpPr>
          <p:cNvPr id="511" name="Google Shape;511;p57"/>
          <p:cNvSpPr/>
          <p:nvPr/>
        </p:nvSpPr>
        <p:spPr>
          <a:xfrm>
            <a:off x="3150083" y="3350872"/>
            <a:ext cx="1703616" cy="354965"/>
          </a:xfrm>
          <a:custGeom>
            <a:avLst/>
            <a:gdLst/>
            <a:ahLst/>
            <a:cxnLst/>
            <a:rect l="l" t="t" r="r" b="b"/>
            <a:pathLst>
              <a:path w="3169519" h="660400" extrusionOk="0">
                <a:moveTo>
                  <a:pt x="3045058" y="660400"/>
                </a:moveTo>
                <a:lnTo>
                  <a:pt x="124460" y="660400"/>
                </a:lnTo>
                <a:cubicBezTo>
                  <a:pt x="55880" y="660400"/>
                  <a:pt x="0" y="604520"/>
                  <a:pt x="0" y="535940"/>
                </a:cubicBezTo>
                <a:lnTo>
                  <a:pt x="0" y="124460"/>
                </a:lnTo>
                <a:cubicBezTo>
                  <a:pt x="0" y="55880"/>
                  <a:pt x="55880" y="0"/>
                  <a:pt x="124460" y="0"/>
                </a:cubicBezTo>
                <a:lnTo>
                  <a:pt x="3045059" y="0"/>
                </a:lnTo>
                <a:cubicBezTo>
                  <a:pt x="3113639" y="0"/>
                  <a:pt x="3169519" y="55880"/>
                  <a:pt x="3169519" y="124460"/>
                </a:cubicBezTo>
                <a:lnTo>
                  <a:pt x="3169519" y="535940"/>
                </a:lnTo>
                <a:cubicBezTo>
                  <a:pt x="3169519" y="604520"/>
                  <a:pt x="3113639" y="660400"/>
                  <a:pt x="3045059"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12" name="Google Shape;512;p57"/>
          <p:cNvSpPr txBox="1"/>
          <p:nvPr/>
        </p:nvSpPr>
        <p:spPr>
          <a:xfrm>
            <a:off x="375624" y="805748"/>
            <a:ext cx="1561500" cy="253916"/>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a:solidFill>
                  <a:schemeClr val="lt1"/>
                </a:solidFill>
                <a:latin typeface="DM Sans"/>
                <a:sym typeface="DM Sans"/>
              </a:rPr>
              <a:t>PARTICIPANT.E.S</a:t>
            </a:r>
            <a:endParaRPr sz="700" b="0" i="0" u="none" strike="noStrike" cap="none">
              <a:solidFill>
                <a:schemeClr val="lt1"/>
              </a:solidFill>
              <a:latin typeface="Arial"/>
              <a:ea typeface="Arial"/>
              <a:cs typeface="Arial"/>
              <a:sym typeface="Arial"/>
            </a:endParaRPr>
          </a:p>
        </p:txBody>
      </p:sp>
      <p:sp>
        <p:nvSpPr>
          <p:cNvPr id="513" name="Google Shape;513;p57"/>
          <p:cNvSpPr/>
          <p:nvPr/>
        </p:nvSpPr>
        <p:spPr>
          <a:xfrm>
            <a:off x="290255" y="2887202"/>
            <a:ext cx="2247274" cy="354965"/>
          </a:xfrm>
          <a:custGeom>
            <a:avLst/>
            <a:gdLst/>
            <a:ahLst/>
            <a:cxnLst/>
            <a:rect l="l" t="t" r="r" b="b"/>
            <a:pathLst>
              <a:path w="4180975" h="660400" extrusionOk="0">
                <a:moveTo>
                  <a:pt x="4056514" y="660400"/>
                </a:moveTo>
                <a:lnTo>
                  <a:pt x="124460" y="660400"/>
                </a:lnTo>
                <a:cubicBezTo>
                  <a:pt x="55880" y="660400"/>
                  <a:pt x="0" y="604520"/>
                  <a:pt x="0" y="535940"/>
                </a:cubicBezTo>
                <a:lnTo>
                  <a:pt x="0" y="124460"/>
                </a:lnTo>
                <a:cubicBezTo>
                  <a:pt x="0" y="55880"/>
                  <a:pt x="55880" y="0"/>
                  <a:pt x="124460" y="0"/>
                </a:cubicBezTo>
                <a:lnTo>
                  <a:pt x="4056514" y="0"/>
                </a:lnTo>
                <a:cubicBezTo>
                  <a:pt x="4125094" y="0"/>
                  <a:pt x="4180975" y="55880"/>
                  <a:pt x="4180975" y="124460"/>
                </a:cubicBezTo>
                <a:lnTo>
                  <a:pt x="4180975" y="535940"/>
                </a:lnTo>
                <a:cubicBezTo>
                  <a:pt x="4180975" y="604520"/>
                  <a:pt x="4125094" y="660400"/>
                  <a:pt x="4056514"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14" name="Google Shape;514;p57"/>
          <p:cNvSpPr txBox="1"/>
          <p:nvPr/>
        </p:nvSpPr>
        <p:spPr>
          <a:xfrm>
            <a:off x="439651" y="2947486"/>
            <a:ext cx="1561500" cy="253916"/>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OBJECTIFS</a:t>
            </a:r>
          </a:p>
        </p:txBody>
      </p:sp>
      <p:sp>
        <p:nvSpPr>
          <p:cNvPr id="518" name="Google Shape;518;p57"/>
          <p:cNvSpPr/>
          <p:nvPr/>
        </p:nvSpPr>
        <p:spPr>
          <a:xfrm>
            <a:off x="3150083" y="1658624"/>
            <a:ext cx="5413102" cy="1572524"/>
          </a:xfrm>
          <a:custGeom>
            <a:avLst/>
            <a:gdLst/>
            <a:ahLst/>
            <a:cxnLst/>
            <a:rect l="l" t="t" r="r" b="b"/>
            <a:pathLst>
              <a:path w="8295942" h="2409998" extrusionOk="0">
                <a:moveTo>
                  <a:pt x="8171481" y="2409998"/>
                </a:moveTo>
                <a:lnTo>
                  <a:pt x="124460" y="2409998"/>
                </a:lnTo>
                <a:cubicBezTo>
                  <a:pt x="55880" y="2409998"/>
                  <a:pt x="0" y="2354118"/>
                  <a:pt x="0" y="2285538"/>
                </a:cubicBezTo>
                <a:lnTo>
                  <a:pt x="0" y="124460"/>
                </a:lnTo>
                <a:cubicBezTo>
                  <a:pt x="0" y="55880"/>
                  <a:pt x="55880" y="0"/>
                  <a:pt x="124460" y="0"/>
                </a:cubicBezTo>
                <a:lnTo>
                  <a:pt x="8171481" y="0"/>
                </a:lnTo>
                <a:cubicBezTo>
                  <a:pt x="8240061" y="0"/>
                  <a:pt x="8295942" y="55880"/>
                  <a:pt x="8295942" y="124460"/>
                </a:cubicBezTo>
                <a:lnTo>
                  <a:pt x="8295942" y="2285539"/>
                </a:lnTo>
                <a:cubicBezTo>
                  <a:pt x="8295942" y="2354119"/>
                  <a:pt x="8240061" y="2409998"/>
                  <a:pt x="8171481" y="2409998"/>
                </a:cubicBezTo>
                <a:close/>
              </a:path>
            </a:pathLst>
          </a:custGeom>
          <a:solidFill>
            <a:srgbClr val="EDF0F2"/>
          </a:solidFill>
          <a:ln>
            <a:noFill/>
          </a:ln>
        </p:spPr>
        <p:txBody>
          <a:bodyPr spcFirstLastPara="1" wrap="square" lIns="45725" tIns="45725" rIns="45725" bIns="45725" anchor="t" anchorCtr="0">
            <a:noAutofit/>
          </a:bodyPr>
          <a:lstStyle/>
          <a:p>
            <a:pPr marL="171450" indent="-171450">
              <a:buSzPts val="700"/>
              <a:buFontTx/>
              <a:buChar char="-"/>
            </a:pPr>
            <a:r>
              <a:rPr lang="fr-FR" sz="1000">
                <a:solidFill>
                  <a:schemeClr val="accent4">
                    <a:lumMod val="10000"/>
                  </a:schemeClr>
                </a:solidFill>
              </a:rPr>
              <a:t>Quel est la problématique ?</a:t>
            </a:r>
          </a:p>
          <a:p>
            <a:pPr marL="171450" indent="-171450">
              <a:buSzPts val="700"/>
              <a:buFontTx/>
              <a:buChar char="-"/>
            </a:pPr>
            <a:r>
              <a:rPr lang="fr-FR" sz="1000">
                <a:solidFill>
                  <a:schemeClr val="accent4">
                    <a:lumMod val="10000"/>
                  </a:schemeClr>
                </a:solidFill>
              </a:rPr>
              <a:t>Comment avancer.</a:t>
            </a:r>
          </a:p>
          <a:p>
            <a:pPr marL="171450" indent="-171450">
              <a:buSzPts val="700"/>
              <a:buFontTx/>
              <a:buChar char="-"/>
            </a:pPr>
            <a:r>
              <a:rPr lang="fr-FR" sz="1000">
                <a:solidFill>
                  <a:schemeClr val="accent4">
                    <a:lumMod val="10000"/>
                  </a:schemeClr>
                </a:solidFill>
              </a:rPr>
              <a:t>Comment répartir les tâches.</a:t>
            </a:r>
          </a:p>
          <a:p>
            <a:pPr marL="171450" indent="-171450">
              <a:buSzPts val="700"/>
              <a:buFontTx/>
              <a:buChar char="-"/>
            </a:pPr>
            <a:r>
              <a:rPr lang="fr-FR" sz="1000">
                <a:solidFill>
                  <a:schemeClr val="accent4">
                    <a:lumMod val="10000"/>
                  </a:schemeClr>
                </a:solidFill>
              </a:rPr>
              <a:t>Quelles solutions potentielles ?</a:t>
            </a:r>
          </a:p>
          <a:p>
            <a:pPr marL="171450" indent="-171450">
              <a:buSzPts val="700"/>
              <a:buFontTx/>
              <a:buChar char="-"/>
            </a:pPr>
            <a:r>
              <a:rPr lang="fr-FR" sz="1000">
                <a:solidFill>
                  <a:schemeClr val="accent4">
                    <a:lumMod val="10000"/>
                  </a:schemeClr>
                </a:solidFill>
              </a:rPr>
              <a:t>Comment faire une présentation originale.</a:t>
            </a:r>
          </a:p>
          <a:p>
            <a:pPr marL="171450" indent="-171450">
              <a:buSzPts val="700"/>
              <a:buFontTx/>
              <a:buChar char="-"/>
            </a:pPr>
            <a:r>
              <a:rPr lang="fr-FR" sz="1000">
                <a:solidFill>
                  <a:schemeClr val="accent4">
                    <a:lumMod val="10000"/>
                  </a:schemeClr>
                </a:solidFill>
              </a:rPr>
              <a:t>Etat des lieux de l’hébergement.</a:t>
            </a:r>
            <a:endParaRPr sz="1000">
              <a:solidFill>
                <a:schemeClr val="accent4">
                  <a:lumMod val="10000"/>
                </a:schemeClr>
              </a:solidFill>
            </a:endParaRPr>
          </a:p>
        </p:txBody>
      </p:sp>
      <p:sp>
        <p:nvSpPr>
          <p:cNvPr id="519" name="Google Shape;519;p57"/>
          <p:cNvSpPr txBox="1"/>
          <p:nvPr/>
        </p:nvSpPr>
        <p:spPr>
          <a:xfrm>
            <a:off x="3291406" y="1269418"/>
            <a:ext cx="1561500" cy="169200"/>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SUJETS </a:t>
            </a:r>
            <a:r>
              <a:rPr lang="fr" sz="1100" b="1">
                <a:solidFill>
                  <a:schemeClr val="lt1"/>
                </a:solidFill>
                <a:latin typeface="DM Sans"/>
                <a:ea typeface="DM Sans"/>
                <a:cs typeface="DM Sans"/>
                <a:sym typeface="DM Sans"/>
              </a:rPr>
              <a:t>ABORDÉS</a:t>
            </a:r>
            <a:endParaRPr sz="700" b="0" i="0" u="none" strike="noStrike" cap="none">
              <a:solidFill>
                <a:schemeClr val="lt1"/>
              </a:solidFill>
              <a:latin typeface="Arial"/>
              <a:ea typeface="Arial"/>
              <a:cs typeface="Arial"/>
              <a:sym typeface="Arial"/>
            </a:endParaRPr>
          </a:p>
        </p:txBody>
      </p:sp>
      <p:sp>
        <p:nvSpPr>
          <p:cNvPr id="520" name="Google Shape;520;p57"/>
          <p:cNvSpPr/>
          <p:nvPr/>
        </p:nvSpPr>
        <p:spPr>
          <a:xfrm>
            <a:off x="5001116" y="3350872"/>
            <a:ext cx="1703616" cy="354965"/>
          </a:xfrm>
          <a:custGeom>
            <a:avLst/>
            <a:gdLst/>
            <a:ahLst/>
            <a:cxnLst/>
            <a:rect l="l" t="t" r="r" b="b"/>
            <a:pathLst>
              <a:path w="3169519" h="660400" extrusionOk="0">
                <a:moveTo>
                  <a:pt x="3045058" y="660400"/>
                </a:moveTo>
                <a:lnTo>
                  <a:pt x="124460" y="660400"/>
                </a:lnTo>
                <a:cubicBezTo>
                  <a:pt x="55880" y="660400"/>
                  <a:pt x="0" y="604520"/>
                  <a:pt x="0" y="535940"/>
                </a:cubicBezTo>
                <a:lnTo>
                  <a:pt x="0" y="124460"/>
                </a:lnTo>
                <a:cubicBezTo>
                  <a:pt x="0" y="55880"/>
                  <a:pt x="55880" y="0"/>
                  <a:pt x="124460" y="0"/>
                </a:cubicBezTo>
                <a:lnTo>
                  <a:pt x="3045059" y="0"/>
                </a:lnTo>
                <a:cubicBezTo>
                  <a:pt x="3113639" y="0"/>
                  <a:pt x="3169519" y="55880"/>
                  <a:pt x="3169519" y="124460"/>
                </a:cubicBezTo>
                <a:lnTo>
                  <a:pt x="3169519" y="535940"/>
                </a:lnTo>
                <a:cubicBezTo>
                  <a:pt x="3169519" y="604520"/>
                  <a:pt x="3113639" y="660400"/>
                  <a:pt x="3045059"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grpSp>
        <p:nvGrpSpPr>
          <p:cNvPr id="521" name="Google Shape;521;p57"/>
          <p:cNvGrpSpPr/>
          <p:nvPr/>
        </p:nvGrpSpPr>
        <p:grpSpPr>
          <a:xfrm>
            <a:off x="6472917" y="208961"/>
            <a:ext cx="2246874" cy="725087"/>
            <a:chOff x="12700" y="19050"/>
            <a:chExt cx="9197194" cy="3988377"/>
          </a:xfrm>
        </p:grpSpPr>
        <p:sp>
          <p:nvSpPr>
            <p:cNvPr id="522" name="Google Shape;522;p57"/>
            <p:cNvSpPr/>
            <p:nvPr/>
          </p:nvSpPr>
          <p:spPr>
            <a:xfrm>
              <a:off x="19050" y="223520"/>
              <a:ext cx="9184494" cy="3777557"/>
            </a:xfrm>
            <a:custGeom>
              <a:avLst/>
              <a:gdLst/>
              <a:ahLst/>
              <a:cxnLst/>
              <a:rect l="l" t="t" r="r" b="b"/>
              <a:pathLst>
                <a:path w="9184494" h="3777557" extrusionOk="0">
                  <a:moveTo>
                    <a:pt x="0" y="11430"/>
                  </a:moveTo>
                  <a:cubicBezTo>
                    <a:pt x="0" y="11430"/>
                    <a:pt x="2540" y="340360"/>
                    <a:pt x="2540" y="749300"/>
                  </a:cubicBezTo>
                  <a:cubicBezTo>
                    <a:pt x="2540" y="1489362"/>
                    <a:pt x="7620" y="2596457"/>
                    <a:pt x="7620" y="2856807"/>
                  </a:cubicBezTo>
                  <a:cubicBezTo>
                    <a:pt x="7620" y="3051117"/>
                    <a:pt x="16510" y="3449897"/>
                    <a:pt x="21590" y="3641667"/>
                  </a:cubicBezTo>
                  <a:lnTo>
                    <a:pt x="130810" y="3755967"/>
                  </a:lnTo>
                  <a:cubicBezTo>
                    <a:pt x="275590" y="3763587"/>
                    <a:pt x="543560" y="3777557"/>
                    <a:pt x="793750" y="3777557"/>
                  </a:cubicBezTo>
                  <a:lnTo>
                    <a:pt x="9184494" y="3777557"/>
                  </a:lnTo>
                  <a:lnTo>
                    <a:pt x="9184494" y="693420"/>
                  </a:lnTo>
                  <a:cubicBezTo>
                    <a:pt x="9184494" y="318770"/>
                    <a:pt x="9175603" y="41910"/>
                    <a:pt x="9175603" y="41910"/>
                  </a:cubicBezTo>
                  <a:cubicBezTo>
                    <a:pt x="9020663" y="21590"/>
                    <a:pt x="8864453" y="11430"/>
                    <a:pt x="8706974" y="12700"/>
                  </a:cubicBezTo>
                  <a:cubicBezTo>
                    <a:pt x="8433924" y="12700"/>
                    <a:pt x="1179830" y="21590"/>
                    <a:pt x="929640" y="12700"/>
                  </a:cubicBezTo>
                  <a:cubicBezTo>
                    <a:pt x="594360" y="0"/>
                    <a:pt x="0" y="11430"/>
                    <a:pt x="0" y="11430"/>
                  </a:cubicBezTo>
                  <a:close/>
                </a:path>
              </a:pathLst>
            </a:custGeom>
            <a:solidFill>
              <a:srgbClr val="FFFFFF"/>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23" name="Google Shape;523;p57"/>
            <p:cNvSpPr/>
            <p:nvPr/>
          </p:nvSpPr>
          <p:spPr>
            <a:xfrm>
              <a:off x="12700" y="217170"/>
              <a:ext cx="9197194" cy="3790257"/>
            </a:xfrm>
            <a:custGeom>
              <a:avLst/>
              <a:gdLst/>
              <a:ahLst/>
              <a:cxnLst/>
              <a:rect l="l" t="t" r="r" b="b"/>
              <a:pathLst>
                <a:path w="9197194" h="3790257" extrusionOk="0">
                  <a:moveTo>
                    <a:pt x="9197194" y="3790257"/>
                  </a:moveTo>
                  <a:lnTo>
                    <a:pt x="800100" y="3790257"/>
                  </a:lnTo>
                  <a:cubicBezTo>
                    <a:pt x="547370" y="3790257"/>
                    <a:pt x="270510" y="3776287"/>
                    <a:pt x="137160" y="3768667"/>
                  </a:cubicBezTo>
                  <a:lnTo>
                    <a:pt x="134620" y="3768667"/>
                  </a:lnTo>
                  <a:lnTo>
                    <a:pt x="21590" y="3650557"/>
                  </a:lnTo>
                  <a:lnTo>
                    <a:pt x="21590" y="3648017"/>
                  </a:lnTo>
                  <a:cubicBezTo>
                    <a:pt x="16510" y="3444817"/>
                    <a:pt x="7620" y="3051117"/>
                    <a:pt x="7620" y="2863157"/>
                  </a:cubicBezTo>
                  <a:cubicBezTo>
                    <a:pt x="7620" y="2747587"/>
                    <a:pt x="6350" y="2571057"/>
                    <a:pt x="5080" y="2265374"/>
                  </a:cubicBezTo>
                  <a:cubicBezTo>
                    <a:pt x="3810" y="1719162"/>
                    <a:pt x="2540" y="1101226"/>
                    <a:pt x="2540" y="755650"/>
                  </a:cubicBezTo>
                  <a:cubicBezTo>
                    <a:pt x="2540" y="351790"/>
                    <a:pt x="0" y="21590"/>
                    <a:pt x="0" y="17780"/>
                  </a:cubicBezTo>
                  <a:lnTo>
                    <a:pt x="0" y="11430"/>
                  </a:lnTo>
                  <a:lnTo>
                    <a:pt x="6350" y="11430"/>
                  </a:lnTo>
                  <a:cubicBezTo>
                    <a:pt x="12700" y="11430"/>
                    <a:pt x="604520" y="0"/>
                    <a:pt x="935990" y="12700"/>
                  </a:cubicBezTo>
                  <a:cubicBezTo>
                    <a:pt x="1121410" y="19050"/>
                    <a:pt x="7858613" y="16510"/>
                    <a:pt x="8343753" y="13970"/>
                  </a:cubicBezTo>
                  <a:cubicBezTo>
                    <a:pt x="8508853" y="12700"/>
                    <a:pt x="8643474" y="12700"/>
                    <a:pt x="8713324" y="12700"/>
                  </a:cubicBezTo>
                  <a:cubicBezTo>
                    <a:pt x="8866994" y="11430"/>
                    <a:pt x="9025744" y="21590"/>
                    <a:pt x="9183224" y="41910"/>
                  </a:cubicBezTo>
                  <a:lnTo>
                    <a:pt x="9188303" y="43180"/>
                  </a:lnTo>
                  <a:lnTo>
                    <a:pt x="9188303" y="48260"/>
                  </a:lnTo>
                  <a:cubicBezTo>
                    <a:pt x="9188303" y="50800"/>
                    <a:pt x="9197194" y="328930"/>
                    <a:pt x="9197194" y="699770"/>
                  </a:cubicBezTo>
                  <a:lnTo>
                    <a:pt x="9197194" y="3790257"/>
                  </a:lnTo>
                  <a:close/>
                  <a:moveTo>
                    <a:pt x="139700" y="3755967"/>
                  </a:moveTo>
                  <a:cubicBezTo>
                    <a:pt x="273050" y="3763587"/>
                    <a:pt x="548640" y="3777557"/>
                    <a:pt x="800100" y="3777557"/>
                  </a:cubicBezTo>
                  <a:lnTo>
                    <a:pt x="9184494" y="3777557"/>
                  </a:lnTo>
                  <a:lnTo>
                    <a:pt x="9184494" y="699770"/>
                  </a:lnTo>
                  <a:cubicBezTo>
                    <a:pt x="9184494" y="358140"/>
                    <a:pt x="9176874" y="93980"/>
                    <a:pt x="9175603" y="53340"/>
                  </a:cubicBezTo>
                  <a:cubicBezTo>
                    <a:pt x="9020663" y="33020"/>
                    <a:pt x="8864453" y="24130"/>
                    <a:pt x="8713324" y="25400"/>
                  </a:cubicBezTo>
                  <a:cubicBezTo>
                    <a:pt x="8643474" y="25400"/>
                    <a:pt x="8508853" y="27940"/>
                    <a:pt x="8343753" y="26670"/>
                  </a:cubicBezTo>
                  <a:cubicBezTo>
                    <a:pt x="7834484" y="22860"/>
                    <a:pt x="1304290" y="22860"/>
                    <a:pt x="935990" y="25400"/>
                  </a:cubicBezTo>
                  <a:cubicBezTo>
                    <a:pt x="622300" y="27940"/>
                    <a:pt x="77470" y="22860"/>
                    <a:pt x="12700" y="24130"/>
                  </a:cubicBezTo>
                  <a:cubicBezTo>
                    <a:pt x="12700" y="71120"/>
                    <a:pt x="15240" y="382270"/>
                    <a:pt x="15240" y="755650"/>
                  </a:cubicBezTo>
                  <a:cubicBezTo>
                    <a:pt x="15240" y="1101226"/>
                    <a:pt x="16510" y="1719162"/>
                    <a:pt x="17780" y="2265374"/>
                  </a:cubicBezTo>
                  <a:cubicBezTo>
                    <a:pt x="19050" y="2571057"/>
                    <a:pt x="20320" y="2747587"/>
                    <a:pt x="20320" y="2863157"/>
                  </a:cubicBezTo>
                  <a:cubicBezTo>
                    <a:pt x="20320" y="3049847"/>
                    <a:pt x="29210" y="3441007"/>
                    <a:pt x="34290" y="3645477"/>
                  </a:cubicBezTo>
                  <a:lnTo>
                    <a:pt x="139700" y="3755967"/>
                  </a:lnTo>
                  <a:close/>
                  <a:moveTo>
                    <a:pt x="139700" y="3755967"/>
                  </a:moveTo>
                  <a:lnTo>
                    <a:pt x="133350" y="3630237"/>
                  </a:lnTo>
                  <a:lnTo>
                    <a:pt x="34290" y="3644207"/>
                  </a:lnTo>
                  <a:lnTo>
                    <a:pt x="139700" y="3755967"/>
                  </a:lnTo>
                  <a:close/>
                </a:path>
              </a:pathLst>
            </a:custGeom>
            <a:solidFill>
              <a:srgbClr val="000000"/>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24" name="Google Shape;524;p57"/>
            <p:cNvSpPr/>
            <p:nvPr/>
          </p:nvSpPr>
          <p:spPr>
            <a:xfrm>
              <a:off x="299720" y="19050"/>
              <a:ext cx="617220" cy="304800"/>
            </a:xfrm>
            <a:custGeom>
              <a:avLst/>
              <a:gdLst/>
              <a:ahLst/>
              <a:cxnLst/>
              <a:rect l="l" t="t" r="r" b="b"/>
              <a:pathLst>
                <a:path w="617220" h="304800" extrusionOk="0">
                  <a:moveTo>
                    <a:pt x="600710" y="0"/>
                  </a:moveTo>
                  <a:lnTo>
                    <a:pt x="617220" y="77470"/>
                  </a:lnTo>
                  <a:lnTo>
                    <a:pt x="600710" y="190500"/>
                  </a:lnTo>
                  <a:lnTo>
                    <a:pt x="589280" y="297180"/>
                  </a:lnTo>
                  <a:lnTo>
                    <a:pt x="5080" y="304800"/>
                  </a:lnTo>
                  <a:lnTo>
                    <a:pt x="5080" y="255270"/>
                  </a:lnTo>
                  <a:lnTo>
                    <a:pt x="16510" y="148590"/>
                  </a:lnTo>
                  <a:lnTo>
                    <a:pt x="0" y="21590"/>
                  </a:lnTo>
                  <a:lnTo>
                    <a:pt x="600710" y="0"/>
                  </a:lnTo>
                  <a:close/>
                </a:path>
              </a:pathLst>
            </a:custGeom>
            <a:solidFill>
              <a:srgbClr val="000000"/>
            </a:solidFill>
            <a:ln>
              <a:noFill/>
            </a:ln>
          </p:spPr>
          <p:txBody>
            <a:bodyPr/>
            <a:lstStyle/>
            <a:p>
              <a:endParaRPr lang="en-US"/>
            </a:p>
          </p:txBody>
        </p:sp>
      </p:grpSp>
      <p:sp>
        <p:nvSpPr>
          <p:cNvPr id="525" name="Google Shape;525;p57"/>
          <p:cNvSpPr txBox="1"/>
          <p:nvPr/>
        </p:nvSpPr>
        <p:spPr>
          <a:xfrm>
            <a:off x="6703939" y="394935"/>
            <a:ext cx="1819602" cy="443455"/>
          </a:xfrm>
          <a:prstGeom prst="rect">
            <a:avLst/>
          </a:prstGeom>
          <a:noFill/>
          <a:ln>
            <a:noFill/>
          </a:ln>
        </p:spPr>
        <p:txBody>
          <a:bodyPr spcFirstLastPara="1" wrap="square" lIns="0" tIns="0" rIns="0" bIns="0" anchor="t" anchorCtr="0">
            <a:spAutoFit/>
          </a:bodyPr>
          <a:lstStyle/>
          <a:p>
            <a:pPr>
              <a:lnSpc>
                <a:spcPct val="131021"/>
              </a:lnSpc>
              <a:buSzPts val="1100"/>
            </a:pPr>
            <a:r>
              <a:rPr lang="fr" sz="1100">
                <a:latin typeface="DM Sans"/>
                <a:ea typeface="DM Sans"/>
                <a:cs typeface="DM Sans"/>
                <a:sym typeface="DM Sans"/>
              </a:rPr>
              <a:t>D</a:t>
            </a:r>
            <a:r>
              <a:rPr lang="fr" sz="1100" b="0" i="0" u="none" strike="noStrike" cap="none">
                <a:solidFill>
                  <a:srgbClr val="000000"/>
                </a:solidFill>
                <a:latin typeface="DM Sans"/>
                <a:ea typeface="DM Sans"/>
                <a:cs typeface="DM Sans"/>
                <a:sym typeface="DM Sans"/>
              </a:rPr>
              <a:t>ate : </a:t>
            </a:r>
            <a:r>
              <a:rPr lang="en-US" sz="1100"/>
              <a:t>Lundi 10/02 à 11h</a:t>
            </a:r>
            <a:endParaRPr lang="fr-FR" sz="1100">
              <a:latin typeface="DM Sans"/>
            </a:endParaRPr>
          </a:p>
          <a:p>
            <a:pPr marL="0" marR="0" lvl="0" indent="0" algn="l" rtl="0">
              <a:lnSpc>
                <a:spcPct val="131021"/>
              </a:lnSpc>
              <a:spcBef>
                <a:spcPts val="0"/>
              </a:spcBef>
              <a:spcAft>
                <a:spcPts val="0"/>
              </a:spcAft>
              <a:buClr>
                <a:srgbClr val="000000"/>
              </a:buClr>
              <a:buSzPts val="1100"/>
              <a:buFont typeface="Arial"/>
              <a:buNone/>
            </a:pPr>
            <a:r>
              <a:rPr lang="fr" sz="1100" b="0" i="0" u="none" strike="noStrike" cap="none">
                <a:solidFill>
                  <a:srgbClr val="000000"/>
                </a:solidFill>
                <a:latin typeface="DM Sans"/>
                <a:ea typeface="DM Sans"/>
                <a:cs typeface="DM Sans"/>
                <a:sym typeface="DM Sans"/>
              </a:rPr>
              <a:t> </a:t>
            </a:r>
            <a:endParaRPr sz="700" b="0" i="0" u="none" strike="noStrike" cap="none">
              <a:solidFill>
                <a:srgbClr val="000000"/>
              </a:solidFill>
              <a:latin typeface="Arial"/>
              <a:ea typeface="Arial"/>
              <a:cs typeface="Arial"/>
              <a:sym typeface="Arial"/>
            </a:endParaRPr>
          </a:p>
        </p:txBody>
      </p:sp>
      <p:sp>
        <p:nvSpPr>
          <p:cNvPr id="526" name="Google Shape;526;p57"/>
          <p:cNvSpPr/>
          <p:nvPr/>
        </p:nvSpPr>
        <p:spPr>
          <a:xfrm>
            <a:off x="6828338" y="3801968"/>
            <a:ext cx="1705396" cy="1202502"/>
          </a:xfrm>
          <a:custGeom>
            <a:avLst/>
            <a:gdLst/>
            <a:ahLst/>
            <a:cxnLst/>
            <a:rect l="l" t="t" r="r" b="b"/>
            <a:pathLst>
              <a:path w="2613633" h="1842915" extrusionOk="0">
                <a:moveTo>
                  <a:pt x="2489173" y="1842915"/>
                </a:moveTo>
                <a:lnTo>
                  <a:pt x="124460" y="1842915"/>
                </a:lnTo>
                <a:cubicBezTo>
                  <a:pt x="55880" y="1842915"/>
                  <a:pt x="0" y="1787035"/>
                  <a:pt x="0" y="1718455"/>
                </a:cubicBezTo>
                <a:lnTo>
                  <a:pt x="0" y="124460"/>
                </a:lnTo>
                <a:cubicBezTo>
                  <a:pt x="0" y="55880"/>
                  <a:pt x="55880" y="0"/>
                  <a:pt x="124460" y="0"/>
                </a:cubicBezTo>
                <a:lnTo>
                  <a:pt x="2489173" y="0"/>
                </a:lnTo>
                <a:cubicBezTo>
                  <a:pt x="2557753" y="0"/>
                  <a:pt x="2613633" y="55880"/>
                  <a:pt x="2613633" y="124460"/>
                </a:cubicBezTo>
                <a:lnTo>
                  <a:pt x="2613633" y="1718455"/>
                </a:lnTo>
                <a:cubicBezTo>
                  <a:pt x="2613633" y="1787035"/>
                  <a:pt x="2557753" y="1842915"/>
                  <a:pt x="2489173" y="1842915"/>
                </a:cubicBezTo>
                <a:close/>
              </a:path>
            </a:pathLst>
          </a:custGeom>
          <a:solidFill>
            <a:srgbClr val="EDF0F2"/>
          </a:solidFill>
          <a:ln>
            <a:noFill/>
          </a:ln>
        </p:spPr>
        <p:txBody>
          <a:bodyPr spcFirstLastPara="1" wrap="square" lIns="45725" tIns="45725" rIns="45725" bIns="45725" anchor="t" anchorCtr="0">
            <a:noAutofit/>
          </a:bodyPr>
          <a:lstStyle/>
          <a:p>
            <a:pPr>
              <a:buSzPts val="700"/>
            </a:pPr>
            <a:endParaRPr sz="1000">
              <a:solidFill>
                <a:schemeClr val="accent4">
                  <a:lumMod val="10000"/>
                </a:schemeClr>
              </a:solidFill>
            </a:endParaRPr>
          </a:p>
        </p:txBody>
      </p:sp>
      <p:sp>
        <p:nvSpPr>
          <p:cNvPr id="527" name="Google Shape;527;p57"/>
          <p:cNvSpPr/>
          <p:nvPr/>
        </p:nvSpPr>
        <p:spPr>
          <a:xfrm>
            <a:off x="5001117" y="3801968"/>
            <a:ext cx="1705396" cy="1202502"/>
          </a:xfrm>
          <a:custGeom>
            <a:avLst/>
            <a:gdLst/>
            <a:ahLst/>
            <a:cxnLst/>
            <a:rect l="l" t="t" r="r" b="b"/>
            <a:pathLst>
              <a:path w="2613633" h="1842915" extrusionOk="0">
                <a:moveTo>
                  <a:pt x="2489173" y="1842915"/>
                </a:moveTo>
                <a:lnTo>
                  <a:pt x="124460" y="1842915"/>
                </a:lnTo>
                <a:cubicBezTo>
                  <a:pt x="55880" y="1842915"/>
                  <a:pt x="0" y="1787035"/>
                  <a:pt x="0" y="1718455"/>
                </a:cubicBezTo>
                <a:lnTo>
                  <a:pt x="0" y="124460"/>
                </a:lnTo>
                <a:cubicBezTo>
                  <a:pt x="0" y="55880"/>
                  <a:pt x="55880" y="0"/>
                  <a:pt x="124460" y="0"/>
                </a:cubicBezTo>
                <a:lnTo>
                  <a:pt x="2489173" y="0"/>
                </a:lnTo>
                <a:cubicBezTo>
                  <a:pt x="2557753" y="0"/>
                  <a:pt x="2613633" y="55880"/>
                  <a:pt x="2613633" y="124460"/>
                </a:cubicBezTo>
                <a:lnTo>
                  <a:pt x="2613633" y="1718455"/>
                </a:lnTo>
                <a:cubicBezTo>
                  <a:pt x="2613633" y="1787035"/>
                  <a:pt x="2557753" y="1842915"/>
                  <a:pt x="2489173" y="1842915"/>
                </a:cubicBezTo>
                <a:close/>
              </a:path>
            </a:pathLst>
          </a:custGeom>
          <a:solidFill>
            <a:srgbClr val="EDF0F2"/>
          </a:solidFill>
          <a:ln>
            <a:noFill/>
          </a:ln>
        </p:spPr>
        <p:txBody>
          <a:bodyPr spcFirstLastPara="1" wrap="square" lIns="45725" tIns="45725" rIns="45725" bIns="45725" anchor="t" anchorCtr="0">
            <a:noAutofit/>
          </a:bodyPr>
          <a:lstStyle/>
          <a:p>
            <a:pPr marL="171450" indent="-171450">
              <a:buSzPts val="700"/>
              <a:buFontTx/>
              <a:buChar char="-"/>
            </a:pPr>
            <a:r>
              <a:rPr lang="fr-FR" sz="1000">
                <a:solidFill>
                  <a:schemeClr val="accent4">
                    <a:lumMod val="10000"/>
                  </a:schemeClr>
                </a:solidFill>
              </a:rPr>
              <a:t>Myriam s’occupe du support visuel.</a:t>
            </a:r>
          </a:p>
        </p:txBody>
      </p:sp>
      <p:sp>
        <p:nvSpPr>
          <p:cNvPr id="528" name="Google Shape;528;p57"/>
          <p:cNvSpPr/>
          <p:nvPr/>
        </p:nvSpPr>
        <p:spPr>
          <a:xfrm>
            <a:off x="6852150" y="3350872"/>
            <a:ext cx="1703616" cy="354965"/>
          </a:xfrm>
          <a:custGeom>
            <a:avLst/>
            <a:gdLst/>
            <a:ahLst/>
            <a:cxnLst/>
            <a:rect l="l" t="t" r="r" b="b"/>
            <a:pathLst>
              <a:path w="3169519" h="660400" extrusionOk="0">
                <a:moveTo>
                  <a:pt x="3045058" y="660400"/>
                </a:moveTo>
                <a:lnTo>
                  <a:pt x="124460" y="660400"/>
                </a:lnTo>
                <a:cubicBezTo>
                  <a:pt x="55880" y="660400"/>
                  <a:pt x="0" y="604520"/>
                  <a:pt x="0" y="535940"/>
                </a:cubicBezTo>
                <a:lnTo>
                  <a:pt x="0" y="124460"/>
                </a:lnTo>
                <a:cubicBezTo>
                  <a:pt x="0" y="55880"/>
                  <a:pt x="55880" y="0"/>
                  <a:pt x="124460" y="0"/>
                </a:cubicBezTo>
                <a:lnTo>
                  <a:pt x="3045059" y="0"/>
                </a:lnTo>
                <a:cubicBezTo>
                  <a:pt x="3113639" y="0"/>
                  <a:pt x="3169519" y="55880"/>
                  <a:pt x="3169519" y="124460"/>
                </a:cubicBezTo>
                <a:lnTo>
                  <a:pt x="3169519" y="535940"/>
                </a:lnTo>
                <a:cubicBezTo>
                  <a:pt x="3169519" y="604520"/>
                  <a:pt x="3113639" y="660400"/>
                  <a:pt x="3045059"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29" name="Google Shape;529;p57"/>
          <p:cNvSpPr txBox="1"/>
          <p:nvPr/>
        </p:nvSpPr>
        <p:spPr>
          <a:xfrm>
            <a:off x="6922811" y="3411126"/>
            <a:ext cx="1561500" cy="169200"/>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TERMINE / QUI</a:t>
            </a:r>
            <a:endParaRPr sz="700" b="0" i="0" u="none" strike="noStrike" cap="none">
              <a:solidFill>
                <a:schemeClr val="lt1"/>
              </a:solidFill>
              <a:latin typeface="Arial"/>
              <a:ea typeface="Arial"/>
              <a:cs typeface="Arial"/>
              <a:sym typeface="Arial"/>
            </a:endParaRPr>
          </a:p>
        </p:txBody>
      </p:sp>
      <p:sp>
        <p:nvSpPr>
          <p:cNvPr id="530" name="Google Shape;530;p57"/>
          <p:cNvSpPr txBox="1"/>
          <p:nvPr/>
        </p:nvSpPr>
        <p:spPr>
          <a:xfrm>
            <a:off x="3291406" y="3411126"/>
            <a:ext cx="1561500" cy="169200"/>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A FAIRE  / QUI</a:t>
            </a:r>
            <a:endParaRPr sz="700" b="0" i="0" u="none" strike="noStrike" cap="none">
              <a:solidFill>
                <a:schemeClr val="lt1"/>
              </a:solidFill>
              <a:latin typeface="Arial"/>
              <a:ea typeface="Arial"/>
              <a:cs typeface="Arial"/>
              <a:sym typeface="Arial"/>
            </a:endParaRPr>
          </a:p>
        </p:txBody>
      </p:sp>
      <p:sp>
        <p:nvSpPr>
          <p:cNvPr id="531" name="Google Shape;531;p57"/>
          <p:cNvSpPr txBox="1"/>
          <p:nvPr/>
        </p:nvSpPr>
        <p:spPr>
          <a:xfrm>
            <a:off x="5142439" y="3411126"/>
            <a:ext cx="1561500" cy="169200"/>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EN COURS  / QUI</a:t>
            </a:r>
            <a:endParaRPr sz="700" b="0" i="0" u="none" strike="noStrike" cap="none">
              <a:solidFill>
                <a:schemeClr val="lt1"/>
              </a:solidFill>
              <a:latin typeface="Arial"/>
              <a:ea typeface="Arial"/>
              <a:cs typeface="Arial"/>
              <a:sym typeface="Arial"/>
            </a:endParaRPr>
          </a:p>
        </p:txBody>
      </p:sp>
      <p:sp>
        <p:nvSpPr>
          <p:cNvPr id="534" name="Google Shape;534;p57"/>
          <p:cNvSpPr/>
          <p:nvPr/>
        </p:nvSpPr>
        <p:spPr>
          <a:xfrm>
            <a:off x="281577" y="1194954"/>
            <a:ext cx="2249621" cy="1572524"/>
          </a:xfrm>
          <a:custGeom>
            <a:avLst/>
            <a:gdLst/>
            <a:ahLst/>
            <a:cxnLst/>
            <a:rect l="l" t="t" r="r" b="b"/>
            <a:pathLst>
              <a:path w="3447695" h="2409998" extrusionOk="0">
                <a:moveTo>
                  <a:pt x="3323235" y="2409998"/>
                </a:moveTo>
                <a:lnTo>
                  <a:pt x="124460" y="2409998"/>
                </a:lnTo>
                <a:cubicBezTo>
                  <a:pt x="55880" y="2409998"/>
                  <a:pt x="0" y="2354118"/>
                  <a:pt x="0" y="2285538"/>
                </a:cubicBezTo>
                <a:lnTo>
                  <a:pt x="0" y="124460"/>
                </a:lnTo>
                <a:cubicBezTo>
                  <a:pt x="0" y="55880"/>
                  <a:pt x="55880" y="0"/>
                  <a:pt x="124460" y="0"/>
                </a:cubicBezTo>
                <a:lnTo>
                  <a:pt x="3323236" y="0"/>
                </a:lnTo>
                <a:cubicBezTo>
                  <a:pt x="3391815" y="0"/>
                  <a:pt x="3447695" y="55880"/>
                  <a:pt x="3447695" y="124460"/>
                </a:cubicBezTo>
                <a:lnTo>
                  <a:pt x="3447695" y="2285539"/>
                </a:lnTo>
                <a:cubicBezTo>
                  <a:pt x="3447695" y="2354119"/>
                  <a:pt x="3391815" y="2409998"/>
                  <a:pt x="3323236" y="2409998"/>
                </a:cubicBezTo>
                <a:close/>
              </a:path>
            </a:pathLst>
          </a:custGeom>
          <a:solidFill>
            <a:srgbClr val="5686DA"/>
          </a:solidFill>
          <a:ln>
            <a:noFill/>
          </a:ln>
        </p:spPr>
        <p:txBody>
          <a:bodyPr spcFirstLastPara="1" wrap="square" lIns="45725" tIns="45725" rIns="45725" bIns="457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fr" sz="1000" b="1">
                <a:solidFill>
                  <a:schemeClr val="lt1"/>
                </a:solidFill>
              </a:rPr>
              <a:t>Définition du rôle de chacun.e pour cette réunion</a:t>
            </a:r>
            <a:endParaRPr lang="fr-FR" sz="1000" b="1">
              <a:solidFill>
                <a:schemeClr val="lt1"/>
              </a:solidFill>
            </a:endParaRPr>
          </a:p>
          <a:p>
            <a:pPr marL="0" marR="0" lvl="0" indent="0" algn="l" rtl="0">
              <a:lnSpc>
                <a:spcPct val="100000"/>
              </a:lnSpc>
              <a:spcBef>
                <a:spcPts val="0"/>
              </a:spcBef>
              <a:spcAft>
                <a:spcPts val="0"/>
              </a:spcAft>
              <a:buClr>
                <a:srgbClr val="000000"/>
              </a:buClr>
              <a:buSzPts val="700"/>
              <a:buFont typeface="Arial"/>
              <a:buNone/>
            </a:pPr>
            <a:r>
              <a:rPr lang="fr" sz="1000">
                <a:solidFill>
                  <a:schemeClr val="lt1"/>
                </a:solidFill>
              </a:rPr>
              <a:t>Scribe: Myriam Bensaid / Maria Danielle-Boula</a:t>
            </a:r>
            <a:endParaRPr sz="1000">
              <a:solidFill>
                <a:schemeClr val="lt1"/>
              </a:solidFill>
            </a:endParaRPr>
          </a:p>
          <a:p>
            <a:pPr>
              <a:buSzPts val="700"/>
            </a:pPr>
            <a:r>
              <a:rPr lang="fr" sz="1000">
                <a:solidFill>
                  <a:schemeClr val="lt1"/>
                </a:solidFill>
              </a:rPr>
              <a:t>Animateur.rice : Myriam Bensaid</a:t>
            </a:r>
            <a:endParaRPr sz="1000">
              <a:solidFill>
                <a:schemeClr val="lt1"/>
              </a:solidFill>
            </a:endParaRPr>
          </a:p>
          <a:p>
            <a:pPr marL="0" marR="0" lvl="0" indent="0" algn="l" rtl="0">
              <a:lnSpc>
                <a:spcPct val="100000"/>
              </a:lnSpc>
              <a:spcBef>
                <a:spcPts val="0"/>
              </a:spcBef>
              <a:spcAft>
                <a:spcPts val="0"/>
              </a:spcAft>
              <a:buClr>
                <a:srgbClr val="000000"/>
              </a:buClr>
              <a:buSzPts val="700"/>
              <a:buFont typeface="Arial"/>
              <a:buNone/>
            </a:pPr>
            <a:r>
              <a:rPr lang="fr" sz="1000">
                <a:solidFill>
                  <a:schemeClr val="lt1"/>
                </a:solidFill>
              </a:rPr>
              <a:t>Time-Keeper: Eva Anserim</a:t>
            </a:r>
            <a:endParaRPr sz="1000">
              <a:solidFill>
                <a:schemeClr val="lt1"/>
              </a:solidFill>
            </a:endParaRPr>
          </a:p>
          <a:p>
            <a:pPr marL="0" marR="0" lvl="0" indent="0" algn="l" rtl="0">
              <a:lnSpc>
                <a:spcPct val="100000"/>
              </a:lnSpc>
              <a:spcBef>
                <a:spcPts val="0"/>
              </a:spcBef>
              <a:spcAft>
                <a:spcPts val="0"/>
              </a:spcAft>
              <a:buClr>
                <a:srgbClr val="000000"/>
              </a:buClr>
              <a:buSzPts val="700"/>
              <a:buFont typeface="Arial"/>
              <a:buNone/>
            </a:pPr>
            <a:r>
              <a:rPr lang="fr" sz="1000">
                <a:solidFill>
                  <a:schemeClr val="lt1"/>
                </a:solidFill>
              </a:rPr>
              <a:t>Pousse-décision: Eva Anserim</a:t>
            </a:r>
            <a:endParaRPr sz="1000">
              <a:solidFill>
                <a:schemeClr val="lt1"/>
              </a:solidFill>
            </a:endParaRPr>
          </a:p>
        </p:txBody>
      </p:sp>
      <p:grpSp>
        <p:nvGrpSpPr>
          <p:cNvPr id="5" name="Google Shape;472;p54">
            <a:extLst>
              <a:ext uri="{FF2B5EF4-FFF2-40B4-BE49-F238E27FC236}">
                <a16:creationId xmlns:a16="http://schemas.microsoft.com/office/drawing/2014/main" id="{8A8AD23B-9AEA-FF9E-DD5A-F6193A23CBC7}"/>
              </a:ext>
            </a:extLst>
          </p:cNvPr>
          <p:cNvGrpSpPr/>
          <p:nvPr/>
        </p:nvGrpSpPr>
        <p:grpSpPr>
          <a:xfrm>
            <a:off x="144398" y="90236"/>
            <a:ext cx="5390213" cy="440927"/>
            <a:chOff x="0" y="38100"/>
            <a:chExt cx="14373900" cy="1175806"/>
          </a:xfrm>
        </p:grpSpPr>
        <p:sp>
          <p:nvSpPr>
            <p:cNvPr id="3" name="Google Shape;473;p54">
              <a:extLst>
                <a:ext uri="{FF2B5EF4-FFF2-40B4-BE49-F238E27FC236}">
                  <a16:creationId xmlns:a16="http://schemas.microsoft.com/office/drawing/2014/main" id="{9668DEE6-892B-6DED-BD6D-C0EFE8BE5AEC}"/>
                </a:ext>
              </a:extLst>
            </p:cNvPr>
            <p:cNvSpPr txBox="1"/>
            <p:nvPr/>
          </p:nvSpPr>
          <p:spPr>
            <a:xfrm>
              <a:off x="0" y="38100"/>
              <a:ext cx="14373900" cy="812531"/>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800"/>
                <a:buFont typeface="Arial"/>
                <a:buNone/>
              </a:pPr>
              <a:r>
                <a:rPr lang="fr" sz="1800" b="1" i="0" u="none" strike="noStrike" cap="none">
                  <a:solidFill>
                    <a:srgbClr val="000000"/>
                  </a:solidFill>
                  <a:latin typeface="DM Sans"/>
                  <a:ea typeface="DM Sans"/>
                  <a:cs typeface="DM Sans"/>
                  <a:sym typeface="DM Sans"/>
                </a:rPr>
                <a:t>Réunion </a:t>
              </a:r>
              <a:r>
                <a:rPr lang="fr" sz="1800" b="1" err="1">
                  <a:latin typeface="DM Sans"/>
                  <a:ea typeface="DM Sans"/>
                  <a:cs typeface="DM Sans"/>
                  <a:sym typeface="DM Sans"/>
                </a:rPr>
                <a:t>tuteur.rice</a:t>
              </a:r>
              <a:endParaRPr sz="700" b="0" i="0" u="none" strike="noStrike" cap="none" err="1">
                <a:solidFill>
                  <a:srgbClr val="000000"/>
                </a:solidFill>
                <a:latin typeface="Arial"/>
                <a:ea typeface="Arial"/>
                <a:cs typeface="Arial"/>
                <a:sym typeface="Arial"/>
              </a:endParaRPr>
            </a:p>
          </p:txBody>
        </p:sp>
        <p:sp>
          <p:nvSpPr>
            <p:cNvPr id="4" name="Google Shape;474;p54">
              <a:extLst>
                <a:ext uri="{FF2B5EF4-FFF2-40B4-BE49-F238E27FC236}">
                  <a16:creationId xmlns:a16="http://schemas.microsoft.com/office/drawing/2014/main" id="{92A7DE16-AC7E-59A6-08D9-8F9135D370A3}"/>
                </a:ext>
              </a:extLst>
            </p:cNvPr>
            <p:cNvSpPr txBox="1"/>
            <p:nvPr/>
          </p:nvSpPr>
          <p:spPr>
            <a:xfrm>
              <a:off x="0" y="885406"/>
              <a:ext cx="14373900" cy="328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800"/>
                <a:buFont typeface="Arial"/>
                <a:buNone/>
              </a:pPr>
              <a:r>
                <a:rPr lang="fr" sz="800" b="0" i="0" u="none" strike="noStrike" cap="none">
                  <a:solidFill>
                    <a:srgbClr val="000000"/>
                  </a:solidFill>
                  <a:latin typeface="DM Sans"/>
                  <a:ea typeface="DM Sans"/>
                  <a:cs typeface="DM Sans"/>
                  <a:sym typeface="DM Sans"/>
                </a:rPr>
                <a:t>fiche </a:t>
              </a:r>
              <a:r>
                <a:rPr lang="fr" sz="800">
                  <a:latin typeface="DM Sans"/>
                  <a:ea typeface="DM Sans"/>
                  <a:cs typeface="DM Sans"/>
                  <a:sym typeface="DM Sans"/>
                </a:rPr>
                <a:t>modèle </a:t>
              </a:r>
              <a:r>
                <a:rPr lang="fr" sz="800" b="0" i="0" u="none" strike="noStrike" cap="none">
                  <a:solidFill>
                    <a:srgbClr val="000000"/>
                  </a:solidFill>
                  <a:latin typeface="DM Sans"/>
                  <a:ea typeface="DM Sans"/>
                  <a:cs typeface="DM Sans"/>
                  <a:sym typeface="DM Sans"/>
                </a:rPr>
                <a:t>type qui peut être dupliquée/imprimée selon vos besoins</a:t>
              </a:r>
              <a:endParaRPr sz="700" b="0" i="0" u="none" strike="noStrike" cap="none">
                <a:solidFill>
                  <a:srgbClr val="000000"/>
                </a:solidFill>
                <a:latin typeface="Arial"/>
                <a:ea typeface="Arial"/>
                <a:cs typeface="Arial"/>
                <a:sym typeface="Arial"/>
              </a:endParaRPr>
            </a:p>
          </p:txBody>
        </p:sp>
      </p:grpSp>
      <p:grpSp>
        <p:nvGrpSpPr>
          <p:cNvPr id="9" name="Google Shape;444;p51">
            <a:extLst>
              <a:ext uri="{FF2B5EF4-FFF2-40B4-BE49-F238E27FC236}">
                <a16:creationId xmlns:a16="http://schemas.microsoft.com/office/drawing/2014/main" id="{0564DE62-D94C-6F3B-E010-C2232C3B0218}"/>
              </a:ext>
            </a:extLst>
          </p:cNvPr>
          <p:cNvGrpSpPr/>
          <p:nvPr/>
        </p:nvGrpSpPr>
        <p:grpSpPr>
          <a:xfrm>
            <a:off x="226548" y="4621912"/>
            <a:ext cx="2923917" cy="431526"/>
            <a:chOff x="12104611" y="1596973"/>
            <a:chExt cx="5847832" cy="863051"/>
          </a:xfrm>
        </p:grpSpPr>
        <p:sp>
          <p:nvSpPr>
            <p:cNvPr id="7" name="Google Shape;445;p51">
              <a:extLst>
                <a:ext uri="{FF2B5EF4-FFF2-40B4-BE49-F238E27FC236}">
                  <a16:creationId xmlns:a16="http://schemas.microsoft.com/office/drawing/2014/main" id="{68734FB4-2012-3701-E66F-760707114CF6}"/>
                </a:ext>
              </a:extLst>
            </p:cNvPr>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8" name="Google Shape;446;p51">
              <a:extLst>
                <a:ext uri="{FF2B5EF4-FFF2-40B4-BE49-F238E27FC236}">
                  <a16:creationId xmlns:a16="http://schemas.microsoft.com/office/drawing/2014/main" id="{BC562882-A860-A96D-A999-AEC8CFC88444}"/>
                </a:ext>
              </a:extLst>
            </p:cNvPr>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2" name="Espace réservé du numéro de diapositive 1">
            <a:extLst>
              <a:ext uri="{FF2B5EF4-FFF2-40B4-BE49-F238E27FC236}">
                <a16:creationId xmlns:a16="http://schemas.microsoft.com/office/drawing/2014/main" id="{64820292-A179-8A31-CA42-2DCF4E1864DA}"/>
              </a:ext>
            </a:extLst>
          </p:cNvPr>
          <p:cNvSpPr>
            <a:spLocks noGrp="1"/>
          </p:cNvSpPr>
          <p:nvPr>
            <p:ph type="sldNum" idx="12"/>
          </p:nvPr>
        </p:nvSpPr>
        <p:spPr/>
        <p:txBody>
          <a:bodyPr/>
          <a:lstStyle/>
          <a:p>
            <a:fld id="{00000000-1234-1234-1234-123412341234}" type="slidenum">
              <a:rPr lang="fr"/>
              <a:t>52</a:t>
            </a:fld>
            <a:endParaRPr lang="fr-F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05">
          <a:extLst>
            <a:ext uri="{FF2B5EF4-FFF2-40B4-BE49-F238E27FC236}">
              <a16:creationId xmlns:a16="http://schemas.microsoft.com/office/drawing/2014/main" id="{EC142C19-4B41-DD59-03F5-E1729004ED55}"/>
            </a:ext>
          </a:extLst>
        </p:cNvPr>
        <p:cNvGrpSpPr/>
        <p:nvPr/>
      </p:nvGrpSpPr>
      <p:grpSpPr>
        <a:xfrm>
          <a:off x="0" y="0"/>
          <a:ext cx="0" cy="0"/>
          <a:chOff x="0" y="0"/>
          <a:chExt cx="0" cy="0"/>
        </a:xfrm>
      </p:grpSpPr>
      <p:sp>
        <p:nvSpPr>
          <p:cNvPr id="506" name="Google Shape;506;p57">
            <a:extLst>
              <a:ext uri="{FF2B5EF4-FFF2-40B4-BE49-F238E27FC236}">
                <a16:creationId xmlns:a16="http://schemas.microsoft.com/office/drawing/2014/main" id="{B5F22CBD-2BCA-4513-6A43-B6AE0CDA0D23}"/>
              </a:ext>
            </a:extLst>
          </p:cNvPr>
          <p:cNvSpPr/>
          <p:nvPr/>
        </p:nvSpPr>
        <p:spPr>
          <a:xfrm>
            <a:off x="279472" y="745464"/>
            <a:ext cx="2247274" cy="354965"/>
          </a:xfrm>
          <a:custGeom>
            <a:avLst/>
            <a:gdLst/>
            <a:ahLst/>
            <a:cxnLst/>
            <a:rect l="l" t="t" r="r" b="b"/>
            <a:pathLst>
              <a:path w="4180975" h="660400" extrusionOk="0">
                <a:moveTo>
                  <a:pt x="4056514" y="660400"/>
                </a:moveTo>
                <a:lnTo>
                  <a:pt x="124460" y="660400"/>
                </a:lnTo>
                <a:cubicBezTo>
                  <a:pt x="55880" y="660400"/>
                  <a:pt x="0" y="604520"/>
                  <a:pt x="0" y="535940"/>
                </a:cubicBezTo>
                <a:lnTo>
                  <a:pt x="0" y="124460"/>
                </a:lnTo>
                <a:cubicBezTo>
                  <a:pt x="0" y="55880"/>
                  <a:pt x="55880" y="0"/>
                  <a:pt x="124460" y="0"/>
                </a:cubicBezTo>
                <a:lnTo>
                  <a:pt x="4056514" y="0"/>
                </a:lnTo>
                <a:cubicBezTo>
                  <a:pt x="4125094" y="0"/>
                  <a:pt x="4180975" y="55880"/>
                  <a:pt x="4180975" y="124460"/>
                </a:cubicBezTo>
                <a:lnTo>
                  <a:pt x="4180975" y="535940"/>
                </a:lnTo>
                <a:cubicBezTo>
                  <a:pt x="4180975" y="604520"/>
                  <a:pt x="4125094" y="660400"/>
                  <a:pt x="4056514"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07" name="Google Shape;507;p57">
            <a:extLst>
              <a:ext uri="{FF2B5EF4-FFF2-40B4-BE49-F238E27FC236}">
                <a16:creationId xmlns:a16="http://schemas.microsoft.com/office/drawing/2014/main" id="{7DAF71EE-68E1-4E4D-2DBA-CA1D60AAB737}"/>
              </a:ext>
            </a:extLst>
          </p:cNvPr>
          <p:cNvSpPr/>
          <p:nvPr/>
        </p:nvSpPr>
        <p:spPr>
          <a:xfrm>
            <a:off x="281577" y="1658624"/>
            <a:ext cx="2249621" cy="1572524"/>
          </a:xfrm>
          <a:custGeom>
            <a:avLst/>
            <a:gdLst/>
            <a:ahLst/>
            <a:cxnLst/>
            <a:rect l="l" t="t" r="r" b="b"/>
            <a:pathLst>
              <a:path w="3447695" h="2409998" extrusionOk="0">
                <a:moveTo>
                  <a:pt x="3323235" y="2409998"/>
                </a:moveTo>
                <a:lnTo>
                  <a:pt x="124460" y="2409998"/>
                </a:lnTo>
                <a:cubicBezTo>
                  <a:pt x="55880" y="2409998"/>
                  <a:pt x="0" y="2354118"/>
                  <a:pt x="0" y="2285538"/>
                </a:cubicBezTo>
                <a:lnTo>
                  <a:pt x="0" y="124460"/>
                </a:lnTo>
                <a:cubicBezTo>
                  <a:pt x="0" y="55880"/>
                  <a:pt x="55880" y="0"/>
                  <a:pt x="124460" y="0"/>
                </a:cubicBezTo>
                <a:lnTo>
                  <a:pt x="3323236" y="0"/>
                </a:lnTo>
                <a:cubicBezTo>
                  <a:pt x="3391815" y="0"/>
                  <a:pt x="3447695" y="55880"/>
                  <a:pt x="3447695" y="124460"/>
                </a:cubicBezTo>
                <a:lnTo>
                  <a:pt x="3447695" y="2285539"/>
                </a:lnTo>
                <a:cubicBezTo>
                  <a:pt x="3447695" y="2354119"/>
                  <a:pt x="3391815" y="2409998"/>
                  <a:pt x="3323236" y="2409998"/>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08" name="Google Shape;508;p57">
            <a:extLst>
              <a:ext uri="{FF2B5EF4-FFF2-40B4-BE49-F238E27FC236}">
                <a16:creationId xmlns:a16="http://schemas.microsoft.com/office/drawing/2014/main" id="{72EC1962-39A3-41F7-76BC-2D0C9F31FDD0}"/>
              </a:ext>
            </a:extLst>
          </p:cNvPr>
          <p:cNvSpPr/>
          <p:nvPr/>
        </p:nvSpPr>
        <p:spPr>
          <a:xfrm>
            <a:off x="3150083" y="3801968"/>
            <a:ext cx="1705396" cy="1202502"/>
          </a:xfrm>
          <a:custGeom>
            <a:avLst/>
            <a:gdLst/>
            <a:ahLst/>
            <a:cxnLst/>
            <a:rect l="l" t="t" r="r" b="b"/>
            <a:pathLst>
              <a:path w="2613633" h="1842915" extrusionOk="0">
                <a:moveTo>
                  <a:pt x="2489173" y="1842915"/>
                </a:moveTo>
                <a:lnTo>
                  <a:pt x="124460" y="1842915"/>
                </a:lnTo>
                <a:cubicBezTo>
                  <a:pt x="55880" y="1842915"/>
                  <a:pt x="0" y="1787035"/>
                  <a:pt x="0" y="1718455"/>
                </a:cubicBezTo>
                <a:lnTo>
                  <a:pt x="0" y="124460"/>
                </a:lnTo>
                <a:cubicBezTo>
                  <a:pt x="0" y="55880"/>
                  <a:pt x="55880" y="0"/>
                  <a:pt x="124460" y="0"/>
                </a:cubicBezTo>
                <a:lnTo>
                  <a:pt x="2489173" y="0"/>
                </a:lnTo>
                <a:cubicBezTo>
                  <a:pt x="2557753" y="0"/>
                  <a:pt x="2613633" y="55880"/>
                  <a:pt x="2613633" y="124460"/>
                </a:cubicBezTo>
                <a:lnTo>
                  <a:pt x="2613633" y="1718455"/>
                </a:lnTo>
                <a:cubicBezTo>
                  <a:pt x="2613633" y="1787035"/>
                  <a:pt x="2557753" y="1842915"/>
                  <a:pt x="2489173" y="1842915"/>
                </a:cubicBezTo>
                <a:close/>
              </a:path>
            </a:pathLst>
          </a:custGeom>
          <a:solidFill>
            <a:srgbClr val="EDF0F2"/>
          </a:solidFill>
          <a:ln>
            <a:noFill/>
          </a:ln>
        </p:spPr>
        <p:txBody>
          <a:bodyPr spcFirstLastPara="1" wrap="square" lIns="45725" tIns="45725" rIns="45725" bIns="45725" anchor="t" anchorCtr="0">
            <a:noAutofit/>
          </a:bodyPr>
          <a:lstStyle/>
          <a:p>
            <a:pPr marL="171450" indent="-171450">
              <a:buSzPts val="700"/>
              <a:buFontTx/>
              <a:buChar char="-"/>
            </a:pPr>
            <a:r>
              <a:rPr lang="fr-FR" sz="1000">
                <a:solidFill>
                  <a:schemeClr val="accent4">
                    <a:lumMod val="10000"/>
                  </a:schemeClr>
                </a:solidFill>
              </a:rPr>
              <a:t>Tom doit faire une page test plus légère.</a:t>
            </a:r>
          </a:p>
        </p:txBody>
      </p:sp>
      <p:sp>
        <p:nvSpPr>
          <p:cNvPr id="509" name="Google Shape;509;p57">
            <a:extLst>
              <a:ext uri="{FF2B5EF4-FFF2-40B4-BE49-F238E27FC236}">
                <a16:creationId xmlns:a16="http://schemas.microsoft.com/office/drawing/2014/main" id="{D585397A-07AA-980A-ECAC-D3FABB72C27E}"/>
              </a:ext>
            </a:extLst>
          </p:cNvPr>
          <p:cNvSpPr/>
          <p:nvPr/>
        </p:nvSpPr>
        <p:spPr>
          <a:xfrm>
            <a:off x="3126271" y="1209134"/>
            <a:ext cx="5407453" cy="354965"/>
          </a:xfrm>
          <a:custGeom>
            <a:avLst/>
            <a:gdLst/>
            <a:ahLst/>
            <a:cxnLst/>
            <a:rect l="l" t="t" r="r" b="b"/>
            <a:pathLst>
              <a:path w="10060378" h="660400" extrusionOk="0">
                <a:moveTo>
                  <a:pt x="9935918" y="660400"/>
                </a:moveTo>
                <a:lnTo>
                  <a:pt x="124460" y="660400"/>
                </a:lnTo>
                <a:cubicBezTo>
                  <a:pt x="55880" y="660400"/>
                  <a:pt x="0" y="604520"/>
                  <a:pt x="0" y="535940"/>
                </a:cubicBezTo>
                <a:lnTo>
                  <a:pt x="0" y="124460"/>
                </a:lnTo>
                <a:cubicBezTo>
                  <a:pt x="0" y="55880"/>
                  <a:pt x="55880" y="0"/>
                  <a:pt x="124460" y="0"/>
                </a:cubicBezTo>
                <a:lnTo>
                  <a:pt x="9935918" y="0"/>
                </a:lnTo>
                <a:cubicBezTo>
                  <a:pt x="10004498" y="0"/>
                  <a:pt x="10060378" y="55880"/>
                  <a:pt x="10060378" y="124460"/>
                </a:cubicBezTo>
                <a:lnTo>
                  <a:pt x="10060378" y="535940"/>
                </a:lnTo>
                <a:cubicBezTo>
                  <a:pt x="10060378" y="604520"/>
                  <a:pt x="10004498" y="660400"/>
                  <a:pt x="9935918"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10" name="Google Shape;510;p57">
            <a:extLst>
              <a:ext uri="{FF2B5EF4-FFF2-40B4-BE49-F238E27FC236}">
                <a16:creationId xmlns:a16="http://schemas.microsoft.com/office/drawing/2014/main" id="{B2F005E2-B572-21EA-27C2-C1D65A9F4726}"/>
              </a:ext>
            </a:extLst>
          </p:cNvPr>
          <p:cNvSpPr/>
          <p:nvPr/>
        </p:nvSpPr>
        <p:spPr>
          <a:xfrm>
            <a:off x="290255" y="3338298"/>
            <a:ext cx="2240930" cy="1202502"/>
          </a:xfrm>
          <a:custGeom>
            <a:avLst/>
            <a:gdLst/>
            <a:ahLst/>
            <a:cxnLst/>
            <a:rect l="l" t="t" r="r" b="b"/>
            <a:pathLst>
              <a:path w="3434376" h="1842915" extrusionOk="0">
                <a:moveTo>
                  <a:pt x="3309915" y="1842915"/>
                </a:moveTo>
                <a:lnTo>
                  <a:pt x="124460" y="1842915"/>
                </a:lnTo>
                <a:cubicBezTo>
                  <a:pt x="55880" y="1842915"/>
                  <a:pt x="0" y="1787035"/>
                  <a:pt x="0" y="1718455"/>
                </a:cubicBezTo>
                <a:lnTo>
                  <a:pt x="0" y="124460"/>
                </a:lnTo>
                <a:cubicBezTo>
                  <a:pt x="0" y="55880"/>
                  <a:pt x="55880" y="0"/>
                  <a:pt x="124460" y="0"/>
                </a:cubicBezTo>
                <a:lnTo>
                  <a:pt x="3309916" y="0"/>
                </a:lnTo>
                <a:cubicBezTo>
                  <a:pt x="3378496" y="0"/>
                  <a:pt x="3434376" y="55880"/>
                  <a:pt x="3434376" y="124460"/>
                </a:cubicBezTo>
                <a:lnTo>
                  <a:pt x="3434376" y="1718455"/>
                </a:lnTo>
                <a:cubicBezTo>
                  <a:pt x="3434376" y="1787035"/>
                  <a:pt x="3378496" y="1842915"/>
                  <a:pt x="3309916" y="1842915"/>
                </a:cubicBezTo>
                <a:close/>
              </a:path>
            </a:pathLst>
          </a:custGeom>
          <a:solidFill>
            <a:srgbClr val="EDF0F2"/>
          </a:solidFill>
          <a:ln>
            <a:noFill/>
          </a:ln>
        </p:spPr>
        <p:txBody>
          <a:bodyPr spcFirstLastPara="1" wrap="square" lIns="45725" tIns="45725" rIns="45725" bIns="45725" anchor="t" anchorCtr="0">
            <a:noAutofit/>
          </a:bodyPr>
          <a:lstStyle/>
          <a:p>
            <a:pPr marL="0" marR="0" lvl="0" indent="0" rtl="0">
              <a:lnSpc>
                <a:spcPct val="100000"/>
              </a:lnSpc>
              <a:spcBef>
                <a:spcPts val="0"/>
              </a:spcBef>
              <a:spcAft>
                <a:spcPts val="0"/>
              </a:spcAft>
              <a:buClr>
                <a:srgbClr val="000000"/>
              </a:buClr>
              <a:buSzPts val="700"/>
              <a:buFont typeface="Arial"/>
              <a:buNone/>
            </a:pPr>
            <a:r>
              <a:rPr lang="fr-FR" sz="1000" b="0" i="0" u="none" strike="noStrike" cap="none">
                <a:solidFill>
                  <a:schemeClr val="accent4">
                    <a:lumMod val="10000"/>
                  </a:schemeClr>
                </a:solidFill>
                <a:latin typeface="Arial"/>
                <a:ea typeface="Arial"/>
                <a:cs typeface="Arial"/>
                <a:sym typeface="Arial"/>
              </a:rPr>
              <a:t>Présentation de notre avancée, répétition de la répartition des tâches, explication des éléments rendus pour CEF et/ou IC.</a:t>
            </a:r>
          </a:p>
          <a:p>
            <a:pPr marL="0" marR="0" lvl="0" indent="0" rtl="0">
              <a:lnSpc>
                <a:spcPct val="100000"/>
              </a:lnSpc>
              <a:spcBef>
                <a:spcPts val="0"/>
              </a:spcBef>
              <a:spcAft>
                <a:spcPts val="0"/>
              </a:spcAft>
              <a:buClr>
                <a:srgbClr val="000000"/>
              </a:buClr>
              <a:buSzPts val="700"/>
              <a:buFont typeface="Arial"/>
              <a:buNone/>
            </a:pPr>
            <a:r>
              <a:rPr lang="fr-FR" sz="1000">
                <a:solidFill>
                  <a:schemeClr val="accent4">
                    <a:lumMod val="10000"/>
                  </a:schemeClr>
                </a:solidFill>
              </a:rPr>
              <a:t>Définir de nouveaux objectifs.</a:t>
            </a:r>
            <a:endParaRPr sz="1000" b="0" i="0" u="none" strike="noStrike" cap="none">
              <a:solidFill>
                <a:schemeClr val="accent4">
                  <a:lumMod val="10000"/>
                </a:schemeClr>
              </a:solidFill>
              <a:latin typeface="Arial"/>
              <a:ea typeface="Arial"/>
              <a:cs typeface="Arial"/>
              <a:sym typeface="Arial"/>
            </a:endParaRPr>
          </a:p>
        </p:txBody>
      </p:sp>
      <p:sp>
        <p:nvSpPr>
          <p:cNvPr id="511" name="Google Shape;511;p57">
            <a:extLst>
              <a:ext uri="{FF2B5EF4-FFF2-40B4-BE49-F238E27FC236}">
                <a16:creationId xmlns:a16="http://schemas.microsoft.com/office/drawing/2014/main" id="{FB41E3E8-A9AF-27BA-8322-715F47AFF340}"/>
              </a:ext>
            </a:extLst>
          </p:cNvPr>
          <p:cNvSpPr/>
          <p:nvPr/>
        </p:nvSpPr>
        <p:spPr>
          <a:xfrm>
            <a:off x="3150083" y="3350872"/>
            <a:ext cx="1703616" cy="354965"/>
          </a:xfrm>
          <a:custGeom>
            <a:avLst/>
            <a:gdLst/>
            <a:ahLst/>
            <a:cxnLst/>
            <a:rect l="l" t="t" r="r" b="b"/>
            <a:pathLst>
              <a:path w="3169519" h="660400" extrusionOk="0">
                <a:moveTo>
                  <a:pt x="3045058" y="660400"/>
                </a:moveTo>
                <a:lnTo>
                  <a:pt x="124460" y="660400"/>
                </a:lnTo>
                <a:cubicBezTo>
                  <a:pt x="55880" y="660400"/>
                  <a:pt x="0" y="604520"/>
                  <a:pt x="0" y="535940"/>
                </a:cubicBezTo>
                <a:lnTo>
                  <a:pt x="0" y="124460"/>
                </a:lnTo>
                <a:cubicBezTo>
                  <a:pt x="0" y="55880"/>
                  <a:pt x="55880" y="0"/>
                  <a:pt x="124460" y="0"/>
                </a:cubicBezTo>
                <a:lnTo>
                  <a:pt x="3045059" y="0"/>
                </a:lnTo>
                <a:cubicBezTo>
                  <a:pt x="3113639" y="0"/>
                  <a:pt x="3169519" y="55880"/>
                  <a:pt x="3169519" y="124460"/>
                </a:cubicBezTo>
                <a:lnTo>
                  <a:pt x="3169519" y="535940"/>
                </a:lnTo>
                <a:cubicBezTo>
                  <a:pt x="3169519" y="604520"/>
                  <a:pt x="3113639" y="660400"/>
                  <a:pt x="3045059"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12" name="Google Shape;512;p57">
            <a:extLst>
              <a:ext uri="{FF2B5EF4-FFF2-40B4-BE49-F238E27FC236}">
                <a16:creationId xmlns:a16="http://schemas.microsoft.com/office/drawing/2014/main" id="{6FC344F8-A06F-BFCA-E1DA-B03FED1BF23A}"/>
              </a:ext>
            </a:extLst>
          </p:cNvPr>
          <p:cNvSpPr txBox="1"/>
          <p:nvPr/>
        </p:nvSpPr>
        <p:spPr>
          <a:xfrm>
            <a:off x="375624" y="805748"/>
            <a:ext cx="1561500" cy="253916"/>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a:solidFill>
                  <a:schemeClr val="lt1"/>
                </a:solidFill>
                <a:latin typeface="DM Sans"/>
                <a:sym typeface="DM Sans"/>
              </a:rPr>
              <a:t>PARTICIPANT.E.S</a:t>
            </a:r>
            <a:endParaRPr sz="700" b="0" i="0" u="none" strike="noStrike" cap="none">
              <a:solidFill>
                <a:schemeClr val="lt1"/>
              </a:solidFill>
              <a:latin typeface="Arial"/>
              <a:ea typeface="Arial"/>
              <a:cs typeface="Arial"/>
              <a:sym typeface="Arial"/>
            </a:endParaRPr>
          </a:p>
        </p:txBody>
      </p:sp>
      <p:sp>
        <p:nvSpPr>
          <p:cNvPr id="513" name="Google Shape;513;p57">
            <a:extLst>
              <a:ext uri="{FF2B5EF4-FFF2-40B4-BE49-F238E27FC236}">
                <a16:creationId xmlns:a16="http://schemas.microsoft.com/office/drawing/2014/main" id="{88015AE3-BE1C-3B7F-8C08-5F83EA0C5C79}"/>
              </a:ext>
            </a:extLst>
          </p:cNvPr>
          <p:cNvSpPr/>
          <p:nvPr/>
        </p:nvSpPr>
        <p:spPr>
          <a:xfrm>
            <a:off x="290255" y="2887202"/>
            <a:ext cx="2247274" cy="354965"/>
          </a:xfrm>
          <a:custGeom>
            <a:avLst/>
            <a:gdLst/>
            <a:ahLst/>
            <a:cxnLst/>
            <a:rect l="l" t="t" r="r" b="b"/>
            <a:pathLst>
              <a:path w="4180975" h="660400" extrusionOk="0">
                <a:moveTo>
                  <a:pt x="4056514" y="660400"/>
                </a:moveTo>
                <a:lnTo>
                  <a:pt x="124460" y="660400"/>
                </a:lnTo>
                <a:cubicBezTo>
                  <a:pt x="55880" y="660400"/>
                  <a:pt x="0" y="604520"/>
                  <a:pt x="0" y="535940"/>
                </a:cubicBezTo>
                <a:lnTo>
                  <a:pt x="0" y="124460"/>
                </a:lnTo>
                <a:cubicBezTo>
                  <a:pt x="0" y="55880"/>
                  <a:pt x="55880" y="0"/>
                  <a:pt x="124460" y="0"/>
                </a:cubicBezTo>
                <a:lnTo>
                  <a:pt x="4056514" y="0"/>
                </a:lnTo>
                <a:cubicBezTo>
                  <a:pt x="4125094" y="0"/>
                  <a:pt x="4180975" y="55880"/>
                  <a:pt x="4180975" y="124460"/>
                </a:cubicBezTo>
                <a:lnTo>
                  <a:pt x="4180975" y="535940"/>
                </a:lnTo>
                <a:cubicBezTo>
                  <a:pt x="4180975" y="604520"/>
                  <a:pt x="4125094" y="660400"/>
                  <a:pt x="4056514"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14" name="Google Shape;514;p57">
            <a:extLst>
              <a:ext uri="{FF2B5EF4-FFF2-40B4-BE49-F238E27FC236}">
                <a16:creationId xmlns:a16="http://schemas.microsoft.com/office/drawing/2014/main" id="{03403598-A778-48EF-3D83-50B0A03637B1}"/>
              </a:ext>
            </a:extLst>
          </p:cNvPr>
          <p:cNvSpPr txBox="1"/>
          <p:nvPr/>
        </p:nvSpPr>
        <p:spPr>
          <a:xfrm>
            <a:off x="439651" y="2947486"/>
            <a:ext cx="1561500" cy="253916"/>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OBJECTIFS</a:t>
            </a:r>
          </a:p>
        </p:txBody>
      </p:sp>
      <p:sp>
        <p:nvSpPr>
          <p:cNvPr id="518" name="Google Shape;518;p57">
            <a:extLst>
              <a:ext uri="{FF2B5EF4-FFF2-40B4-BE49-F238E27FC236}">
                <a16:creationId xmlns:a16="http://schemas.microsoft.com/office/drawing/2014/main" id="{FEEC4BBA-7A03-24CF-843E-31918819921F}"/>
              </a:ext>
            </a:extLst>
          </p:cNvPr>
          <p:cNvSpPr/>
          <p:nvPr/>
        </p:nvSpPr>
        <p:spPr>
          <a:xfrm>
            <a:off x="3150083" y="1658624"/>
            <a:ext cx="5413102" cy="1572524"/>
          </a:xfrm>
          <a:custGeom>
            <a:avLst/>
            <a:gdLst/>
            <a:ahLst/>
            <a:cxnLst/>
            <a:rect l="l" t="t" r="r" b="b"/>
            <a:pathLst>
              <a:path w="8295942" h="2409998" extrusionOk="0">
                <a:moveTo>
                  <a:pt x="8171481" y="2409998"/>
                </a:moveTo>
                <a:lnTo>
                  <a:pt x="124460" y="2409998"/>
                </a:lnTo>
                <a:cubicBezTo>
                  <a:pt x="55880" y="2409998"/>
                  <a:pt x="0" y="2354118"/>
                  <a:pt x="0" y="2285538"/>
                </a:cubicBezTo>
                <a:lnTo>
                  <a:pt x="0" y="124460"/>
                </a:lnTo>
                <a:cubicBezTo>
                  <a:pt x="0" y="55880"/>
                  <a:pt x="55880" y="0"/>
                  <a:pt x="124460" y="0"/>
                </a:cubicBezTo>
                <a:lnTo>
                  <a:pt x="8171481" y="0"/>
                </a:lnTo>
                <a:cubicBezTo>
                  <a:pt x="8240061" y="0"/>
                  <a:pt x="8295942" y="55880"/>
                  <a:pt x="8295942" y="124460"/>
                </a:cubicBezTo>
                <a:lnTo>
                  <a:pt x="8295942" y="2285539"/>
                </a:lnTo>
                <a:cubicBezTo>
                  <a:pt x="8295942" y="2354119"/>
                  <a:pt x="8240061" y="2409998"/>
                  <a:pt x="8171481" y="2409998"/>
                </a:cubicBezTo>
                <a:close/>
              </a:path>
            </a:pathLst>
          </a:custGeom>
          <a:solidFill>
            <a:srgbClr val="EDF0F2"/>
          </a:solidFill>
          <a:ln>
            <a:noFill/>
          </a:ln>
        </p:spPr>
        <p:txBody>
          <a:bodyPr spcFirstLastPara="1" wrap="square" lIns="45725" tIns="45725" rIns="45725" bIns="45725" anchor="t" anchorCtr="0">
            <a:noAutofit/>
          </a:bodyPr>
          <a:lstStyle/>
          <a:p>
            <a:pPr marL="171450" indent="-171450">
              <a:buSzPts val="700"/>
              <a:buFontTx/>
              <a:buChar char="-"/>
            </a:pPr>
            <a:r>
              <a:rPr lang="fr-FR" sz="1000">
                <a:solidFill>
                  <a:schemeClr val="accent4">
                    <a:lumMod val="10000"/>
                  </a:schemeClr>
                </a:solidFill>
              </a:rPr>
              <a:t>Quelle est notre avancée ?</a:t>
            </a:r>
          </a:p>
          <a:p>
            <a:pPr marL="171450" indent="-171450">
              <a:buSzPts val="700"/>
              <a:buFontTx/>
              <a:buChar char="-"/>
            </a:pPr>
            <a:r>
              <a:rPr lang="fr-FR" sz="1000">
                <a:solidFill>
                  <a:schemeClr val="accent4">
                    <a:lumMod val="10000"/>
                  </a:schemeClr>
                </a:solidFill>
              </a:rPr>
              <a:t>Comment comptons-nous avancer ?</a:t>
            </a:r>
          </a:p>
          <a:p>
            <a:pPr marL="171450" indent="-171450">
              <a:buSzPts val="700"/>
              <a:buFontTx/>
              <a:buChar char="-"/>
            </a:pPr>
            <a:r>
              <a:rPr lang="fr-FR" sz="1000">
                <a:solidFill>
                  <a:schemeClr val="accent4">
                    <a:lumMod val="10000"/>
                  </a:schemeClr>
                </a:solidFill>
              </a:rPr>
              <a:t>Avons-nous besoin d’aide ?</a:t>
            </a:r>
          </a:p>
          <a:p>
            <a:pPr marL="171450" indent="-171450">
              <a:buSzPts val="700"/>
              <a:buFontTx/>
              <a:buChar char="-"/>
            </a:pPr>
            <a:r>
              <a:rPr lang="fr-FR" sz="1000">
                <a:solidFill>
                  <a:schemeClr val="accent4">
                    <a:lumMod val="10000"/>
                  </a:schemeClr>
                </a:solidFill>
              </a:rPr>
              <a:t>Réponse au niveau de l’hébergeur ?</a:t>
            </a:r>
          </a:p>
        </p:txBody>
      </p:sp>
      <p:sp>
        <p:nvSpPr>
          <p:cNvPr id="519" name="Google Shape;519;p57">
            <a:extLst>
              <a:ext uri="{FF2B5EF4-FFF2-40B4-BE49-F238E27FC236}">
                <a16:creationId xmlns:a16="http://schemas.microsoft.com/office/drawing/2014/main" id="{D033D388-CDC9-20E5-25B3-365747918A99}"/>
              </a:ext>
            </a:extLst>
          </p:cNvPr>
          <p:cNvSpPr txBox="1"/>
          <p:nvPr/>
        </p:nvSpPr>
        <p:spPr>
          <a:xfrm>
            <a:off x="3291406" y="1269418"/>
            <a:ext cx="1561500" cy="169200"/>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SUJETS </a:t>
            </a:r>
            <a:r>
              <a:rPr lang="fr" sz="1100" b="1">
                <a:solidFill>
                  <a:schemeClr val="lt1"/>
                </a:solidFill>
                <a:latin typeface="DM Sans"/>
                <a:ea typeface="DM Sans"/>
                <a:cs typeface="DM Sans"/>
                <a:sym typeface="DM Sans"/>
              </a:rPr>
              <a:t>ABORDÉS</a:t>
            </a:r>
            <a:endParaRPr sz="700" b="0" i="0" u="none" strike="noStrike" cap="none">
              <a:solidFill>
                <a:schemeClr val="lt1"/>
              </a:solidFill>
              <a:latin typeface="Arial"/>
              <a:ea typeface="Arial"/>
              <a:cs typeface="Arial"/>
              <a:sym typeface="Arial"/>
            </a:endParaRPr>
          </a:p>
        </p:txBody>
      </p:sp>
      <p:sp>
        <p:nvSpPr>
          <p:cNvPr id="520" name="Google Shape;520;p57">
            <a:extLst>
              <a:ext uri="{FF2B5EF4-FFF2-40B4-BE49-F238E27FC236}">
                <a16:creationId xmlns:a16="http://schemas.microsoft.com/office/drawing/2014/main" id="{2C6F750D-A685-B244-6FD0-584F90606F56}"/>
              </a:ext>
            </a:extLst>
          </p:cNvPr>
          <p:cNvSpPr/>
          <p:nvPr/>
        </p:nvSpPr>
        <p:spPr>
          <a:xfrm>
            <a:off x="5001116" y="3350872"/>
            <a:ext cx="1703616" cy="354965"/>
          </a:xfrm>
          <a:custGeom>
            <a:avLst/>
            <a:gdLst/>
            <a:ahLst/>
            <a:cxnLst/>
            <a:rect l="l" t="t" r="r" b="b"/>
            <a:pathLst>
              <a:path w="3169519" h="660400" extrusionOk="0">
                <a:moveTo>
                  <a:pt x="3045058" y="660400"/>
                </a:moveTo>
                <a:lnTo>
                  <a:pt x="124460" y="660400"/>
                </a:lnTo>
                <a:cubicBezTo>
                  <a:pt x="55880" y="660400"/>
                  <a:pt x="0" y="604520"/>
                  <a:pt x="0" y="535940"/>
                </a:cubicBezTo>
                <a:lnTo>
                  <a:pt x="0" y="124460"/>
                </a:lnTo>
                <a:cubicBezTo>
                  <a:pt x="0" y="55880"/>
                  <a:pt x="55880" y="0"/>
                  <a:pt x="124460" y="0"/>
                </a:cubicBezTo>
                <a:lnTo>
                  <a:pt x="3045059" y="0"/>
                </a:lnTo>
                <a:cubicBezTo>
                  <a:pt x="3113639" y="0"/>
                  <a:pt x="3169519" y="55880"/>
                  <a:pt x="3169519" y="124460"/>
                </a:cubicBezTo>
                <a:lnTo>
                  <a:pt x="3169519" y="535940"/>
                </a:lnTo>
                <a:cubicBezTo>
                  <a:pt x="3169519" y="604520"/>
                  <a:pt x="3113639" y="660400"/>
                  <a:pt x="3045059"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grpSp>
        <p:nvGrpSpPr>
          <p:cNvPr id="521" name="Google Shape;521;p57">
            <a:extLst>
              <a:ext uri="{FF2B5EF4-FFF2-40B4-BE49-F238E27FC236}">
                <a16:creationId xmlns:a16="http://schemas.microsoft.com/office/drawing/2014/main" id="{A94EFF53-3686-BE9B-C8A2-819A4278F2B0}"/>
              </a:ext>
            </a:extLst>
          </p:cNvPr>
          <p:cNvGrpSpPr/>
          <p:nvPr/>
        </p:nvGrpSpPr>
        <p:grpSpPr>
          <a:xfrm>
            <a:off x="6472917" y="208961"/>
            <a:ext cx="2246874" cy="725087"/>
            <a:chOff x="12700" y="19050"/>
            <a:chExt cx="9197194" cy="3988377"/>
          </a:xfrm>
        </p:grpSpPr>
        <p:sp>
          <p:nvSpPr>
            <p:cNvPr id="522" name="Google Shape;522;p57">
              <a:extLst>
                <a:ext uri="{FF2B5EF4-FFF2-40B4-BE49-F238E27FC236}">
                  <a16:creationId xmlns:a16="http://schemas.microsoft.com/office/drawing/2014/main" id="{4E75ACAC-BE6B-8609-C512-6EC00AFA5930}"/>
                </a:ext>
              </a:extLst>
            </p:cNvPr>
            <p:cNvSpPr/>
            <p:nvPr/>
          </p:nvSpPr>
          <p:spPr>
            <a:xfrm>
              <a:off x="19050" y="223520"/>
              <a:ext cx="9184494" cy="3777557"/>
            </a:xfrm>
            <a:custGeom>
              <a:avLst/>
              <a:gdLst/>
              <a:ahLst/>
              <a:cxnLst/>
              <a:rect l="l" t="t" r="r" b="b"/>
              <a:pathLst>
                <a:path w="9184494" h="3777557" extrusionOk="0">
                  <a:moveTo>
                    <a:pt x="0" y="11430"/>
                  </a:moveTo>
                  <a:cubicBezTo>
                    <a:pt x="0" y="11430"/>
                    <a:pt x="2540" y="340360"/>
                    <a:pt x="2540" y="749300"/>
                  </a:cubicBezTo>
                  <a:cubicBezTo>
                    <a:pt x="2540" y="1489362"/>
                    <a:pt x="7620" y="2596457"/>
                    <a:pt x="7620" y="2856807"/>
                  </a:cubicBezTo>
                  <a:cubicBezTo>
                    <a:pt x="7620" y="3051117"/>
                    <a:pt x="16510" y="3449897"/>
                    <a:pt x="21590" y="3641667"/>
                  </a:cubicBezTo>
                  <a:lnTo>
                    <a:pt x="130810" y="3755967"/>
                  </a:lnTo>
                  <a:cubicBezTo>
                    <a:pt x="275590" y="3763587"/>
                    <a:pt x="543560" y="3777557"/>
                    <a:pt x="793750" y="3777557"/>
                  </a:cubicBezTo>
                  <a:lnTo>
                    <a:pt x="9184494" y="3777557"/>
                  </a:lnTo>
                  <a:lnTo>
                    <a:pt x="9184494" y="693420"/>
                  </a:lnTo>
                  <a:cubicBezTo>
                    <a:pt x="9184494" y="318770"/>
                    <a:pt x="9175603" y="41910"/>
                    <a:pt x="9175603" y="41910"/>
                  </a:cubicBezTo>
                  <a:cubicBezTo>
                    <a:pt x="9020663" y="21590"/>
                    <a:pt x="8864453" y="11430"/>
                    <a:pt x="8706974" y="12700"/>
                  </a:cubicBezTo>
                  <a:cubicBezTo>
                    <a:pt x="8433924" y="12700"/>
                    <a:pt x="1179830" y="21590"/>
                    <a:pt x="929640" y="12700"/>
                  </a:cubicBezTo>
                  <a:cubicBezTo>
                    <a:pt x="594360" y="0"/>
                    <a:pt x="0" y="11430"/>
                    <a:pt x="0" y="11430"/>
                  </a:cubicBezTo>
                  <a:close/>
                </a:path>
              </a:pathLst>
            </a:custGeom>
            <a:solidFill>
              <a:srgbClr val="FFFFFF"/>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23" name="Google Shape;523;p57">
              <a:extLst>
                <a:ext uri="{FF2B5EF4-FFF2-40B4-BE49-F238E27FC236}">
                  <a16:creationId xmlns:a16="http://schemas.microsoft.com/office/drawing/2014/main" id="{878AD726-8D44-A8A7-9255-98CD26AE6853}"/>
                </a:ext>
              </a:extLst>
            </p:cNvPr>
            <p:cNvSpPr/>
            <p:nvPr/>
          </p:nvSpPr>
          <p:spPr>
            <a:xfrm>
              <a:off x="12700" y="217170"/>
              <a:ext cx="9197194" cy="3790257"/>
            </a:xfrm>
            <a:custGeom>
              <a:avLst/>
              <a:gdLst/>
              <a:ahLst/>
              <a:cxnLst/>
              <a:rect l="l" t="t" r="r" b="b"/>
              <a:pathLst>
                <a:path w="9197194" h="3790257" extrusionOk="0">
                  <a:moveTo>
                    <a:pt x="9197194" y="3790257"/>
                  </a:moveTo>
                  <a:lnTo>
                    <a:pt x="800100" y="3790257"/>
                  </a:lnTo>
                  <a:cubicBezTo>
                    <a:pt x="547370" y="3790257"/>
                    <a:pt x="270510" y="3776287"/>
                    <a:pt x="137160" y="3768667"/>
                  </a:cubicBezTo>
                  <a:lnTo>
                    <a:pt x="134620" y="3768667"/>
                  </a:lnTo>
                  <a:lnTo>
                    <a:pt x="21590" y="3650557"/>
                  </a:lnTo>
                  <a:lnTo>
                    <a:pt x="21590" y="3648017"/>
                  </a:lnTo>
                  <a:cubicBezTo>
                    <a:pt x="16510" y="3444817"/>
                    <a:pt x="7620" y="3051117"/>
                    <a:pt x="7620" y="2863157"/>
                  </a:cubicBezTo>
                  <a:cubicBezTo>
                    <a:pt x="7620" y="2747587"/>
                    <a:pt x="6350" y="2571057"/>
                    <a:pt x="5080" y="2265374"/>
                  </a:cubicBezTo>
                  <a:cubicBezTo>
                    <a:pt x="3810" y="1719162"/>
                    <a:pt x="2540" y="1101226"/>
                    <a:pt x="2540" y="755650"/>
                  </a:cubicBezTo>
                  <a:cubicBezTo>
                    <a:pt x="2540" y="351790"/>
                    <a:pt x="0" y="21590"/>
                    <a:pt x="0" y="17780"/>
                  </a:cubicBezTo>
                  <a:lnTo>
                    <a:pt x="0" y="11430"/>
                  </a:lnTo>
                  <a:lnTo>
                    <a:pt x="6350" y="11430"/>
                  </a:lnTo>
                  <a:cubicBezTo>
                    <a:pt x="12700" y="11430"/>
                    <a:pt x="604520" y="0"/>
                    <a:pt x="935990" y="12700"/>
                  </a:cubicBezTo>
                  <a:cubicBezTo>
                    <a:pt x="1121410" y="19050"/>
                    <a:pt x="7858613" y="16510"/>
                    <a:pt x="8343753" y="13970"/>
                  </a:cubicBezTo>
                  <a:cubicBezTo>
                    <a:pt x="8508853" y="12700"/>
                    <a:pt x="8643474" y="12700"/>
                    <a:pt x="8713324" y="12700"/>
                  </a:cubicBezTo>
                  <a:cubicBezTo>
                    <a:pt x="8866994" y="11430"/>
                    <a:pt x="9025744" y="21590"/>
                    <a:pt x="9183224" y="41910"/>
                  </a:cubicBezTo>
                  <a:lnTo>
                    <a:pt x="9188303" y="43180"/>
                  </a:lnTo>
                  <a:lnTo>
                    <a:pt x="9188303" y="48260"/>
                  </a:lnTo>
                  <a:cubicBezTo>
                    <a:pt x="9188303" y="50800"/>
                    <a:pt x="9197194" y="328930"/>
                    <a:pt x="9197194" y="699770"/>
                  </a:cubicBezTo>
                  <a:lnTo>
                    <a:pt x="9197194" y="3790257"/>
                  </a:lnTo>
                  <a:close/>
                  <a:moveTo>
                    <a:pt x="139700" y="3755967"/>
                  </a:moveTo>
                  <a:cubicBezTo>
                    <a:pt x="273050" y="3763587"/>
                    <a:pt x="548640" y="3777557"/>
                    <a:pt x="800100" y="3777557"/>
                  </a:cubicBezTo>
                  <a:lnTo>
                    <a:pt x="9184494" y="3777557"/>
                  </a:lnTo>
                  <a:lnTo>
                    <a:pt x="9184494" y="699770"/>
                  </a:lnTo>
                  <a:cubicBezTo>
                    <a:pt x="9184494" y="358140"/>
                    <a:pt x="9176874" y="93980"/>
                    <a:pt x="9175603" y="53340"/>
                  </a:cubicBezTo>
                  <a:cubicBezTo>
                    <a:pt x="9020663" y="33020"/>
                    <a:pt x="8864453" y="24130"/>
                    <a:pt x="8713324" y="25400"/>
                  </a:cubicBezTo>
                  <a:cubicBezTo>
                    <a:pt x="8643474" y="25400"/>
                    <a:pt x="8508853" y="27940"/>
                    <a:pt x="8343753" y="26670"/>
                  </a:cubicBezTo>
                  <a:cubicBezTo>
                    <a:pt x="7834484" y="22860"/>
                    <a:pt x="1304290" y="22860"/>
                    <a:pt x="935990" y="25400"/>
                  </a:cubicBezTo>
                  <a:cubicBezTo>
                    <a:pt x="622300" y="27940"/>
                    <a:pt x="77470" y="22860"/>
                    <a:pt x="12700" y="24130"/>
                  </a:cubicBezTo>
                  <a:cubicBezTo>
                    <a:pt x="12700" y="71120"/>
                    <a:pt x="15240" y="382270"/>
                    <a:pt x="15240" y="755650"/>
                  </a:cubicBezTo>
                  <a:cubicBezTo>
                    <a:pt x="15240" y="1101226"/>
                    <a:pt x="16510" y="1719162"/>
                    <a:pt x="17780" y="2265374"/>
                  </a:cubicBezTo>
                  <a:cubicBezTo>
                    <a:pt x="19050" y="2571057"/>
                    <a:pt x="20320" y="2747587"/>
                    <a:pt x="20320" y="2863157"/>
                  </a:cubicBezTo>
                  <a:cubicBezTo>
                    <a:pt x="20320" y="3049847"/>
                    <a:pt x="29210" y="3441007"/>
                    <a:pt x="34290" y="3645477"/>
                  </a:cubicBezTo>
                  <a:lnTo>
                    <a:pt x="139700" y="3755967"/>
                  </a:lnTo>
                  <a:close/>
                  <a:moveTo>
                    <a:pt x="139700" y="3755967"/>
                  </a:moveTo>
                  <a:lnTo>
                    <a:pt x="133350" y="3630237"/>
                  </a:lnTo>
                  <a:lnTo>
                    <a:pt x="34290" y="3644207"/>
                  </a:lnTo>
                  <a:lnTo>
                    <a:pt x="139700" y="3755967"/>
                  </a:lnTo>
                  <a:close/>
                </a:path>
              </a:pathLst>
            </a:custGeom>
            <a:solidFill>
              <a:srgbClr val="000000"/>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24" name="Google Shape;524;p57">
              <a:extLst>
                <a:ext uri="{FF2B5EF4-FFF2-40B4-BE49-F238E27FC236}">
                  <a16:creationId xmlns:a16="http://schemas.microsoft.com/office/drawing/2014/main" id="{03DE5951-DC69-07F0-7618-DE930A15FB74}"/>
                </a:ext>
              </a:extLst>
            </p:cNvPr>
            <p:cNvSpPr/>
            <p:nvPr/>
          </p:nvSpPr>
          <p:spPr>
            <a:xfrm>
              <a:off x="299720" y="19050"/>
              <a:ext cx="617220" cy="304800"/>
            </a:xfrm>
            <a:custGeom>
              <a:avLst/>
              <a:gdLst/>
              <a:ahLst/>
              <a:cxnLst/>
              <a:rect l="l" t="t" r="r" b="b"/>
              <a:pathLst>
                <a:path w="617220" h="304800" extrusionOk="0">
                  <a:moveTo>
                    <a:pt x="600710" y="0"/>
                  </a:moveTo>
                  <a:lnTo>
                    <a:pt x="617220" y="77470"/>
                  </a:lnTo>
                  <a:lnTo>
                    <a:pt x="600710" y="190500"/>
                  </a:lnTo>
                  <a:lnTo>
                    <a:pt x="589280" y="297180"/>
                  </a:lnTo>
                  <a:lnTo>
                    <a:pt x="5080" y="304800"/>
                  </a:lnTo>
                  <a:lnTo>
                    <a:pt x="5080" y="255270"/>
                  </a:lnTo>
                  <a:lnTo>
                    <a:pt x="16510" y="148590"/>
                  </a:lnTo>
                  <a:lnTo>
                    <a:pt x="0" y="21590"/>
                  </a:lnTo>
                  <a:lnTo>
                    <a:pt x="600710" y="0"/>
                  </a:lnTo>
                  <a:close/>
                </a:path>
              </a:pathLst>
            </a:custGeom>
            <a:solidFill>
              <a:srgbClr val="000000"/>
            </a:solidFill>
            <a:ln>
              <a:noFill/>
            </a:ln>
          </p:spPr>
          <p:txBody>
            <a:bodyPr/>
            <a:lstStyle/>
            <a:p>
              <a:endParaRPr lang="en-US"/>
            </a:p>
          </p:txBody>
        </p:sp>
      </p:grpSp>
      <p:sp>
        <p:nvSpPr>
          <p:cNvPr id="525" name="Google Shape;525;p57">
            <a:extLst>
              <a:ext uri="{FF2B5EF4-FFF2-40B4-BE49-F238E27FC236}">
                <a16:creationId xmlns:a16="http://schemas.microsoft.com/office/drawing/2014/main" id="{E2DFED52-7214-6670-591C-BE702A123A0F}"/>
              </a:ext>
            </a:extLst>
          </p:cNvPr>
          <p:cNvSpPr txBox="1"/>
          <p:nvPr/>
        </p:nvSpPr>
        <p:spPr>
          <a:xfrm>
            <a:off x="6703938" y="394935"/>
            <a:ext cx="1639075" cy="221727"/>
          </a:xfrm>
          <a:prstGeom prst="rect">
            <a:avLst/>
          </a:prstGeom>
          <a:noFill/>
          <a:ln>
            <a:noFill/>
          </a:ln>
        </p:spPr>
        <p:txBody>
          <a:bodyPr spcFirstLastPara="1" wrap="square" lIns="0" tIns="0" rIns="0" bIns="0" anchor="t" anchorCtr="0">
            <a:spAutoFit/>
          </a:bodyPr>
          <a:lstStyle/>
          <a:p>
            <a:pPr>
              <a:lnSpc>
                <a:spcPct val="131021"/>
              </a:lnSpc>
              <a:buSzPts val="1100"/>
            </a:pPr>
            <a:r>
              <a:rPr lang="en-US" sz="1100">
                <a:latin typeface="DM Sans"/>
                <a:sym typeface="DM Sans"/>
              </a:rPr>
              <a:t>Date : </a:t>
            </a:r>
            <a:r>
              <a:rPr lang="en-US" sz="1100">
                <a:latin typeface="DM Sans"/>
              </a:rPr>
              <a:t>Mardi 18/03 à 13h</a:t>
            </a:r>
          </a:p>
        </p:txBody>
      </p:sp>
      <p:sp>
        <p:nvSpPr>
          <p:cNvPr id="526" name="Google Shape;526;p57">
            <a:extLst>
              <a:ext uri="{FF2B5EF4-FFF2-40B4-BE49-F238E27FC236}">
                <a16:creationId xmlns:a16="http://schemas.microsoft.com/office/drawing/2014/main" id="{B00C7C62-07DF-D7F2-DFE8-BCA4C1B0715B}"/>
              </a:ext>
            </a:extLst>
          </p:cNvPr>
          <p:cNvSpPr/>
          <p:nvPr/>
        </p:nvSpPr>
        <p:spPr>
          <a:xfrm>
            <a:off x="6828338" y="3801968"/>
            <a:ext cx="1705396" cy="1202502"/>
          </a:xfrm>
          <a:custGeom>
            <a:avLst/>
            <a:gdLst/>
            <a:ahLst/>
            <a:cxnLst/>
            <a:rect l="l" t="t" r="r" b="b"/>
            <a:pathLst>
              <a:path w="2613633" h="1842915" extrusionOk="0">
                <a:moveTo>
                  <a:pt x="2489173" y="1842915"/>
                </a:moveTo>
                <a:lnTo>
                  <a:pt x="124460" y="1842915"/>
                </a:lnTo>
                <a:cubicBezTo>
                  <a:pt x="55880" y="1842915"/>
                  <a:pt x="0" y="1787035"/>
                  <a:pt x="0" y="1718455"/>
                </a:cubicBezTo>
                <a:lnTo>
                  <a:pt x="0" y="124460"/>
                </a:lnTo>
                <a:cubicBezTo>
                  <a:pt x="0" y="55880"/>
                  <a:pt x="55880" y="0"/>
                  <a:pt x="124460" y="0"/>
                </a:cubicBezTo>
                <a:lnTo>
                  <a:pt x="2489173" y="0"/>
                </a:lnTo>
                <a:cubicBezTo>
                  <a:pt x="2557753" y="0"/>
                  <a:pt x="2613633" y="55880"/>
                  <a:pt x="2613633" y="124460"/>
                </a:cubicBezTo>
                <a:lnTo>
                  <a:pt x="2613633" y="1718455"/>
                </a:lnTo>
                <a:cubicBezTo>
                  <a:pt x="2613633" y="1787035"/>
                  <a:pt x="2557753" y="1842915"/>
                  <a:pt x="2489173" y="1842915"/>
                </a:cubicBezTo>
                <a:close/>
              </a:path>
            </a:pathLst>
          </a:custGeom>
          <a:solidFill>
            <a:srgbClr val="EDF0F2"/>
          </a:solidFill>
          <a:ln>
            <a:noFill/>
          </a:ln>
        </p:spPr>
        <p:txBody>
          <a:bodyPr spcFirstLastPara="1" wrap="square" lIns="45725" tIns="45725" rIns="45725" bIns="45725" anchor="t" anchorCtr="0">
            <a:noAutofit/>
          </a:bodyPr>
          <a:lstStyle/>
          <a:p>
            <a:pPr marL="171450" indent="-171450">
              <a:buSzPts val="700"/>
              <a:buFontTx/>
              <a:buChar char="-"/>
            </a:pPr>
            <a:r>
              <a:rPr lang="fr-FR" sz="1000">
                <a:solidFill>
                  <a:schemeClr val="accent4">
                    <a:lumMod val="10000"/>
                  </a:schemeClr>
                </a:solidFill>
              </a:rPr>
              <a:t>Myriam tente de contacter l’hébergeur actuel du site.</a:t>
            </a:r>
          </a:p>
        </p:txBody>
      </p:sp>
      <p:sp>
        <p:nvSpPr>
          <p:cNvPr id="527" name="Google Shape;527;p57">
            <a:extLst>
              <a:ext uri="{FF2B5EF4-FFF2-40B4-BE49-F238E27FC236}">
                <a16:creationId xmlns:a16="http://schemas.microsoft.com/office/drawing/2014/main" id="{12BFA1EF-36A0-EA52-79BB-45BC20470C63}"/>
              </a:ext>
            </a:extLst>
          </p:cNvPr>
          <p:cNvSpPr/>
          <p:nvPr/>
        </p:nvSpPr>
        <p:spPr>
          <a:xfrm>
            <a:off x="5001117" y="3801968"/>
            <a:ext cx="1705396" cy="1202502"/>
          </a:xfrm>
          <a:custGeom>
            <a:avLst/>
            <a:gdLst/>
            <a:ahLst/>
            <a:cxnLst/>
            <a:rect l="l" t="t" r="r" b="b"/>
            <a:pathLst>
              <a:path w="2613633" h="1842915" extrusionOk="0">
                <a:moveTo>
                  <a:pt x="2489173" y="1842915"/>
                </a:moveTo>
                <a:lnTo>
                  <a:pt x="124460" y="1842915"/>
                </a:lnTo>
                <a:cubicBezTo>
                  <a:pt x="55880" y="1842915"/>
                  <a:pt x="0" y="1787035"/>
                  <a:pt x="0" y="1718455"/>
                </a:cubicBezTo>
                <a:lnTo>
                  <a:pt x="0" y="124460"/>
                </a:lnTo>
                <a:cubicBezTo>
                  <a:pt x="0" y="55880"/>
                  <a:pt x="55880" y="0"/>
                  <a:pt x="124460" y="0"/>
                </a:cubicBezTo>
                <a:lnTo>
                  <a:pt x="2489173" y="0"/>
                </a:lnTo>
                <a:cubicBezTo>
                  <a:pt x="2557753" y="0"/>
                  <a:pt x="2613633" y="55880"/>
                  <a:pt x="2613633" y="124460"/>
                </a:cubicBezTo>
                <a:lnTo>
                  <a:pt x="2613633" y="1718455"/>
                </a:lnTo>
                <a:cubicBezTo>
                  <a:pt x="2613633" y="1787035"/>
                  <a:pt x="2557753" y="1842915"/>
                  <a:pt x="2489173" y="1842915"/>
                </a:cubicBezTo>
                <a:close/>
              </a:path>
            </a:pathLst>
          </a:custGeom>
          <a:solidFill>
            <a:srgbClr val="EDF0F2"/>
          </a:solidFill>
          <a:ln>
            <a:noFill/>
          </a:ln>
        </p:spPr>
        <p:txBody>
          <a:bodyPr spcFirstLastPara="1" wrap="square" lIns="45725" tIns="45725" rIns="45725" bIns="45725" anchor="t" anchorCtr="0">
            <a:noAutofit/>
          </a:bodyPr>
          <a:lstStyle/>
          <a:p>
            <a:pPr marL="171450" indent="-171450">
              <a:buSzPts val="700"/>
              <a:buFontTx/>
              <a:buChar char="-"/>
            </a:pPr>
            <a:r>
              <a:rPr lang="fr-FR" sz="1000">
                <a:solidFill>
                  <a:schemeClr val="accent4">
                    <a:lumMod val="10000"/>
                  </a:schemeClr>
                </a:solidFill>
              </a:rPr>
              <a:t>Myriam s’occupe du support visuel.</a:t>
            </a:r>
          </a:p>
        </p:txBody>
      </p:sp>
      <p:sp>
        <p:nvSpPr>
          <p:cNvPr id="528" name="Google Shape;528;p57">
            <a:extLst>
              <a:ext uri="{FF2B5EF4-FFF2-40B4-BE49-F238E27FC236}">
                <a16:creationId xmlns:a16="http://schemas.microsoft.com/office/drawing/2014/main" id="{27A518D8-2A57-387B-90DE-649A1477B923}"/>
              </a:ext>
            </a:extLst>
          </p:cNvPr>
          <p:cNvSpPr/>
          <p:nvPr/>
        </p:nvSpPr>
        <p:spPr>
          <a:xfrm>
            <a:off x="6852150" y="3350872"/>
            <a:ext cx="1703616" cy="354965"/>
          </a:xfrm>
          <a:custGeom>
            <a:avLst/>
            <a:gdLst/>
            <a:ahLst/>
            <a:cxnLst/>
            <a:rect l="l" t="t" r="r" b="b"/>
            <a:pathLst>
              <a:path w="3169519" h="660400" extrusionOk="0">
                <a:moveTo>
                  <a:pt x="3045058" y="660400"/>
                </a:moveTo>
                <a:lnTo>
                  <a:pt x="124460" y="660400"/>
                </a:lnTo>
                <a:cubicBezTo>
                  <a:pt x="55880" y="660400"/>
                  <a:pt x="0" y="604520"/>
                  <a:pt x="0" y="535940"/>
                </a:cubicBezTo>
                <a:lnTo>
                  <a:pt x="0" y="124460"/>
                </a:lnTo>
                <a:cubicBezTo>
                  <a:pt x="0" y="55880"/>
                  <a:pt x="55880" y="0"/>
                  <a:pt x="124460" y="0"/>
                </a:cubicBezTo>
                <a:lnTo>
                  <a:pt x="3045059" y="0"/>
                </a:lnTo>
                <a:cubicBezTo>
                  <a:pt x="3113639" y="0"/>
                  <a:pt x="3169519" y="55880"/>
                  <a:pt x="3169519" y="124460"/>
                </a:cubicBezTo>
                <a:lnTo>
                  <a:pt x="3169519" y="535940"/>
                </a:lnTo>
                <a:cubicBezTo>
                  <a:pt x="3169519" y="604520"/>
                  <a:pt x="3113639" y="660400"/>
                  <a:pt x="3045059"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29" name="Google Shape;529;p57">
            <a:extLst>
              <a:ext uri="{FF2B5EF4-FFF2-40B4-BE49-F238E27FC236}">
                <a16:creationId xmlns:a16="http://schemas.microsoft.com/office/drawing/2014/main" id="{C370508E-E563-3C25-EB45-F1EC3216BBA1}"/>
              </a:ext>
            </a:extLst>
          </p:cNvPr>
          <p:cNvSpPr txBox="1"/>
          <p:nvPr/>
        </p:nvSpPr>
        <p:spPr>
          <a:xfrm>
            <a:off x="6922811" y="3411126"/>
            <a:ext cx="1561500" cy="169200"/>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TERMINE / QUI</a:t>
            </a:r>
            <a:endParaRPr sz="700" b="0" i="0" u="none" strike="noStrike" cap="none">
              <a:solidFill>
                <a:schemeClr val="lt1"/>
              </a:solidFill>
              <a:latin typeface="Arial"/>
              <a:ea typeface="Arial"/>
              <a:cs typeface="Arial"/>
              <a:sym typeface="Arial"/>
            </a:endParaRPr>
          </a:p>
        </p:txBody>
      </p:sp>
      <p:sp>
        <p:nvSpPr>
          <p:cNvPr id="530" name="Google Shape;530;p57">
            <a:extLst>
              <a:ext uri="{FF2B5EF4-FFF2-40B4-BE49-F238E27FC236}">
                <a16:creationId xmlns:a16="http://schemas.microsoft.com/office/drawing/2014/main" id="{C536040C-5EA7-BDC0-3998-14B078741642}"/>
              </a:ext>
            </a:extLst>
          </p:cNvPr>
          <p:cNvSpPr txBox="1"/>
          <p:nvPr/>
        </p:nvSpPr>
        <p:spPr>
          <a:xfrm>
            <a:off x="3291406" y="3411126"/>
            <a:ext cx="1561500" cy="169200"/>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A FAIRE  / QUI</a:t>
            </a:r>
            <a:endParaRPr sz="700" b="0" i="0" u="none" strike="noStrike" cap="none">
              <a:solidFill>
                <a:schemeClr val="lt1"/>
              </a:solidFill>
              <a:latin typeface="Arial"/>
              <a:ea typeface="Arial"/>
              <a:cs typeface="Arial"/>
              <a:sym typeface="Arial"/>
            </a:endParaRPr>
          </a:p>
        </p:txBody>
      </p:sp>
      <p:sp>
        <p:nvSpPr>
          <p:cNvPr id="531" name="Google Shape;531;p57">
            <a:extLst>
              <a:ext uri="{FF2B5EF4-FFF2-40B4-BE49-F238E27FC236}">
                <a16:creationId xmlns:a16="http://schemas.microsoft.com/office/drawing/2014/main" id="{CDBFD4A0-317A-16A6-36BE-FEB45A35852B}"/>
              </a:ext>
            </a:extLst>
          </p:cNvPr>
          <p:cNvSpPr txBox="1"/>
          <p:nvPr/>
        </p:nvSpPr>
        <p:spPr>
          <a:xfrm>
            <a:off x="5142439" y="3411126"/>
            <a:ext cx="1561500" cy="169200"/>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EN COURS  / QUI</a:t>
            </a:r>
            <a:endParaRPr sz="700" b="0" i="0" u="none" strike="noStrike" cap="none">
              <a:solidFill>
                <a:schemeClr val="lt1"/>
              </a:solidFill>
              <a:latin typeface="Arial"/>
              <a:ea typeface="Arial"/>
              <a:cs typeface="Arial"/>
              <a:sym typeface="Arial"/>
            </a:endParaRPr>
          </a:p>
        </p:txBody>
      </p:sp>
      <p:sp>
        <p:nvSpPr>
          <p:cNvPr id="534" name="Google Shape;534;p57">
            <a:extLst>
              <a:ext uri="{FF2B5EF4-FFF2-40B4-BE49-F238E27FC236}">
                <a16:creationId xmlns:a16="http://schemas.microsoft.com/office/drawing/2014/main" id="{312E7673-646A-7558-858E-9E9D57FA5E75}"/>
              </a:ext>
            </a:extLst>
          </p:cNvPr>
          <p:cNvSpPr/>
          <p:nvPr/>
        </p:nvSpPr>
        <p:spPr>
          <a:xfrm>
            <a:off x="281577" y="1194954"/>
            <a:ext cx="2249621" cy="1572524"/>
          </a:xfrm>
          <a:custGeom>
            <a:avLst/>
            <a:gdLst/>
            <a:ahLst/>
            <a:cxnLst/>
            <a:rect l="l" t="t" r="r" b="b"/>
            <a:pathLst>
              <a:path w="3447695" h="2409998" extrusionOk="0">
                <a:moveTo>
                  <a:pt x="3323235" y="2409998"/>
                </a:moveTo>
                <a:lnTo>
                  <a:pt x="124460" y="2409998"/>
                </a:lnTo>
                <a:cubicBezTo>
                  <a:pt x="55880" y="2409998"/>
                  <a:pt x="0" y="2354118"/>
                  <a:pt x="0" y="2285538"/>
                </a:cubicBezTo>
                <a:lnTo>
                  <a:pt x="0" y="124460"/>
                </a:lnTo>
                <a:cubicBezTo>
                  <a:pt x="0" y="55880"/>
                  <a:pt x="55880" y="0"/>
                  <a:pt x="124460" y="0"/>
                </a:cubicBezTo>
                <a:lnTo>
                  <a:pt x="3323236" y="0"/>
                </a:lnTo>
                <a:cubicBezTo>
                  <a:pt x="3391815" y="0"/>
                  <a:pt x="3447695" y="55880"/>
                  <a:pt x="3447695" y="124460"/>
                </a:cubicBezTo>
                <a:lnTo>
                  <a:pt x="3447695" y="2285539"/>
                </a:lnTo>
                <a:cubicBezTo>
                  <a:pt x="3447695" y="2354119"/>
                  <a:pt x="3391815" y="2409998"/>
                  <a:pt x="3323236" y="2409998"/>
                </a:cubicBezTo>
                <a:close/>
              </a:path>
            </a:pathLst>
          </a:custGeom>
          <a:solidFill>
            <a:srgbClr val="5686DA"/>
          </a:solidFill>
          <a:ln>
            <a:noFill/>
          </a:ln>
        </p:spPr>
        <p:txBody>
          <a:bodyPr spcFirstLastPara="1" wrap="square" lIns="45725" tIns="45725" rIns="45725" bIns="457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fr" sz="1000" b="1">
                <a:solidFill>
                  <a:schemeClr val="lt1"/>
                </a:solidFill>
              </a:rPr>
              <a:t>Définition du rôle de chacun.e pour cette réunion</a:t>
            </a:r>
            <a:endParaRPr lang="fr-FR" sz="1000" b="1">
              <a:solidFill>
                <a:schemeClr val="lt1"/>
              </a:solidFill>
            </a:endParaRPr>
          </a:p>
          <a:p>
            <a:pPr marL="0" marR="0" lvl="0" indent="0" algn="l" rtl="0">
              <a:lnSpc>
                <a:spcPct val="100000"/>
              </a:lnSpc>
              <a:spcBef>
                <a:spcPts val="0"/>
              </a:spcBef>
              <a:spcAft>
                <a:spcPts val="0"/>
              </a:spcAft>
              <a:buClr>
                <a:srgbClr val="000000"/>
              </a:buClr>
              <a:buSzPts val="700"/>
              <a:buFont typeface="Arial"/>
              <a:buNone/>
            </a:pPr>
            <a:r>
              <a:rPr lang="fr" sz="1000">
                <a:solidFill>
                  <a:schemeClr val="lt1"/>
                </a:solidFill>
              </a:rPr>
              <a:t>Scribe: Myriam Bensaid</a:t>
            </a:r>
            <a:endParaRPr sz="1000">
              <a:solidFill>
                <a:schemeClr val="lt1"/>
              </a:solidFill>
            </a:endParaRPr>
          </a:p>
          <a:p>
            <a:pPr>
              <a:buSzPts val="700"/>
            </a:pPr>
            <a:r>
              <a:rPr lang="fr" sz="1000">
                <a:solidFill>
                  <a:schemeClr val="lt1"/>
                </a:solidFill>
              </a:rPr>
              <a:t>Animateur.rice : Myriam Bensaid</a:t>
            </a:r>
            <a:endParaRPr sz="1000">
              <a:solidFill>
                <a:schemeClr val="lt1"/>
              </a:solidFill>
            </a:endParaRPr>
          </a:p>
          <a:p>
            <a:pPr marL="0" marR="0" lvl="0" indent="0" algn="l" rtl="0">
              <a:lnSpc>
                <a:spcPct val="100000"/>
              </a:lnSpc>
              <a:spcBef>
                <a:spcPts val="0"/>
              </a:spcBef>
              <a:spcAft>
                <a:spcPts val="0"/>
              </a:spcAft>
              <a:buClr>
                <a:srgbClr val="000000"/>
              </a:buClr>
              <a:buSzPts val="700"/>
              <a:buFont typeface="Arial"/>
              <a:buNone/>
            </a:pPr>
            <a:r>
              <a:rPr lang="fr" sz="1000">
                <a:solidFill>
                  <a:schemeClr val="lt1"/>
                </a:solidFill>
              </a:rPr>
              <a:t>Time-Keeper: Eva Anserim</a:t>
            </a:r>
            <a:endParaRPr sz="1000">
              <a:solidFill>
                <a:schemeClr val="lt1"/>
              </a:solidFill>
            </a:endParaRPr>
          </a:p>
          <a:p>
            <a:pPr marL="0" marR="0" lvl="0" indent="0" algn="l" rtl="0">
              <a:lnSpc>
                <a:spcPct val="100000"/>
              </a:lnSpc>
              <a:spcBef>
                <a:spcPts val="0"/>
              </a:spcBef>
              <a:spcAft>
                <a:spcPts val="0"/>
              </a:spcAft>
              <a:buClr>
                <a:srgbClr val="000000"/>
              </a:buClr>
              <a:buSzPts val="700"/>
              <a:buFont typeface="Arial"/>
              <a:buNone/>
            </a:pPr>
            <a:r>
              <a:rPr lang="fr" sz="1000">
                <a:solidFill>
                  <a:schemeClr val="lt1"/>
                </a:solidFill>
              </a:rPr>
              <a:t>Pousse-décision: Myriam Bensaid</a:t>
            </a:r>
            <a:endParaRPr sz="1000">
              <a:solidFill>
                <a:schemeClr val="lt1"/>
              </a:solidFill>
            </a:endParaRPr>
          </a:p>
        </p:txBody>
      </p:sp>
      <p:grpSp>
        <p:nvGrpSpPr>
          <p:cNvPr id="5" name="Google Shape;472;p54">
            <a:extLst>
              <a:ext uri="{FF2B5EF4-FFF2-40B4-BE49-F238E27FC236}">
                <a16:creationId xmlns:a16="http://schemas.microsoft.com/office/drawing/2014/main" id="{61FDDE35-88DF-EC10-F2A7-2E39BB549F34}"/>
              </a:ext>
            </a:extLst>
          </p:cNvPr>
          <p:cNvGrpSpPr/>
          <p:nvPr/>
        </p:nvGrpSpPr>
        <p:grpSpPr>
          <a:xfrm>
            <a:off x="144398" y="90236"/>
            <a:ext cx="5390213" cy="440927"/>
            <a:chOff x="0" y="38100"/>
            <a:chExt cx="14373900" cy="1175806"/>
          </a:xfrm>
        </p:grpSpPr>
        <p:sp>
          <p:nvSpPr>
            <p:cNvPr id="3" name="Google Shape;473;p54">
              <a:extLst>
                <a:ext uri="{FF2B5EF4-FFF2-40B4-BE49-F238E27FC236}">
                  <a16:creationId xmlns:a16="http://schemas.microsoft.com/office/drawing/2014/main" id="{DB757E59-1258-3137-7855-052E1188313B}"/>
                </a:ext>
              </a:extLst>
            </p:cNvPr>
            <p:cNvSpPr txBox="1"/>
            <p:nvPr/>
          </p:nvSpPr>
          <p:spPr>
            <a:xfrm>
              <a:off x="0" y="38100"/>
              <a:ext cx="14373900" cy="812531"/>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800"/>
                <a:buFont typeface="Arial"/>
                <a:buNone/>
              </a:pPr>
              <a:r>
                <a:rPr lang="fr" sz="1800" b="1" i="0" u="none" strike="noStrike" cap="none">
                  <a:solidFill>
                    <a:srgbClr val="000000"/>
                  </a:solidFill>
                  <a:latin typeface="DM Sans"/>
                  <a:ea typeface="DM Sans"/>
                  <a:cs typeface="DM Sans"/>
                  <a:sym typeface="DM Sans"/>
                </a:rPr>
                <a:t>Réunion </a:t>
              </a:r>
              <a:r>
                <a:rPr lang="fr" sz="1800" b="1" err="1">
                  <a:latin typeface="DM Sans"/>
                  <a:ea typeface="DM Sans"/>
                  <a:cs typeface="DM Sans"/>
                  <a:sym typeface="DM Sans"/>
                </a:rPr>
                <a:t>tuteur.rice</a:t>
              </a:r>
              <a:endParaRPr sz="700" b="0" i="0" u="none" strike="noStrike" cap="none" err="1">
                <a:solidFill>
                  <a:srgbClr val="000000"/>
                </a:solidFill>
                <a:latin typeface="Arial"/>
                <a:ea typeface="Arial"/>
                <a:cs typeface="Arial"/>
                <a:sym typeface="Arial"/>
              </a:endParaRPr>
            </a:p>
          </p:txBody>
        </p:sp>
        <p:sp>
          <p:nvSpPr>
            <p:cNvPr id="4" name="Google Shape;474;p54">
              <a:extLst>
                <a:ext uri="{FF2B5EF4-FFF2-40B4-BE49-F238E27FC236}">
                  <a16:creationId xmlns:a16="http://schemas.microsoft.com/office/drawing/2014/main" id="{BAAA0467-39BC-BDB5-C9D0-340F9DEAC1B4}"/>
                </a:ext>
              </a:extLst>
            </p:cNvPr>
            <p:cNvSpPr txBox="1"/>
            <p:nvPr/>
          </p:nvSpPr>
          <p:spPr>
            <a:xfrm>
              <a:off x="0" y="885406"/>
              <a:ext cx="14373900" cy="328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800"/>
                <a:buFont typeface="Arial"/>
                <a:buNone/>
              </a:pPr>
              <a:r>
                <a:rPr lang="fr" sz="800" b="0" i="0" u="none" strike="noStrike" cap="none">
                  <a:solidFill>
                    <a:srgbClr val="000000"/>
                  </a:solidFill>
                  <a:latin typeface="DM Sans"/>
                  <a:ea typeface="DM Sans"/>
                  <a:cs typeface="DM Sans"/>
                  <a:sym typeface="DM Sans"/>
                </a:rPr>
                <a:t>fiche </a:t>
              </a:r>
              <a:r>
                <a:rPr lang="fr" sz="800">
                  <a:latin typeface="DM Sans"/>
                  <a:ea typeface="DM Sans"/>
                  <a:cs typeface="DM Sans"/>
                  <a:sym typeface="DM Sans"/>
                </a:rPr>
                <a:t>modèle </a:t>
              </a:r>
              <a:r>
                <a:rPr lang="fr" sz="800" b="0" i="0" u="none" strike="noStrike" cap="none">
                  <a:solidFill>
                    <a:srgbClr val="000000"/>
                  </a:solidFill>
                  <a:latin typeface="DM Sans"/>
                  <a:ea typeface="DM Sans"/>
                  <a:cs typeface="DM Sans"/>
                  <a:sym typeface="DM Sans"/>
                </a:rPr>
                <a:t>type qui peut être dupliquée/imprimée selon vos besoins</a:t>
              </a:r>
              <a:endParaRPr sz="700" b="0" i="0" u="none" strike="noStrike" cap="none">
                <a:solidFill>
                  <a:srgbClr val="000000"/>
                </a:solidFill>
                <a:latin typeface="Arial"/>
                <a:ea typeface="Arial"/>
                <a:cs typeface="Arial"/>
                <a:sym typeface="Arial"/>
              </a:endParaRPr>
            </a:p>
          </p:txBody>
        </p:sp>
      </p:grpSp>
      <p:grpSp>
        <p:nvGrpSpPr>
          <p:cNvPr id="9" name="Google Shape;444;p51">
            <a:extLst>
              <a:ext uri="{FF2B5EF4-FFF2-40B4-BE49-F238E27FC236}">
                <a16:creationId xmlns:a16="http://schemas.microsoft.com/office/drawing/2014/main" id="{741FE471-5224-325E-0112-9B2D76DD5478}"/>
              </a:ext>
            </a:extLst>
          </p:cNvPr>
          <p:cNvGrpSpPr/>
          <p:nvPr/>
        </p:nvGrpSpPr>
        <p:grpSpPr>
          <a:xfrm>
            <a:off x="226548" y="4621912"/>
            <a:ext cx="2923917" cy="431526"/>
            <a:chOff x="12104611" y="1596973"/>
            <a:chExt cx="5847832" cy="863051"/>
          </a:xfrm>
        </p:grpSpPr>
        <p:sp>
          <p:nvSpPr>
            <p:cNvPr id="7" name="Google Shape;445;p51">
              <a:extLst>
                <a:ext uri="{FF2B5EF4-FFF2-40B4-BE49-F238E27FC236}">
                  <a16:creationId xmlns:a16="http://schemas.microsoft.com/office/drawing/2014/main" id="{9EFA7908-C145-F227-A56F-14B7985133AC}"/>
                </a:ext>
              </a:extLst>
            </p:cNvPr>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8" name="Google Shape;446;p51">
              <a:extLst>
                <a:ext uri="{FF2B5EF4-FFF2-40B4-BE49-F238E27FC236}">
                  <a16:creationId xmlns:a16="http://schemas.microsoft.com/office/drawing/2014/main" id="{8EB6FB59-DF42-1A06-DC93-3C84F8A02FB1}"/>
                </a:ext>
              </a:extLst>
            </p:cNvPr>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2" name="Espace réservé du numéro de diapositive 1">
            <a:extLst>
              <a:ext uri="{FF2B5EF4-FFF2-40B4-BE49-F238E27FC236}">
                <a16:creationId xmlns:a16="http://schemas.microsoft.com/office/drawing/2014/main" id="{17786017-91E3-95FD-FCEA-A44357C3BC56}"/>
              </a:ext>
            </a:extLst>
          </p:cNvPr>
          <p:cNvSpPr>
            <a:spLocks noGrp="1"/>
          </p:cNvSpPr>
          <p:nvPr>
            <p:ph type="sldNum" idx="12"/>
          </p:nvPr>
        </p:nvSpPr>
        <p:spPr/>
        <p:txBody>
          <a:bodyPr/>
          <a:lstStyle/>
          <a:p>
            <a:fld id="{00000000-1234-1234-1234-123412341234}" type="slidenum">
              <a:rPr lang="fr"/>
              <a:t>53</a:t>
            </a:fld>
            <a:endParaRPr lang="fr-FR"/>
          </a:p>
        </p:txBody>
      </p:sp>
    </p:spTree>
    <p:extLst>
      <p:ext uri="{BB962C8B-B14F-4D97-AF65-F5344CB8AC3E}">
        <p14:creationId xmlns:p14="http://schemas.microsoft.com/office/powerpoint/2010/main" val="27490253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05">
          <a:extLst>
            <a:ext uri="{FF2B5EF4-FFF2-40B4-BE49-F238E27FC236}">
              <a16:creationId xmlns:a16="http://schemas.microsoft.com/office/drawing/2014/main" id="{E3A5E442-529B-3A8E-1296-E36E3C5DD08B}"/>
            </a:ext>
          </a:extLst>
        </p:cNvPr>
        <p:cNvGrpSpPr/>
        <p:nvPr/>
      </p:nvGrpSpPr>
      <p:grpSpPr>
        <a:xfrm>
          <a:off x="0" y="0"/>
          <a:ext cx="0" cy="0"/>
          <a:chOff x="0" y="0"/>
          <a:chExt cx="0" cy="0"/>
        </a:xfrm>
      </p:grpSpPr>
      <p:sp>
        <p:nvSpPr>
          <p:cNvPr id="506" name="Google Shape;506;p57">
            <a:extLst>
              <a:ext uri="{FF2B5EF4-FFF2-40B4-BE49-F238E27FC236}">
                <a16:creationId xmlns:a16="http://schemas.microsoft.com/office/drawing/2014/main" id="{80270B22-03E1-91B9-0B3A-BB1B7A044DAC}"/>
              </a:ext>
            </a:extLst>
          </p:cNvPr>
          <p:cNvSpPr/>
          <p:nvPr/>
        </p:nvSpPr>
        <p:spPr>
          <a:xfrm>
            <a:off x="279472" y="745464"/>
            <a:ext cx="2247274" cy="354965"/>
          </a:xfrm>
          <a:custGeom>
            <a:avLst/>
            <a:gdLst/>
            <a:ahLst/>
            <a:cxnLst/>
            <a:rect l="l" t="t" r="r" b="b"/>
            <a:pathLst>
              <a:path w="4180975" h="660400" extrusionOk="0">
                <a:moveTo>
                  <a:pt x="4056514" y="660400"/>
                </a:moveTo>
                <a:lnTo>
                  <a:pt x="124460" y="660400"/>
                </a:lnTo>
                <a:cubicBezTo>
                  <a:pt x="55880" y="660400"/>
                  <a:pt x="0" y="604520"/>
                  <a:pt x="0" y="535940"/>
                </a:cubicBezTo>
                <a:lnTo>
                  <a:pt x="0" y="124460"/>
                </a:lnTo>
                <a:cubicBezTo>
                  <a:pt x="0" y="55880"/>
                  <a:pt x="55880" y="0"/>
                  <a:pt x="124460" y="0"/>
                </a:cubicBezTo>
                <a:lnTo>
                  <a:pt x="4056514" y="0"/>
                </a:lnTo>
                <a:cubicBezTo>
                  <a:pt x="4125094" y="0"/>
                  <a:pt x="4180975" y="55880"/>
                  <a:pt x="4180975" y="124460"/>
                </a:cubicBezTo>
                <a:lnTo>
                  <a:pt x="4180975" y="535940"/>
                </a:lnTo>
                <a:cubicBezTo>
                  <a:pt x="4180975" y="604520"/>
                  <a:pt x="4125094" y="660400"/>
                  <a:pt x="4056514"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07" name="Google Shape;507;p57">
            <a:extLst>
              <a:ext uri="{FF2B5EF4-FFF2-40B4-BE49-F238E27FC236}">
                <a16:creationId xmlns:a16="http://schemas.microsoft.com/office/drawing/2014/main" id="{D0FAF88A-75E6-5C5E-ECF7-DF9800007309}"/>
              </a:ext>
            </a:extLst>
          </p:cNvPr>
          <p:cNvSpPr/>
          <p:nvPr/>
        </p:nvSpPr>
        <p:spPr>
          <a:xfrm>
            <a:off x="281577" y="1658624"/>
            <a:ext cx="2249621" cy="1572524"/>
          </a:xfrm>
          <a:custGeom>
            <a:avLst/>
            <a:gdLst/>
            <a:ahLst/>
            <a:cxnLst/>
            <a:rect l="l" t="t" r="r" b="b"/>
            <a:pathLst>
              <a:path w="3447695" h="2409998" extrusionOk="0">
                <a:moveTo>
                  <a:pt x="3323235" y="2409998"/>
                </a:moveTo>
                <a:lnTo>
                  <a:pt x="124460" y="2409998"/>
                </a:lnTo>
                <a:cubicBezTo>
                  <a:pt x="55880" y="2409998"/>
                  <a:pt x="0" y="2354118"/>
                  <a:pt x="0" y="2285538"/>
                </a:cubicBezTo>
                <a:lnTo>
                  <a:pt x="0" y="124460"/>
                </a:lnTo>
                <a:cubicBezTo>
                  <a:pt x="0" y="55880"/>
                  <a:pt x="55880" y="0"/>
                  <a:pt x="124460" y="0"/>
                </a:cubicBezTo>
                <a:lnTo>
                  <a:pt x="3323236" y="0"/>
                </a:lnTo>
                <a:cubicBezTo>
                  <a:pt x="3391815" y="0"/>
                  <a:pt x="3447695" y="55880"/>
                  <a:pt x="3447695" y="124460"/>
                </a:cubicBezTo>
                <a:lnTo>
                  <a:pt x="3447695" y="2285539"/>
                </a:lnTo>
                <a:cubicBezTo>
                  <a:pt x="3447695" y="2354119"/>
                  <a:pt x="3391815" y="2409998"/>
                  <a:pt x="3323236" y="2409998"/>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08" name="Google Shape;508;p57">
            <a:extLst>
              <a:ext uri="{FF2B5EF4-FFF2-40B4-BE49-F238E27FC236}">
                <a16:creationId xmlns:a16="http://schemas.microsoft.com/office/drawing/2014/main" id="{FA39D056-2632-39F9-9A11-813D1ACDBC58}"/>
              </a:ext>
            </a:extLst>
          </p:cNvPr>
          <p:cNvSpPr/>
          <p:nvPr/>
        </p:nvSpPr>
        <p:spPr>
          <a:xfrm>
            <a:off x="3150083" y="3801968"/>
            <a:ext cx="1705396" cy="1202502"/>
          </a:xfrm>
          <a:custGeom>
            <a:avLst/>
            <a:gdLst/>
            <a:ahLst/>
            <a:cxnLst/>
            <a:rect l="l" t="t" r="r" b="b"/>
            <a:pathLst>
              <a:path w="2613633" h="1842915" extrusionOk="0">
                <a:moveTo>
                  <a:pt x="2489173" y="1842915"/>
                </a:moveTo>
                <a:lnTo>
                  <a:pt x="124460" y="1842915"/>
                </a:lnTo>
                <a:cubicBezTo>
                  <a:pt x="55880" y="1842915"/>
                  <a:pt x="0" y="1787035"/>
                  <a:pt x="0" y="1718455"/>
                </a:cubicBezTo>
                <a:lnTo>
                  <a:pt x="0" y="124460"/>
                </a:lnTo>
                <a:cubicBezTo>
                  <a:pt x="0" y="55880"/>
                  <a:pt x="55880" y="0"/>
                  <a:pt x="124460" y="0"/>
                </a:cubicBezTo>
                <a:lnTo>
                  <a:pt x="2489173" y="0"/>
                </a:lnTo>
                <a:cubicBezTo>
                  <a:pt x="2557753" y="0"/>
                  <a:pt x="2613633" y="55880"/>
                  <a:pt x="2613633" y="124460"/>
                </a:cubicBezTo>
                <a:lnTo>
                  <a:pt x="2613633" y="1718455"/>
                </a:lnTo>
                <a:cubicBezTo>
                  <a:pt x="2613633" y="1787035"/>
                  <a:pt x="2557753" y="1842915"/>
                  <a:pt x="2489173" y="1842915"/>
                </a:cubicBezTo>
                <a:close/>
              </a:path>
            </a:pathLst>
          </a:custGeom>
          <a:solidFill>
            <a:srgbClr val="EDF0F2"/>
          </a:solidFill>
          <a:ln>
            <a:noFill/>
          </a:ln>
        </p:spPr>
        <p:txBody>
          <a:bodyPr spcFirstLastPara="1" wrap="square" lIns="45725" tIns="45725" rIns="45725" bIns="45725" anchor="t" anchorCtr="0">
            <a:noAutofit/>
          </a:bodyPr>
          <a:lstStyle/>
          <a:p>
            <a:pPr marL="171450" indent="-171450">
              <a:buSzPts val="700"/>
              <a:buFontTx/>
              <a:buChar char="-"/>
            </a:pPr>
            <a:endParaRPr lang="fr-FR" sz="1000">
              <a:solidFill>
                <a:schemeClr val="accent4">
                  <a:lumMod val="10000"/>
                </a:schemeClr>
              </a:solidFill>
            </a:endParaRPr>
          </a:p>
        </p:txBody>
      </p:sp>
      <p:sp>
        <p:nvSpPr>
          <p:cNvPr id="509" name="Google Shape;509;p57">
            <a:extLst>
              <a:ext uri="{FF2B5EF4-FFF2-40B4-BE49-F238E27FC236}">
                <a16:creationId xmlns:a16="http://schemas.microsoft.com/office/drawing/2014/main" id="{FFC92D43-D6F9-E665-4C56-A3B0B7328CD5}"/>
              </a:ext>
            </a:extLst>
          </p:cNvPr>
          <p:cNvSpPr/>
          <p:nvPr/>
        </p:nvSpPr>
        <p:spPr>
          <a:xfrm>
            <a:off x="3126271" y="1209134"/>
            <a:ext cx="5407453" cy="354965"/>
          </a:xfrm>
          <a:custGeom>
            <a:avLst/>
            <a:gdLst/>
            <a:ahLst/>
            <a:cxnLst/>
            <a:rect l="l" t="t" r="r" b="b"/>
            <a:pathLst>
              <a:path w="10060378" h="660400" extrusionOk="0">
                <a:moveTo>
                  <a:pt x="9935918" y="660400"/>
                </a:moveTo>
                <a:lnTo>
                  <a:pt x="124460" y="660400"/>
                </a:lnTo>
                <a:cubicBezTo>
                  <a:pt x="55880" y="660400"/>
                  <a:pt x="0" y="604520"/>
                  <a:pt x="0" y="535940"/>
                </a:cubicBezTo>
                <a:lnTo>
                  <a:pt x="0" y="124460"/>
                </a:lnTo>
                <a:cubicBezTo>
                  <a:pt x="0" y="55880"/>
                  <a:pt x="55880" y="0"/>
                  <a:pt x="124460" y="0"/>
                </a:cubicBezTo>
                <a:lnTo>
                  <a:pt x="9935918" y="0"/>
                </a:lnTo>
                <a:cubicBezTo>
                  <a:pt x="10004498" y="0"/>
                  <a:pt x="10060378" y="55880"/>
                  <a:pt x="10060378" y="124460"/>
                </a:cubicBezTo>
                <a:lnTo>
                  <a:pt x="10060378" y="535940"/>
                </a:lnTo>
                <a:cubicBezTo>
                  <a:pt x="10060378" y="604520"/>
                  <a:pt x="10004498" y="660400"/>
                  <a:pt x="9935918"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10" name="Google Shape;510;p57">
            <a:extLst>
              <a:ext uri="{FF2B5EF4-FFF2-40B4-BE49-F238E27FC236}">
                <a16:creationId xmlns:a16="http://schemas.microsoft.com/office/drawing/2014/main" id="{094AEC4F-2915-2A7F-4EC5-491BCBE648A4}"/>
              </a:ext>
            </a:extLst>
          </p:cNvPr>
          <p:cNvSpPr/>
          <p:nvPr/>
        </p:nvSpPr>
        <p:spPr>
          <a:xfrm>
            <a:off x="290255" y="3338298"/>
            <a:ext cx="2240930" cy="1202502"/>
          </a:xfrm>
          <a:custGeom>
            <a:avLst/>
            <a:gdLst/>
            <a:ahLst/>
            <a:cxnLst/>
            <a:rect l="l" t="t" r="r" b="b"/>
            <a:pathLst>
              <a:path w="3434376" h="1842915" extrusionOk="0">
                <a:moveTo>
                  <a:pt x="3309915" y="1842915"/>
                </a:moveTo>
                <a:lnTo>
                  <a:pt x="124460" y="1842915"/>
                </a:lnTo>
                <a:cubicBezTo>
                  <a:pt x="55880" y="1842915"/>
                  <a:pt x="0" y="1787035"/>
                  <a:pt x="0" y="1718455"/>
                </a:cubicBezTo>
                <a:lnTo>
                  <a:pt x="0" y="124460"/>
                </a:lnTo>
                <a:cubicBezTo>
                  <a:pt x="0" y="55880"/>
                  <a:pt x="55880" y="0"/>
                  <a:pt x="124460" y="0"/>
                </a:cubicBezTo>
                <a:lnTo>
                  <a:pt x="3309916" y="0"/>
                </a:lnTo>
                <a:cubicBezTo>
                  <a:pt x="3378496" y="0"/>
                  <a:pt x="3434376" y="55880"/>
                  <a:pt x="3434376" y="124460"/>
                </a:cubicBezTo>
                <a:lnTo>
                  <a:pt x="3434376" y="1718455"/>
                </a:lnTo>
                <a:cubicBezTo>
                  <a:pt x="3434376" y="1787035"/>
                  <a:pt x="3378496" y="1842915"/>
                  <a:pt x="3309916" y="1842915"/>
                </a:cubicBezTo>
                <a:close/>
              </a:path>
            </a:pathLst>
          </a:custGeom>
          <a:solidFill>
            <a:srgbClr val="EDF0F2"/>
          </a:solidFill>
          <a:ln>
            <a:noFill/>
          </a:ln>
        </p:spPr>
        <p:txBody>
          <a:bodyPr spcFirstLastPara="1" wrap="square" lIns="45725" tIns="45725" rIns="45725" bIns="45725" anchor="t" anchorCtr="0">
            <a:noAutofit/>
          </a:bodyPr>
          <a:lstStyle/>
          <a:p>
            <a:pPr marL="0" marR="0" lvl="0" indent="0" rtl="0">
              <a:lnSpc>
                <a:spcPct val="100000"/>
              </a:lnSpc>
              <a:spcBef>
                <a:spcPts val="0"/>
              </a:spcBef>
              <a:spcAft>
                <a:spcPts val="0"/>
              </a:spcAft>
              <a:buClr>
                <a:srgbClr val="000000"/>
              </a:buClr>
              <a:buSzPts val="700"/>
              <a:buFont typeface="Arial"/>
              <a:buNone/>
            </a:pPr>
            <a:r>
              <a:rPr lang="fr-FR" sz="1000">
                <a:solidFill>
                  <a:schemeClr val="accent4">
                    <a:lumMod val="10000"/>
                  </a:schemeClr>
                </a:solidFill>
              </a:rPr>
              <a:t>Effectuer une soutenance blanche.</a:t>
            </a:r>
            <a:endParaRPr sz="1000" b="0" i="0" u="none" strike="noStrike" cap="none">
              <a:solidFill>
                <a:schemeClr val="accent4">
                  <a:lumMod val="10000"/>
                </a:schemeClr>
              </a:solidFill>
              <a:latin typeface="Arial"/>
              <a:ea typeface="Arial"/>
              <a:cs typeface="Arial"/>
              <a:sym typeface="Arial"/>
            </a:endParaRPr>
          </a:p>
        </p:txBody>
      </p:sp>
      <p:sp>
        <p:nvSpPr>
          <p:cNvPr id="511" name="Google Shape;511;p57">
            <a:extLst>
              <a:ext uri="{FF2B5EF4-FFF2-40B4-BE49-F238E27FC236}">
                <a16:creationId xmlns:a16="http://schemas.microsoft.com/office/drawing/2014/main" id="{53894F19-49B6-7FED-85CF-071628E079F9}"/>
              </a:ext>
            </a:extLst>
          </p:cNvPr>
          <p:cNvSpPr/>
          <p:nvPr/>
        </p:nvSpPr>
        <p:spPr>
          <a:xfrm>
            <a:off x="3150083" y="3350872"/>
            <a:ext cx="1703616" cy="354965"/>
          </a:xfrm>
          <a:custGeom>
            <a:avLst/>
            <a:gdLst/>
            <a:ahLst/>
            <a:cxnLst/>
            <a:rect l="l" t="t" r="r" b="b"/>
            <a:pathLst>
              <a:path w="3169519" h="660400" extrusionOk="0">
                <a:moveTo>
                  <a:pt x="3045058" y="660400"/>
                </a:moveTo>
                <a:lnTo>
                  <a:pt x="124460" y="660400"/>
                </a:lnTo>
                <a:cubicBezTo>
                  <a:pt x="55880" y="660400"/>
                  <a:pt x="0" y="604520"/>
                  <a:pt x="0" y="535940"/>
                </a:cubicBezTo>
                <a:lnTo>
                  <a:pt x="0" y="124460"/>
                </a:lnTo>
                <a:cubicBezTo>
                  <a:pt x="0" y="55880"/>
                  <a:pt x="55880" y="0"/>
                  <a:pt x="124460" y="0"/>
                </a:cubicBezTo>
                <a:lnTo>
                  <a:pt x="3045059" y="0"/>
                </a:lnTo>
                <a:cubicBezTo>
                  <a:pt x="3113639" y="0"/>
                  <a:pt x="3169519" y="55880"/>
                  <a:pt x="3169519" y="124460"/>
                </a:cubicBezTo>
                <a:lnTo>
                  <a:pt x="3169519" y="535940"/>
                </a:lnTo>
                <a:cubicBezTo>
                  <a:pt x="3169519" y="604520"/>
                  <a:pt x="3113639" y="660400"/>
                  <a:pt x="3045059"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12" name="Google Shape;512;p57">
            <a:extLst>
              <a:ext uri="{FF2B5EF4-FFF2-40B4-BE49-F238E27FC236}">
                <a16:creationId xmlns:a16="http://schemas.microsoft.com/office/drawing/2014/main" id="{C8080613-899A-916C-F352-84DCB1C983E2}"/>
              </a:ext>
            </a:extLst>
          </p:cNvPr>
          <p:cNvSpPr txBox="1"/>
          <p:nvPr/>
        </p:nvSpPr>
        <p:spPr>
          <a:xfrm>
            <a:off x="375624" y="805748"/>
            <a:ext cx="1561500" cy="253916"/>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a:solidFill>
                  <a:schemeClr val="lt1"/>
                </a:solidFill>
                <a:latin typeface="DM Sans"/>
                <a:sym typeface="DM Sans"/>
              </a:rPr>
              <a:t>PARTICIPANT.E.S</a:t>
            </a:r>
            <a:endParaRPr sz="700" b="0" i="0" u="none" strike="noStrike" cap="none">
              <a:solidFill>
                <a:schemeClr val="lt1"/>
              </a:solidFill>
              <a:latin typeface="Arial"/>
              <a:ea typeface="Arial"/>
              <a:cs typeface="Arial"/>
              <a:sym typeface="Arial"/>
            </a:endParaRPr>
          </a:p>
        </p:txBody>
      </p:sp>
      <p:sp>
        <p:nvSpPr>
          <p:cNvPr id="513" name="Google Shape;513;p57">
            <a:extLst>
              <a:ext uri="{FF2B5EF4-FFF2-40B4-BE49-F238E27FC236}">
                <a16:creationId xmlns:a16="http://schemas.microsoft.com/office/drawing/2014/main" id="{FEF27F1C-B9D0-09DD-753F-F1AAAB38629E}"/>
              </a:ext>
            </a:extLst>
          </p:cNvPr>
          <p:cNvSpPr/>
          <p:nvPr/>
        </p:nvSpPr>
        <p:spPr>
          <a:xfrm>
            <a:off x="290255" y="2887202"/>
            <a:ext cx="2247274" cy="354965"/>
          </a:xfrm>
          <a:custGeom>
            <a:avLst/>
            <a:gdLst/>
            <a:ahLst/>
            <a:cxnLst/>
            <a:rect l="l" t="t" r="r" b="b"/>
            <a:pathLst>
              <a:path w="4180975" h="660400" extrusionOk="0">
                <a:moveTo>
                  <a:pt x="4056514" y="660400"/>
                </a:moveTo>
                <a:lnTo>
                  <a:pt x="124460" y="660400"/>
                </a:lnTo>
                <a:cubicBezTo>
                  <a:pt x="55880" y="660400"/>
                  <a:pt x="0" y="604520"/>
                  <a:pt x="0" y="535940"/>
                </a:cubicBezTo>
                <a:lnTo>
                  <a:pt x="0" y="124460"/>
                </a:lnTo>
                <a:cubicBezTo>
                  <a:pt x="0" y="55880"/>
                  <a:pt x="55880" y="0"/>
                  <a:pt x="124460" y="0"/>
                </a:cubicBezTo>
                <a:lnTo>
                  <a:pt x="4056514" y="0"/>
                </a:lnTo>
                <a:cubicBezTo>
                  <a:pt x="4125094" y="0"/>
                  <a:pt x="4180975" y="55880"/>
                  <a:pt x="4180975" y="124460"/>
                </a:cubicBezTo>
                <a:lnTo>
                  <a:pt x="4180975" y="535940"/>
                </a:lnTo>
                <a:cubicBezTo>
                  <a:pt x="4180975" y="604520"/>
                  <a:pt x="4125094" y="660400"/>
                  <a:pt x="4056514"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14" name="Google Shape;514;p57">
            <a:extLst>
              <a:ext uri="{FF2B5EF4-FFF2-40B4-BE49-F238E27FC236}">
                <a16:creationId xmlns:a16="http://schemas.microsoft.com/office/drawing/2014/main" id="{1A380A4F-EDE2-75A2-E570-94F821260807}"/>
              </a:ext>
            </a:extLst>
          </p:cNvPr>
          <p:cNvSpPr txBox="1"/>
          <p:nvPr/>
        </p:nvSpPr>
        <p:spPr>
          <a:xfrm>
            <a:off x="439651" y="2947486"/>
            <a:ext cx="1561500" cy="253916"/>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OBJECTIFS</a:t>
            </a:r>
          </a:p>
        </p:txBody>
      </p:sp>
      <p:sp>
        <p:nvSpPr>
          <p:cNvPr id="518" name="Google Shape;518;p57">
            <a:extLst>
              <a:ext uri="{FF2B5EF4-FFF2-40B4-BE49-F238E27FC236}">
                <a16:creationId xmlns:a16="http://schemas.microsoft.com/office/drawing/2014/main" id="{C92EA592-62FC-DC6E-FA48-9ABED9F15429}"/>
              </a:ext>
            </a:extLst>
          </p:cNvPr>
          <p:cNvSpPr/>
          <p:nvPr/>
        </p:nvSpPr>
        <p:spPr>
          <a:xfrm>
            <a:off x="3150083" y="1658624"/>
            <a:ext cx="5413102" cy="1572524"/>
          </a:xfrm>
          <a:custGeom>
            <a:avLst/>
            <a:gdLst/>
            <a:ahLst/>
            <a:cxnLst/>
            <a:rect l="l" t="t" r="r" b="b"/>
            <a:pathLst>
              <a:path w="8295942" h="2409998" extrusionOk="0">
                <a:moveTo>
                  <a:pt x="8171481" y="2409998"/>
                </a:moveTo>
                <a:lnTo>
                  <a:pt x="124460" y="2409998"/>
                </a:lnTo>
                <a:cubicBezTo>
                  <a:pt x="55880" y="2409998"/>
                  <a:pt x="0" y="2354118"/>
                  <a:pt x="0" y="2285538"/>
                </a:cubicBezTo>
                <a:lnTo>
                  <a:pt x="0" y="124460"/>
                </a:lnTo>
                <a:cubicBezTo>
                  <a:pt x="0" y="55880"/>
                  <a:pt x="55880" y="0"/>
                  <a:pt x="124460" y="0"/>
                </a:cubicBezTo>
                <a:lnTo>
                  <a:pt x="8171481" y="0"/>
                </a:lnTo>
                <a:cubicBezTo>
                  <a:pt x="8240061" y="0"/>
                  <a:pt x="8295942" y="55880"/>
                  <a:pt x="8295942" y="124460"/>
                </a:cubicBezTo>
                <a:lnTo>
                  <a:pt x="8295942" y="2285539"/>
                </a:lnTo>
                <a:cubicBezTo>
                  <a:pt x="8295942" y="2354119"/>
                  <a:pt x="8240061" y="2409998"/>
                  <a:pt x="8171481" y="2409998"/>
                </a:cubicBezTo>
                <a:close/>
              </a:path>
            </a:pathLst>
          </a:custGeom>
          <a:solidFill>
            <a:srgbClr val="EDF0F2"/>
          </a:solidFill>
          <a:ln>
            <a:noFill/>
          </a:ln>
        </p:spPr>
        <p:txBody>
          <a:bodyPr spcFirstLastPara="1" wrap="square" lIns="45725" tIns="45725" rIns="45725" bIns="45725" anchor="t" anchorCtr="0">
            <a:noAutofit/>
          </a:bodyPr>
          <a:lstStyle/>
          <a:p>
            <a:pPr marL="171450" indent="-171450">
              <a:buSzPts val="700"/>
              <a:buFontTx/>
              <a:buChar char="-"/>
            </a:pPr>
            <a:r>
              <a:rPr lang="fr-FR" sz="1000">
                <a:solidFill>
                  <a:schemeClr val="accent4">
                    <a:lumMod val="10000"/>
                  </a:schemeClr>
                </a:solidFill>
              </a:rPr>
              <a:t>Numérotation des slides</a:t>
            </a:r>
          </a:p>
          <a:p>
            <a:pPr marL="171450" indent="-171450">
              <a:buSzPts val="700"/>
              <a:buFontTx/>
              <a:buChar char="-"/>
            </a:pPr>
            <a:r>
              <a:rPr lang="fr-FR" sz="1000">
                <a:solidFill>
                  <a:schemeClr val="accent4">
                    <a:lumMod val="10000"/>
                  </a:schemeClr>
                </a:solidFill>
              </a:rPr>
              <a:t>Insertion d’un sommaire</a:t>
            </a:r>
          </a:p>
          <a:p>
            <a:pPr marL="171450" indent="-171450">
              <a:buSzPts val="700"/>
              <a:buFontTx/>
              <a:buChar char="-"/>
            </a:pPr>
            <a:r>
              <a:rPr lang="fr-FR" sz="1000">
                <a:solidFill>
                  <a:schemeClr val="accent4">
                    <a:lumMod val="10000"/>
                  </a:schemeClr>
                </a:solidFill>
              </a:rPr>
              <a:t>Réorganisation des slides de manière plus logique</a:t>
            </a:r>
          </a:p>
          <a:p>
            <a:pPr marL="171450" indent="-171450">
              <a:buSzPts val="700"/>
              <a:buFontTx/>
              <a:buChar char="-"/>
            </a:pPr>
            <a:r>
              <a:rPr lang="fr-FR" sz="1000">
                <a:solidFill>
                  <a:schemeClr val="accent4">
                    <a:lumMod val="10000"/>
                  </a:schemeClr>
                </a:solidFill>
              </a:rPr>
              <a:t>Vider les slides pleines de texte</a:t>
            </a:r>
          </a:p>
          <a:p>
            <a:pPr marL="171450" indent="-171450">
              <a:buSzPts val="700"/>
              <a:buFontTx/>
              <a:buChar char="-"/>
            </a:pPr>
            <a:r>
              <a:rPr lang="fr-FR" sz="1000">
                <a:solidFill>
                  <a:schemeClr val="accent4">
                    <a:lumMod val="10000"/>
                  </a:schemeClr>
                </a:solidFill>
              </a:rPr>
              <a:t>Retravailler la carte mentale</a:t>
            </a:r>
          </a:p>
          <a:p>
            <a:pPr marL="171450" indent="-171450">
              <a:buSzPts val="700"/>
              <a:buFontTx/>
              <a:buChar char="-"/>
            </a:pPr>
            <a:r>
              <a:rPr lang="fr-FR" sz="1000">
                <a:solidFill>
                  <a:schemeClr val="accent4">
                    <a:lumMod val="10000"/>
                  </a:schemeClr>
                </a:solidFill>
              </a:rPr>
              <a:t>Retravailler le </a:t>
            </a:r>
            <a:r>
              <a:rPr lang="fr-FR" sz="1000" err="1">
                <a:solidFill>
                  <a:schemeClr val="accent4">
                    <a:lumMod val="10000"/>
                  </a:schemeClr>
                </a:solidFill>
              </a:rPr>
              <a:t>moodboard</a:t>
            </a:r>
            <a:r>
              <a:rPr lang="fr-FR" sz="1000">
                <a:solidFill>
                  <a:schemeClr val="accent4">
                    <a:lumMod val="10000"/>
                  </a:schemeClr>
                </a:solidFill>
              </a:rPr>
              <a:t> afin de l’unifier (utiliser des outils numériques de dessin et/ou de génération d’image)</a:t>
            </a:r>
            <a:endParaRPr sz="1000">
              <a:solidFill>
                <a:schemeClr val="accent4">
                  <a:lumMod val="10000"/>
                </a:schemeClr>
              </a:solidFill>
            </a:endParaRPr>
          </a:p>
        </p:txBody>
      </p:sp>
      <p:sp>
        <p:nvSpPr>
          <p:cNvPr id="519" name="Google Shape;519;p57">
            <a:extLst>
              <a:ext uri="{FF2B5EF4-FFF2-40B4-BE49-F238E27FC236}">
                <a16:creationId xmlns:a16="http://schemas.microsoft.com/office/drawing/2014/main" id="{27F2DC44-A55A-F606-FF51-CD23F65F5ADD}"/>
              </a:ext>
            </a:extLst>
          </p:cNvPr>
          <p:cNvSpPr txBox="1"/>
          <p:nvPr/>
        </p:nvSpPr>
        <p:spPr>
          <a:xfrm>
            <a:off x="3291406" y="1269418"/>
            <a:ext cx="1561500" cy="169200"/>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SUJETS </a:t>
            </a:r>
            <a:r>
              <a:rPr lang="fr" sz="1100" b="1">
                <a:solidFill>
                  <a:schemeClr val="lt1"/>
                </a:solidFill>
                <a:latin typeface="DM Sans"/>
                <a:ea typeface="DM Sans"/>
                <a:cs typeface="DM Sans"/>
                <a:sym typeface="DM Sans"/>
              </a:rPr>
              <a:t>ABORDÉS</a:t>
            </a:r>
            <a:endParaRPr sz="700" b="0" i="0" u="none" strike="noStrike" cap="none">
              <a:solidFill>
                <a:schemeClr val="lt1"/>
              </a:solidFill>
              <a:latin typeface="Arial"/>
              <a:ea typeface="Arial"/>
              <a:cs typeface="Arial"/>
              <a:sym typeface="Arial"/>
            </a:endParaRPr>
          </a:p>
        </p:txBody>
      </p:sp>
      <p:sp>
        <p:nvSpPr>
          <p:cNvPr id="520" name="Google Shape;520;p57">
            <a:extLst>
              <a:ext uri="{FF2B5EF4-FFF2-40B4-BE49-F238E27FC236}">
                <a16:creationId xmlns:a16="http://schemas.microsoft.com/office/drawing/2014/main" id="{119A305E-3678-F48C-567D-16E866F7469E}"/>
              </a:ext>
            </a:extLst>
          </p:cNvPr>
          <p:cNvSpPr/>
          <p:nvPr/>
        </p:nvSpPr>
        <p:spPr>
          <a:xfrm>
            <a:off x="5001116" y="3350872"/>
            <a:ext cx="1703616" cy="354965"/>
          </a:xfrm>
          <a:custGeom>
            <a:avLst/>
            <a:gdLst/>
            <a:ahLst/>
            <a:cxnLst/>
            <a:rect l="l" t="t" r="r" b="b"/>
            <a:pathLst>
              <a:path w="3169519" h="660400" extrusionOk="0">
                <a:moveTo>
                  <a:pt x="3045058" y="660400"/>
                </a:moveTo>
                <a:lnTo>
                  <a:pt x="124460" y="660400"/>
                </a:lnTo>
                <a:cubicBezTo>
                  <a:pt x="55880" y="660400"/>
                  <a:pt x="0" y="604520"/>
                  <a:pt x="0" y="535940"/>
                </a:cubicBezTo>
                <a:lnTo>
                  <a:pt x="0" y="124460"/>
                </a:lnTo>
                <a:cubicBezTo>
                  <a:pt x="0" y="55880"/>
                  <a:pt x="55880" y="0"/>
                  <a:pt x="124460" y="0"/>
                </a:cubicBezTo>
                <a:lnTo>
                  <a:pt x="3045059" y="0"/>
                </a:lnTo>
                <a:cubicBezTo>
                  <a:pt x="3113639" y="0"/>
                  <a:pt x="3169519" y="55880"/>
                  <a:pt x="3169519" y="124460"/>
                </a:cubicBezTo>
                <a:lnTo>
                  <a:pt x="3169519" y="535940"/>
                </a:lnTo>
                <a:cubicBezTo>
                  <a:pt x="3169519" y="604520"/>
                  <a:pt x="3113639" y="660400"/>
                  <a:pt x="3045059"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grpSp>
        <p:nvGrpSpPr>
          <p:cNvPr id="521" name="Google Shape;521;p57">
            <a:extLst>
              <a:ext uri="{FF2B5EF4-FFF2-40B4-BE49-F238E27FC236}">
                <a16:creationId xmlns:a16="http://schemas.microsoft.com/office/drawing/2014/main" id="{2D96DFEB-0D2F-F6E9-45CD-978D767B01F0}"/>
              </a:ext>
            </a:extLst>
          </p:cNvPr>
          <p:cNvGrpSpPr/>
          <p:nvPr/>
        </p:nvGrpSpPr>
        <p:grpSpPr>
          <a:xfrm>
            <a:off x="6472917" y="208961"/>
            <a:ext cx="2246874" cy="725087"/>
            <a:chOff x="12700" y="19050"/>
            <a:chExt cx="9197194" cy="3988377"/>
          </a:xfrm>
        </p:grpSpPr>
        <p:sp>
          <p:nvSpPr>
            <p:cNvPr id="522" name="Google Shape;522;p57">
              <a:extLst>
                <a:ext uri="{FF2B5EF4-FFF2-40B4-BE49-F238E27FC236}">
                  <a16:creationId xmlns:a16="http://schemas.microsoft.com/office/drawing/2014/main" id="{C5A37712-0BC1-7DF5-7B1E-F067F414BBFC}"/>
                </a:ext>
              </a:extLst>
            </p:cNvPr>
            <p:cNvSpPr/>
            <p:nvPr/>
          </p:nvSpPr>
          <p:spPr>
            <a:xfrm>
              <a:off x="19050" y="223520"/>
              <a:ext cx="9184494" cy="3777557"/>
            </a:xfrm>
            <a:custGeom>
              <a:avLst/>
              <a:gdLst/>
              <a:ahLst/>
              <a:cxnLst/>
              <a:rect l="l" t="t" r="r" b="b"/>
              <a:pathLst>
                <a:path w="9184494" h="3777557" extrusionOk="0">
                  <a:moveTo>
                    <a:pt x="0" y="11430"/>
                  </a:moveTo>
                  <a:cubicBezTo>
                    <a:pt x="0" y="11430"/>
                    <a:pt x="2540" y="340360"/>
                    <a:pt x="2540" y="749300"/>
                  </a:cubicBezTo>
                  <a:cubicBezTo>
                    <a:pt x="2540" y="1489362"/>
                    <a:pt x="7620" y="2596457"/>
                    <a:pt x="7620" y="2856807"/>
                  </a:cubicBezTo>
                  <a:cubicBezTo>
                    <a:pt x="7620" y="3051117"/>
                    <a:pt x="16510" y="3449897"/>
                    <a:pt x="21590" y="3641667"/>
                  </a:cubicBezTo>
                  <a:lnTo>
                    <a:pt x="130810" y="3755967"/>
                  </a:lnTo>
                  <a:cubicBezTo>
                    <a:pt x="275590" y="3763587"/>
                    <a:pt x="543560" y="3777557"/>
                    <a:pt x="793750" y="3777557"/>
                  </a:cubicBezTo>
                  <a:lnTo>
                    <a:pt x="9184494" y="3777557"/>
                  </a:lnTo>
                  <a:lnTo>
                    <a:pt x="9184494" y="693420"/>
                  </a:lnTo>
                  <a:cubicBezTo>
                    <a:pt x="9184494" y="318770"/>
                    <a:pt x="9175603" y="41910"/>
                    <a:pt x="9175603" y="41910"/>
                  </a:cubicBezTo>
                  <a:cubicBezTo>
                    <a:pt x="9020663" y="21590"/>
                    <a:pt x="8864453" y="11430"/>
                    <a:pt x="8706974" y="12700"/>
                  </a:cubicBezTo>
                  <a:cubicBezTo>
                    <a:pt x="8433924" y="12700"/>
                    <a:pt x="1179830" y="21590"/>
                    <a:pt x="929640" y="12700"/>
                  </a:cubicBezTo>
                  <a:cubicBezTo>
                    <a:pt x="594360" y="0"/>
                    <a:pt x="0" y="11430"/>
                    <a:pt x="0" y="11430"/>
                  </a:cubicBezTo>
                  <a:close/>
                </a:path>
              </a:pathLst>
            </a:custGeom>
            <a:solidFill>
              <a:srgbClr val="FFFFFF"/>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23" name="Google Shape;523;p57">
              <a:extLst>
                <a:ext uri="{FF2B5EF4-FFF2-40B4-BE49-F238E27FC236}">
                  <a16:creationId xmlns:a16="http://schemas.microsoft.com/office/drawing/2014/main" id="{A88500F5-A2C2-130C-3B08-B0C2349EA05C}"/>
                </a:ext>
              </a:extLst>
            </p:cNvPr>
            <p:cNvSpPr/>
            <p:nvPr/>
          </p:nvSpPr>
          <p:spPr>
            <a:xfrm>
              <a:off x="12700" y="217170"/>
              <a:ext cx="9197194" cy="3790257"/>
            </a:xfrm>
            <a:custGeom>
              <a:avLst/>
              <a:gdLst/>
              <a:ahLst/>
              <a:cxnLst/>
              <a:rect l="l" t="t" r="r" b="b"/>
              <a:pathLst>
                <a:path w="9197194" h="3790257" extrusionOk="0">
                  <a:moveTo>
                    <a:pt x="9197194" y="3790257"/>
                  </a:moveTo>
                  <a:lnTo>
                    <a:pt x="800100" y="3790257"/>
                  </a:lnTo>
                  <a:cubicBezTo>
                    <a:pt x="547370" y="3790257"/>
                    <a:pt x="270510" y="3776287"/>
                    <a:pt x="137160" y="3768667"/>
                  </a:cubicBezTo>
                  <a:lnTo>
                    <a:pt x="134620" y="3768667"/>
                  </a:lnTo>
                  <a:lnTo>
                    <a:pt x="21590" y="3650557"/>
                  </a:lnTo>
                  <a:lnTo>
                    <a:pt x="21590" y="3648017"/>
                  </a:lnTo>
                  <a:cubicBezTo>
                    <a:pt x="16510" y="3444817"/>
                    <a:pt x="7620" y="3051117"/>
                    <a:pt x="7620" y="2863157"/>
                  </a:cubicBezTo>
                  <a:cubicBezTo>
                    <a:pt x="7620" y="2747587"/>
                    <a:pt x="6350" y="2571057"/>
                    <a:pt x="5080" y="2265374"/>
                  </a:cubicBezTo>
                  <a:cubicBezTo>
                    <a:pt x="3810" y="1719162"/>
                    <a:pt x="2540" y="1101226"/>
                    <a:pt x="2540" y="755650"/>
                  </a:cubicBezTo>
                  <a:cubicBezTo>
                    <a:pt x="2540" y="351790"/>
                    <a:pt x="0" y="21590"/>
                    <a:pt x="0" y="17780"/>
                  </a:cubicBezTo>
                  <a:lnTo>
                    <a:pt x="0" y="11430"/>
                  </a:lnTo>
                  <a:lnTo>
                    <a:pt x="6350" y="11430"/>
                  </a:lnTo>
                  <a:cubicBezTo>
                    <a:pt x="12700" y="11430"/>
                    <a:pt x="604520" y="0"/>
                    <a:pt x="935990" y="12700"/>
                  </a:cubicBezTo>
                  <a:cubicBezTo>
                    <a:pt x="1121410" y="19050"/>
                    <a:pt x="7858613" y="16510"/>
                    <a:pt x="8343753" y="13970"/>
                  </a:cubicBezTo>
                  <a:cubicBezTo>
                    <a:pt x="8508853" y="12700"/>
                    <a:pt x="8643474" y="12700"/>
                    <a:pt x="8713324" y="12700"/>
                  </a:cubicBezTo>
                  <a:cubicBezTo>
                    <a:pt x="8866994" y="11430"/>
                    <a:pt x="9025744" y="21590"/>
                    <a:pt x="9183224" y="41910"/>
                  </a:cubicBezTo>
                  <a:lnTo>
                    <a:pt x="9188303" y="43180"/>
                  </a:lnTo>
                  <a:lnTo>
                    <a:pt x="9188303" y="48260"/>
                  </a:lnTo>
                  <a:cubicBezTo>
                    <a:pt x="9188303" y="50800"/>
                    <a:pt x="9197194" y="328930"/>
                    <a:pt x="9197194" y="699770"/>
                  </a:cubicBezTo>
                  <a:lnTo>
                    <a:pt x="9197194" y="3790257"/>
                  </a:lnTo>
                  <a:close/>
                  <a:moveTo>
                    <a:pt x="139700" y="3755967"/>
                  </a:moveTo>
                  <a:cubicBezTo>
                    <a:pt x="273050" y="3763587"/>
                    <a:pt x="548640" y="3777557"/>
                    <a:pt x="800100" y="3777557"/>
                  </a:cubicBezTo>
                  <a:lnTo>
                    <a:pt x="9184494" y="3777557"/>
                  </a:lnTo>
                  <a:lnTo>
                    <a:pt x="9184494" y="699770"/>
                  </a:lnTo>
                  <a:cubicBezTo>
                    <a:pt x="9184494" y="358140"/>
                    <a:pt x="9176874" y="93980"/>
                    <a:pt x="9175603" y="53340"/>
                  </a:cubicBezTo>
                  <a:cubicBezTo>
                    <a:pt x="9020663" y="33020"/>
                    <a:pt x="8864453" y="24130"/>
                    <a:pt x="8713324" y="25400"/>
                  </a:cubicBezTo>
                  <a:cubicBezTo>
                    <a:pt x="8643474" y="25400"/>
                    <a:pt x="8508853" y="27940"/>
                    <a:pt x="8343753" y="26670"/>
                  </a:cubicBezTo>
                  <a:cubicBezTo>
                    <a:pt x="7834484" y="22860"/>
                    <a:pt x="1304290" y="22860"/>
                    <a:pt x="935990" y="25400"/>
                  </a:cubicBezTo>
                  <a:cubicBezTo>
                    <a:pt x="622300" y="27940"/>
                    <a:pt x="77470" y="22860"/>
                    <a:pt x="12700" y="24130"/>
                  </a:cubicBezTo>
                  <a:cubicBezTo>
                    <a:pt x="12700" y="71120"/>
                    <a:pt x="15240" y="382270"/>
                    <a:pt x="15240" y="755650"/>
                  </a:cubicBezTo>
                  <a:cubicBezTo>
                    <a:pt x="15240" y="1101226"/>
                    <a:pt x="16510" y="1719162"/>
                    <a:pt x="17780" y="2265374"/>
                  </a:cubicBezTo>
                  <a:cubicBezTo>
                    <a:pt x="19050" y="2571057"/>
                    <a:pt x="20320" y="2747587"/>
                    <a:pt x="20320" y="2863157"/>
                  </a:cubicBezTo>
                  <a:cubicBezTo>
                    <a:pt x="20320" y="3049847"/>
                    <a:pt x="29210" y="3441007"/>
                    <a:pt x="34290" y="3645477"/>
                  </a:cubicBezTo>
                  <a:lnTo>
                    <a:pt x="139700" y="3755967"/>
                  </a:lnTo>
                  <a:close/>
                  <a:moveTo>
                    <a:pt x="139700" y="3755967"/>
                  </a:moveTo>
                  <a:lnTo>
                    <a:pt x="133350" y="3630237"/>
                  </a:lnTo>
                  <a:lnTo>
                    <a:pt x="34290" y="3644207"/>
                  </a:lnTo>
                  <a:lnTo>
                    <a:pt x="139700" y="3755967"/>
                  </a:lnTo>
                  <a:close/>
                </a:path>
              </a:pathLst>
            </a:custGeom>
            <a:solidFill>
              <a:srgbClr val="000000"/>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24" name="Google Shape;524;p57">
              <a:extLst>
                <a:ext uri="{FF2B5EF4-FFF2-40B4-BE49-F238E27FC236}">
                  <a16:creationId xmlns:a16="http://schemas.microsoft.com/office/drawing/2014/main" id="{3C3F5EC3-E9FF-CA73-F25B-A888DD3F9B3A}"/>
                </a:ext>
              </a:extLst>
            </p:cNvPr>
            <p:cNvSpPr/>
            <p:nvPr/>
          </p:nvSpPr>
          <p:spPr>
            <a:xfrm>
              <a:off x="299720" y="19050"/>
              <a:ext cx="617220" cy="304800"/>
            </a:xfrm>
            <a:custGeom>
              <a:avLst/>
              <a:gdLst/>
              <a:ahLst/>
              <a:cxnLst/>
              <a:rect l="l" t="t" r="r" b="b"/>
              <a:pathLst>
                <a:path w="617220" h="304800" extrusionOk="0">
                  <a:moveTo>
                    <a:pt x="600710" y="0"/>
                  </a:moveTo>
                  <a:lnTo>
                    <a:pt x="617220" y="77470"/>
                  </a:lnTo>
                  <a:lnTo>
                    <a:pt x="600710" y="190500"/>
                  </a:lnTo>
                  <a:lnTo>
                    <a:pt x="589280" y="297180"/>
                  </a:lnTo>
                  <a:lnTo>
                    <a:pt x="5080" y="304800"/>
                  </a:lnTo>
                  <a:lnTo>
                    <a:pt x="5080" y="255270"/>
                  </a:lnTo>
                  <a:lnTo>
                    <a:pt x="16510" y="148590"/>
                  </a:lnTo>
                  <a:lnTo>
                    <a:pt x="0" y="21590"/>
                  </a:lnTo>
                  <a:lnTo>
                    <a:pt x="600710" y="0"/>
                  </a:lnTo>
                  <a:close/>
                </a:path>
              </a:pathLst>
            </a:custGeom>
            <a:solidFill>
              <a:srgbClr val="000000"/>
            </a:solidFill>
            <a:ln>
              <a:noFill/>
            </a:ln>
          </p:spPr>
          <p:txBody>
            <a:bodyPr/>
            <a:lstStyle/>
            <a:p>
              <a:endParaRPr lang="en-US"/>
            </a:p>
          </p:txBody>
        </p:sp>
      </p:grpSp>
      <p:sp>
        <p:nvSpPr>
          <p:cNvPr id="525" name="Google Shape;525;p57">
            <a:extLst>
              <a:ext uri="{FF2B5EF4-FFF2-40B4-BE49-F238E27FC236}">
                <a16:creationId xmlns:a16="http://schemas.microsoft.com/office/drawing/2014/main" id="{401D7A47-1EA9-8E69-B7F5-E35025870740}"/>
              </a:ext>
            </a:extLst>
          </p:cNvPr>
          <p:cNvSpPr txBox="1"/>
          <p:nvPr/>
        </p:nvSpPr>
        <p:spPr>
          <a:xfrm>
            <a:off x="6703939" y="394935"/>
            <a:ext cx="1780372" cy="362856"/>
          </a:xfrm>
          <a:prstGeom prst="rect">
            <a:avLst/>
          </a:prstGeom>
          <a:noFill/>
          <a:ln>
            <a:noFill/>
          </a:ln>
        </p:spPr>
        <p:txBody>
          <a:bodyPr spcFirstLastPara="1" wrap="square" lIns="0" tIns="0" rIns="0" bIns="0" anchor="t" anchorCtr="0">
            <a:spAutoFit/>
          </a:bodyPr>
          <a:lstStyle/>
          <a:p>
            <a:pPr>
              <a:lnSpc>
                <a:spcPct val="131021"/>
              </a:lnSpc>
              <a:buSzPts val="1100"/>
            </a:pPr>
            <a:r>
              <a:rPr lang="fr" sz="1100">
                <a:latin typeface="DM Sans"/>
                <a:sym typeface="DM Sans"/>
              </a:rPr>
              <a:t>Date : </a:t>
            </a:r>
            <a:r>
              <a:rPr lang="en-US" sz="1100">
                <a:latin typeface="DM Sans"/>
              </a:rPr>
              <a:t>Mardi 13/05 à 13h</a:t>
            </a:r>
            <a:endParaRPr lang="fr-FR" sz="1100">
              <a:latin typeface="DM Sans"/>
            </a:endParaRPr>
          </a:p>
          <a:p>
            <a:pPr marL="0" marR="0" lvl="0" indent="0" algn="l" rtl="0">
              <a:lnSpc>
                <a:spcPct val="131021"/>
              </a:lnSpc>
              <a:spcBef>
                <a:spcPts val="0"/>
              </a:spcBef>
              <a:spcAft>
                <a:spcPts val="0"/>
              </a:spcAft>
              <a:buClr>
                <a:srgbClr val="000000"/>
              </a:buClr>
              <a:buSzPts val="1100"/>
              <a:buFont typeface="Arial"/>
              <a:buNone/>
            </a:pPr>
            <a:endParaRPr sz="700" b="0" i="0" u="none" strike="noStrike" cap="none">
              <a:solidFill>
                <a:srgbClr val="000000"/>
              </a:solidFill>
              <a:latin typeface="Arial"/>
              <a:ea typeface="Arial"/>
              <a:cs typeface="Arial"/>
              <a:sym typeface="Arial"/>
            </a:endParaRPr>
          </a:p>
        </p:txBody>
      </p:sp>
      <p:sp>
        <p:nvSpPr>
          <p:cNvPr id="526" name="Google Shape;526;p57">
            <a:extLst>
              <a:ext uri="{FF2B5EF4-FFF2-40B4-BE49-F238E27FC236}">
                <a16:creationId xmlns:a16="http://schemas.microsoft.com/office/drawing/2014/main" id="{B9E29A94-7D94-F746-C30A-2A2D62BC6136}"/>
              </a:ext>
            </a:extLst>
          </p:cNvPr>
          <p:cNvSpPr/>
          <p:nvPr/>
        </p:nvSpPr>
        <p:spPr>
          <a:xfrm>
            <a:off x="6828338" y="3801968"/>
            <a:ext cx="1705396" cy="1202502"/>
          </a:xfrm>
          <a:custGeom>
            <a:avLst/>
            <a:gdLst/>
            <a:ahLst/>
            <a:cxnLst/>
            <a:rect l="l" t="t" r="r" b="b"/>
            <a:pathLst>
              <a:path w="2613633" h="1842915" extrusionOk="0">
                <a:moveTo>
                  <a:pt x="2489173" y="1842915"/>
                </a:moveTo>
                <a:lnTo>
                  <a:pt x="124460" y="1842915"/>
                </a:lnTo>
                <a:cubicBezTo>
                  <a:pt x="55880" y="1842915"/>
                  <a:pt x="0" y="1787035"/>
                  <a:pt x="0" y="1718455"/>
                </a:cubicBezTo>
                <a:lnTo>
                  <a:pt x="0" y="124460"/>
                </a:lnTo>
                <a:cubicBezTo>
                  <a:pt x="0" y="55880"/>
                  <a:pt x="55880" y="0"/>
                  <a:pt x="124460" y="0"/>
                </a:cubicBezTo>
                <a:lnTo>
                  <a:pt x="2489173" y="0"/>
                </a:lnTo>
                <a:cubicBezTo>
                  <a:pt x="2557753" y="0"/>
                  <a:pt x="2613633" y="55880"/>
                  <a:pt x="2613633" y="124460"/>
                </a:cubicBezTo>
                <a:lnTo>
                  <a:pt x="2613633" y="1718455"/>
                </a:lnTo>
                <a:cubicBezTo>
                  <a:pt x="2613633" y="1787035"/>
                  <a:pt x="2557753" y="1842915"/>
                  <a:pt x="2489173" y="1842915"/>
                </a:cubicBezTo>
                <a:close/>
              </a:path>
            </a:pathLst>
          </a:custGeom>
          <a:solidFill>
            <a:srgbClr val="EDF0F2"/>
          </a:solidFill>
          <a:ln>
            <a:noFill/>
          </a:ln>
        </p:spPr>
        <p:txBody>
          <a:bodyPr spcFirstLastPara="1" wrap="square" lIns="45725" tIns="45725" rIns="45725" bIns="45725" anchor="t" anchorCtr="0">
            <a:noAutofit/>
          </a:bodyPr>
          <a:lstStyle/>
          <a:p>
            <a:pPr marL="171450" indent="-171450">
              <a:buSzPts val="700"/>
              <a:buFontTx/>
              <a:buChar char="-"/>
            </a:pPr>
            <a:r>
              <a:rPr lang="fr-FR" sz="1000">
                <a:solidFill>
                  <a:schemeClr val="accent4">
                    <a:lumMod val="10000"/>
                  </a:schemeClr>
                </a:solidFill>
              </a:rPr>
              <a:t>Tom doit faire une page test plus légère.</a:t>
            </a:r>
          </a:p>
          <a:p>
            <a:pPr marL="171450" indent="-171450">
              <a:buSzPts val="700"/>
              <a:buFontTx/>
              <a:buChar char="-"/>
            </a:pPr>
            <a:r>
              <a:rPr lang="fr-FR" sz="1000">
                <a:solidFill>
                  <a:schemeClr val="accent4">
                    <a:lumMod val="10000"/>
                  </a:schemeClr>
                </a:solidFill>
              </a:rPr>
              <a:t>Tom a fait une animation explicative.</a:t>
            </a:r>
          </a:p>
        </p:txBody>
      </p:sp>
      <p:sp>
        <p:nvSpPr>
          <p:cNvPr id="527" name="Google Shape;527;p57">
            <a:extLst>
              <a:ext uri="{FF2B5EF4-FFF2-40B4-BE49-F238E27FC236}">
                <a16:creationId xmlns:a16="http://schemas.microsoft.com/office/drawing/2014/main" id="{D74B8B18-20CD-F367-F972-14D41614AD4E}"/>
              </a:ext>
            </a:extLst>
          </p:cNvPr>
          <p:cNvSpPr/>
          <p:nvPr/>
        </p:nvSpPr>
        <p:spPr>
          <a:xfrm>
            <a:off x="5001117" y="3801968"/>
            <a:ext cx="1705396" cy="1202502"/>
          </a:xfrm>
          <a:custGeom>
            <a:avLst/>
            <a:gdLst/>
            <a:ahLst/>
            <a:cxnLst/>
            <a:rect l="l" t="t" r="r" b="b"/>
            <a:pathLst>
              <a:path w="2613633" h="1842915" extrusionOk="0">
                <a:moveTo>
                  <a:pt x="2489173" y="1842915"/>
                </a:moveTo>
                <a:lnTo>
                  <a:pt x="124460" y="1842915"/>
                </a:lnTo>
                <a:cubicBezTo>
                  <a:pt x="55880" y="1842915"/>
                  <a:pt x="0" y="1787035"/>
                  <a:pt x="0" y="1718455"/>
                </a:cubicBezTo>
                <a:lnTo>
                  <a:pt x="0" y="124460"/>
                </a:lnTo>
                <a:cubicBezTo>
                  <a:pt x="0" y="55880"/>
                  <a:pt x="55880" y="0"/>
                  <a:pt x="124460" y="0"/>
                </a:cubicBezTo>
                <a:lnTo>
                  <a:pt x="2489173" y="0"/>
                </a:lnTo>
                <a:cubicBezTo>
                  <a:pt x="2557753" y="0"/>
                  <a:pt x="2613633" y="55880"/>
                  <a:pt x="2613633" y="124460"/>
                </a:cubicBezTo>
                <a:lnTo>
                  <a:pt x="2613633" y="1718455"/>
                </a:lnTo>
                <a:cubicBezTo>
                  <a:pt x="2613633" y="1787035"/>
                  <a:pt x="2557753" y="1842915"/>
                  <a:pt x="2489173" y="1842915"/>
                </a:cubicBezTo>
                <a:close/>
              </a:path>
            </a:pathLst>
          </a:custGeom>
          <a:solidFill>
            <a:srgbClr val="EDF0F2"/>
          </a:solidFill>
          <a:ln>
            <a:noFill/>
          </a:ln>
        </p:spPr>
        <p:txBody>
          <a:bodyPr spcFirstLastPara="1" wrap="square" lIns="45725" tIns="45725" rIns="45725" bIns="45725" anchor="t" anchorCtr="0">
            <a:noAutofit/>
          </a:bodyPr>
          <a:lstStyle/>
          <a:p>
            <a:pPr marL="171450" indent="-171450">
              <a:buSzPts val="700"/>
              <a:buFontTx/>
              <a:buChar char="-"/>
            </a:pPr>
            <a:r>
              <a:rPr lang="fr-FR" sz="1000">
                <a:solidFill>
                  <a:schemeClr val="accent4">
                    <a:lumMod val="10000"/>
                  </a:schemeClr>
                </a:solidFill>
              </a:rPr>
              <a:t>Myriam s’occupe du support visuel.</a:t>
            </a:r>
          </a:p>
        </p:txBody>
      </p:sp>
      <p:sp>
        <p:nvSpPr>
          <p:cNvPr id="528" name="Google Shape;528;p57">
            <a:extLst>
              <a:ext uri="{FF2B5EF4-FFF2-40B4-BE49-F238E27FC236}">
                <a16:creationId xmlns:a16="http://schemas.microsoft.com/office/drawing/2014/main" id="{0B3F025D-647E-0B6A-053B-9F7022D20096}"/>
              </a:ext>
            </a:extLst>
          </p:cNvPr>
          <p:cNvSpPr/>
          <p:nvPr/>
        </p:nvSpPr>
        <p:spPr>
          <a:xfrm>
            <a:off x="6852150" y="3350872"/>
            <a:ext cx="1703616" cy="354965"/>
          </a:xfrm>
          <a:custGeom>
            <a:avLst/>
            <a:gdLst/>
            <a:ahLst/>
            <a:cxnLst/>
            <a:rect l="l" t="t" r="r" b="b"/>
            <a:pathLst>
              <a:path w="3169519" h="660400" extrusionOk="0">
                <a:moveTo>
                  <a:pt x="3045058" y="660400"/>
                </a:moveTo>
                <a:lnTo>
                  <a:pt x="124460" y="660400"/>
                </a:lnTo>
                <a:cubicBezTo>
                  <a:pt x="55880" y="660400"/>
                  <a:pt x="0" y="604520"/>
                  <a:pt x="0" y="535940"/>
                </a:cubicBezTo>
                <a:lnTo>
                  <a:pt x="0" y="124460"/>
                </a:lnTo>
                <a:cubicBezTo>
                  <a:pt x="0" y="55880"/>
                  <a:pt x="55880" y="0"/>
                  <a:pt x="124460" y="0"/>
                </a:cubicBezTo>
                <a:lnTo>
                  <a:pt x="3045059" y="0"/>
                </a:lnTo>
                <a:cubicBezTo>
                  <a:pt x="3113639" y="0"/>
                  <a:pt x="3169519" y="55880"/>
                  <a:pt x="3169519" y="124460"/>
                </a:cubicBezTo>
                <a:lnTo>
                  <a:pt x="3169519" y="535940"/>
                </a:lnTo>
                <a:cubicBezTo>
                  <a:pt x="3169519" y="604520"/>
                  <a:pt x="3113639" y="660400"/>
                  <a:pt x="3045059" y="660400"/>
                </a:cubicBezTo>
                <a:close/>
              </a:path>
            </a:pathLst>
          </a:custGeom>
          <a:solidFill>
            <a:srgbClr val="5686DA"/>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529" name="Google Shape;529;p57">
            <a:extLst>
              <a:ext uri="{FF2B5EF4-FFF2-40B4-BE49-F238E27FC236}">
                <a16:creationId xmlns:a16="http://schemas.microsoft.com/office/drawing/2014/main" id="{55F4FC38-0421-1B80-D090-C2D9B4E8C61F}"/>
              </a:ext>
            </a:extLst>
          </p:cNvPr>
          <p:cNvSpPr txBox="1"/>
          <p:nvPr/>
        </p:nvSpPr>
        <p:spPr>
          <a:xfrm>
            <a:off x="6922811" y="3411126"/>
            <a:ext cx="1561500" cy="169200"/>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TERMINE / QUI</a:t>
            </a:r>
            <a:endParaRPr sz="700" b="0" i="0" u="none" strike="noStrike" cap="none">
              <a:solidFill>
                <a:schemeClr val="lt1"/>
              </a:solidFill>
              <a:latin typeface="Arial"/>
              <a:ea typeface="Arial"/>
              <a:cs typeface="Arial"/>
              <a:sym typeface="Arial"/>
            </a:endParaRPr>
          </a:p>
        </p:txBody>
      </p:sp>
      <p:sp>
        <p:nvSpPr>
          <p:cNvPr id="530" name="Google Shape;530;p57">
            <a:extLst>
              <a:ext uri="{FF2B5EF4-FFF2-40B4-BE49-F238E27FC236}">
                <a16:creationId xmlns:a16="http://schemas.microsoft.com/office/drawing/2014/main" id="{980E4539-F96D-AA23-AC2F-9454D6C4B7A7}"/>
              </a:ext>
            </a:extLst>
          </p:cNvPr>
          <p:cNvSpPr txBox="1"/>
          <p:nvPr/>
        </p:nvSpPr>
        <p:spPr>
          <a:xfrm>
            <a:off x="3291406" y="3411126"/>
            <a:ext cx="1561500" cy="169200"/>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A FAIRE  / QUI</a:t>
            </a:r>
            <a:endParaRPr sz="700" b="0" i="0" u="none" strike="noStrike" cap="none">
              <a:solidFill>
                <a:schemeClr val="lt1"/>
              </a:solidFill>
              <a:latin typeface="Arial"/>
              <a:ea typeface="Arial"/>
              <a:cs typeface="Arial"/>
              <a:sym typeface="Arial"/>
            </a:endParaRPr>
          </a:p>
        </p:txBody>
      </p:sp>
      <p:sp>
        <p:nvSpPr>
          <p:cNvPr id="531" name="Google Shape;531;p57">
            <a:extLst>
              <a:ext uri="{FF2B5EF4-FFF2-40B4-BE49-F238E27FC236}">
                <a16:creationId xmlns:a16="http://schemas.microsoft.com/office/drawing/2014/main" id="{B07D135C-2810-789C-07CD-7EF07DC3BE7C}"/>
              </a:ext>
            </a:extLst>
          </p:cNvPr>
          <p:cNvSpPr txBox="1"/>
          <p:nvPr/>
        </p:nvSpPr>
        <p:spPr>
          <a:xfrm>
            <a:off x="5142439" y="3411126"/>
            <a:ext cx="1561500" cy="169200"/>
          </a:xfrm>
          <a:prstGeom prst="rect">
            <a:avLst/>
          </a:prstGeom>
          <a:noFill/>
          <a:ln>
            <a:noFill/>
          </a:ln>
        </p:spPr>
        <p:txBody>
          <a:bodyPr spcFirstLastPara="1" wrap="square" lIns="0" tIns="0" rIns="0" bIns="0" anchor="t" anchorCtr="0">
            <a:spAutoFit/>
          </a:bodyPr>
          <a:lstStyle/>
          <a:p>
            <a:pPr marL="0" marR="0" lvl="0" indent="0" algn="l" rtl="0">
              <a:lnSpc>
                <a:spcPct val="150022"/>
              </a:lnSpc>
              <a:spcBef>
                <a:spcPts val="0"/>
              </a:spcBef>
              <a:spcAft>
                <a:spcPts val="0"/>
              </a:spcAft>
              <a:buClr>
                <a:srgbClr val="000000"/>
              </a:buClr>
              <a:buSzPts val="1100"/>
              <a:buFont typeface="Arial"/>
              <a:buNone/>
            </a:pPr>
            <a:r>
              <a:rPr lang="fr" sz="1100" b="1" i="0" u="none" strike="noStrike" cap="none">
                <a:solidFill>
                  <a:schemeClr val="lt1"/>
                </a:solidFill>
                <a:latin typeface="DM Sans"/>
                <a:ea typeface="DM Sans"/>
                <a:cs typeface="DM Sans"/>
                <a:sym typeface="DM Sans"/>
              </a:rPr>
              <a:t>EN COURS  / QUI</a:t>
            </a:r>
            <a:endParaRPr sz="700" b="0" i="0" u="none" strike="noStrike" cap="none">
              <a:solidFill>
                <a:schemeClr val="lt1"/>
              </a:solidFill>
              <a:latin typeface="Arial"/>
              <a:ea typeface="Arial"/>
              <a:cs typeface="Arial"/>
              <a:sym typeface="Arial"/>
            </a:endParaRPr>
          </a:p>
        </p:txBody>
      </p:sp>
      <p:sp>
        <p:nvSpPr>
          <p:cNvPr id="534" name="Google Shape;534;p57">
            <a:extLst>
              <a:ext uri="{FF2B5EF4-FFF2-40B4-BE49-F238E27FC236}">
                <a16:creationId xmlns:a16="http://schemas.microsoft.com/office/drawing/2014/main" id="{5BB2FB62-1AA8-C0DC-57CC-FF839759C0E8}"/>
              </a:ext>
            </a:extLst>
          </p:cNvPr>
          <p:cNvSpPr/>
          <p:nvPr/>
        </p:nvSpPr>
        <p:spPr>
          <a:xfrm>
            <a:off x="281577" y="1194954"/>
            <a:ext cx="2249621" cy="1572524"/>
          </a:xfrm>
          <a:custGeom>
            <a:avLst/>
            <a:gdLst/>
            <a:ahLst/>
            <a:cxnLst/>
            <a:rect l="l" t="t" r="r" b="b"/>
            <a:pathLst>
              <a:path w="3447695" h="2409998" extrusionOk="0">
                <a:moveTo>
                  <a:pt x="3323235" y="2409998"/>
                </a:moveTo>
                <a:lnTo>
                  <a:pt x="124460" y="2409998"/>
                </a:lnTo>
                <a:cubicBezTo>
                  <a:pt x="55880" y="2409998"/>
                  <a:pt x="0" y="2354118"/>
                  <a:pt x="0" y="2285538"/>
                </a:cubicBezTo>
                <a:lnTo>
                  <a:pt x="0" y="124460"/>
                </a:lnTo>
                <a:cubicBezTo>
                  <a:pt x="0" y="55880"/>
                  <a:pt x="55880" y="0"/>
                  <a:pt x="124460" y="0"/>
                </a:cubicBezTo>
                <a:lnTo>
                  <a:pt x="3323236" y="0"/>
                </a:lnTo>
                <a:cubicBezTo>
                  <a:pt x="3391815" y="0"/>
                  <a:pt x="3447695" y="55880"/>
                  <a:pt x="3447695" y="124460"/>
                </a:cubicBezTo>
                <a:lnTo>
                  <a:pt x="3447695" y="2285539"/>
                </a:lnTo>
                <a:cubicBezTo>
                  <a:pt x="3447695" y="2354119"/>
                  <a:pt x="3391815" y="2409998"/>
                  <a:pt x="3323236" y="2409998"/>
                </a:cubicBezTo>
                <a:close/>
              </a:path>
            </a:pathLst>
          </a:custGeom>
          <a:solidFill>
            <a:srgbClr val="5686DA"/>
          </a:solidFill>
          <a:ln>
            <a:noFill/>
          </a:ln>
        </p:spPr>
        <p:txBody>
          <a:bodyPr spcFirstLastPara="1" wrap="square" lIns="45725" tIns="45725" rIns="45725" bIns="457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fr" sz="1000" b="1">
                <a:solidFill>
                  <a:schemeClr val="lt1"/>
                </a:solidFill>
              </a:rPr>
              <a:t>Définition du rôle de chacun.e pour cette réunion</a:t>
            </a:r>
            <a:endParaRPr lang="fr-FR" sz="1000" b="1">
              <a:solidFill>
                <a:schemeClr val="lt1"/>
              </a:solidFill>
            </a:endParaRPr>
          </a:p>
          <a:p>
            <a:pPr marL="0" marR="0" lvl="0" indent="0" algn="l" rtl="0">
              <a:lnSpc>
                <a:spcPct val="100000"/>
              </a:lnSpc>
              <a:spcBef>
                <a:spcPts val="0"/>
              </a:spcBef>
              <a:spcAft>
                <a:spcPts val="0"/>
              </a:spcAft>
              <a:buClr>
                <a:srgbClr val="000000"/>
              </a:buClr>
              <a:buSzPts val="700"/>
              <a:buFont typeface="Arial"/>
              <a:buNone/>
            </a:pPr>
            <a:r>
              <a:rPr lang="fr" sz="1000">
                <a:solidFill>
                  <a:schemeClr val="lt1"/>
                </a:solidFill>
              </a:rPr>
              <a:t>Scribe: Myriam Bensaid / Maria Danielle Boula, Ibrahim Fridjine</a:t>
            </a:r>
            <a:endParaRPr sz="1000">
              <a:solidFill>
                <a:schemeClr val="lt1"/>
              </a:solidFill>
            </a:endParaRPr>
          </a:p>
          <a:p>
            <a:pPr>
              <a:buSzPts val="700"/>
            </a:pPr>
            <a:r>
              <a:rPr lang="fr" sz="1000">
                <a:solidFill>
                  <a:schemeClr val="lt1"/>
                </a:solidFill>
              </a:rPr>
              <a:t>Animateur.rice : Myriam Bensaid</a:t>
            </a:r>
            <a:endParaRPr sz="1000">
              <a:solidFill>
                <a:schemeClr val="lt1"/>
              </a:solidFill>
            </a:endParaRPr>
          </a:p>
          <a:p>
            <a:pPr marL="0" marR="0" lvl="0" indent="0" algn="l" rtl="0">
              <a:lnSpc>
                <a:spcPct val="100000"/>
              </a:lnSpc>
              <a:spcBef>
                <a:spcPts val="0"/>
              </a:spcBef>
              <a:spcAft>
                <a:spcPts val="0"/>
              </a:spcAft>
              <a:buClr>
                <a:srgbClr val="000000"/>
              </a:buClr>
              <a:buSzPts val="700"/>
              <a:buFont typeface="Arial"/>
              <a:buNone/>
            </a:pPr>
            <a:r>
              <a:rPr lang="fr" sz="1000">
                <a:solidFill>
                  <a:schemeClr val="lt1"/>
                </a:solidFill>
              </a:rPr>
              <a:t>Time-Keeper: Eva Anserim</a:t>
            </a:r>
            <a:endParaRPr sz="1000">
              <a:solidFill>
                <a:schemeClr val="lt1"/>
              </a:solidFill>
            </a:endParaRPr>
          </a:p>
          <a:p>
            <a:pPr marL="0" marR="0" lvl="0" indent="0" algn="l" rtl="0">
              <a:lnSpc>
                <a:spcPct val="100000"/>
              </a:lnSpc>
              <a:spcBef>
                <a:spcPts val="0"/>
              </a:spcBef>
              <a:spcAft>
                <a:spcPts val="0"/>
              </a:spcAft>
              <a:buClr>
                <a:srgbClr val="000000"/>
              </a:buClr>
              <a:buSzPts val="700"/>
              <a:buFont typeface="Arial"/>
              <a:buNone/>
            </a:pPr>
            <a:r>
              <a:rPr lang="fr" sz="1000">
                <a:solidFill>
                  <a:schemeClr val="lt1"/>
                </a:solidFill>
              </a:rPr>
              <a:t>Pousse-décision: Myriam Bensaid</a:t>
            </a:r>
            <a:endParaRPr sz="1000">
              <a:solidFill>
                <a:schemeClr val="lt1"/>
              </a:solidFill>
            </a:endParaRPr>
          </a:p>
        </p:txBody>
      </p:sp>
      <p:grpSp>
        <p:nvGrpSpPr>
          <p:cNvPr id="5" name="Google Shape;472;p54">
            <a:extLst>
              <a:ext uri="{FF2B5EF4-FFF2-40B4-BE49-F238E27FC236}">
                <a16:creationId xmlns:a16="http://schemas.microsoft.com/office/drawing/2014/main" id="{40C5DDF3-231F-DF6D-27B8-084497187A8C}"/>
              </a:ext>
            </a:extLst>
          </p:cNvPr>
          <p:cNvGrpSpPr/>
          <p:nvPr/>
        </p:nvGrpSpPr>
        <p:grpSpPr>
          <a:xfrm>
            <a:off x="144398" y="90236"/>
            <a:ext cx="5390213" cy="440927"/>
            <a:chOff x="0" y="38100"/>
            <a:chExt cx="14373900" cy="1175806"/>
          </a:xfrm>
        </p:grpSpPr>
        <p:sp>
          <p:nvSpPr>
            <p:cNvPr id="3" name="Google Shape;473;p54">
              <a:extLst>
                <a:ext uri="{FF2B5EF4-FFF2-40B4-BE49-F238E27FC236}">
                  <a16:creationId xmlns:a16="http://schemas.microsoft.com/office/drawing/2014/main" id="{82914456-8F77-6A76-DE11-31158B5E1F63}"/>
                </a:ext>
              </a:extLst>
            </p:cNvPr>
            <p:cNvSpPr txBox="1"/>
            <p:nvPr/>
          </p:nvSpPr>
          <p:spPr>
            <a:xfrm>
              <a:off x="0" y="38100"/>
              <a:ext cx="14373900" cy="812531"/>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800"/>
                <a:buFont typeface="Arial"/>
                <a:buNone/>
              </a:pPr>
              <a:r>
                <a:rPr lang="fr" sz="1800" b="1" i="0" u="none" strike="noStrike" cap="none">
                  <a:solidFill>
                    <a:srgbClr val="000000"/>
                  </a:solidFill>
                  <a:latin typeface="DM Sans"/>
                  <a:ea typeface="DM Sans"/>
                  <a:cs typeface="DM Sans"/>
                  <a:sym typeface="DM Sans"/>
                </a:rPr>
                <a:t>Réunion </a:t>
              </a:r>
              <a:r>
                <a:rPr lang="fr" sz="1800" b="1" err="1">
                  <a:latin typeface="DM Sans"/>
                  <a:ea typeface="DM Sans"/>
                  <a:cs typeface="DM Sans"/>
                  <a:sym typeface="DM Sans"/>
                </a:rPr>
                <a:t>tuteur.rice</a:t>
              </a:r>
              <a:endParaRPr sz="700" b="0" i="0" u="none" strike="noStrike" cap="none" err="1">
                <a:solidFill>
                  <a:srgbClr val="000000"/>
                </a:solidFill>
                <a:latin typeface="Arial"/>
                <a:ea typeface="Arial"/>
                <a:cs typeface="Arial"/>
                <a:sym typeface="Arial"/>
              </a:endParaRPr>
            </a:p>
          </p:txBody>
        </p:sp>
        <p:sp>
          <p:nvSpPr>
            <p:cNvPr id="4" name="Google Shape;474;p54">
              <a:extLst>
                <a:ext uri="{FF2B5EF4-FFF2-40B4-BE49-F238E27FC236}">
                  <a16:creationId xmlns:a16="http://schemas.microsoft.com/office/drawing/2014/main" id="{E67F90DD-9A12-E869-6343-CAD219E4A596}"/>
                </a:ext>
              </a:extLst>
            </p:cNvPr>
            <p:cNvSpPr txBox="1"/>
            <p:nvPr/>
          </p:nvSpPr>
          <p:spPr>
            <a:xfrm>
              <a:off x="0" y="885406"/>
              <a:ext cx="14373900" cy="328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800"/>
                <a:buFont typeface="Arial"/>
                <a:buNone/>
              </a:pPr>
              <a:r>
                <a:rPr lang="fr" sz="800" b="0" i="0" u="none" strike="noStrike" cap="none">
                  <a:solidFill>
                    <a:srgbClr val="000000"/>
                  </a:solidFill>
                  <a:latin typeface="DM Sans"/>
                  <a:ea typeface="DM Sans"/>
                  <a:cs typeface="DM Sans"/>
                  <a:sym typeface="DM Sans"/>
                </a:rPr>
                <a:t>fiche </a:t>
              </a:r>
              <a:r>
                <a:rPr lang="fr" sz="800">
                  <a:latin typeface="DM Sans"/>
                  <a:ea typeface="DM Sans"/>
                  <a:cs typeface="DM Sans"/>
                  <a:sym typeface="DM Sans"/>
                </a:rPr>
                <a:t>modèle </a:t>
              </a:r>
              <a:r>
                <a:rPr lang="fr" sz="800" b="0" i="0" u="none" strike="noStrike" cap="none">
                  <a:solidFill>
                    <a:srgbClr val="000000"/>
                  </a:solidFill>
                  <a:latin typeface="DM Sans"/>
                  <a:ea typeface="DM Sans"/>
                  <a:cs typeface="DM Sans"/>
                  <a:sym typeface="DM Sans"/>
                </a:rPr>
                <a:t>type qui peut être dupliquée/imprimée selon vos besoins</a:t>
              </a:r>
              <a:endParaRPr sz="700" b="0" i="0" u="none" strike="noStrike" cap="none">
                <a:solidFill>
                  <a:srgbClr val="000000"/>
                </a:solidFill>
                <a:latin typeface="Arial"/>
                <a:ea typeface="Arial"/>
                <a:cs typeface="Arial"/>
                <a:sym typeface="Arial"/>
              </a:endParaRPr>
            </a:p>
          </p:txBody>
        </p:sp>
      </p:grpSp>
      <p:grpSp>
        <p:nvGrpSpPr>
          <p:cNvPr id="9" name="Google Shape;444;p51">
            <a:extLst>
              <a:ext uri="{FF2B5EF4-FFF2-40B4-BE49-F238E27FC236}">
                <a16:creationId xmlns:a16="http://schemas.microsoft.com/office/drawing/2014/main" id="{EDCA7847-EADF-D441-BC4E-B2A1027FF2EC}"/>
              </a:ext>
            </a:extLst>
          </p:cNvPr>
          <p:cNvGrpSpPr/>
          <p:nvPr/>
        </p:nvGrpSpPr>
        <p:grpSpPr>
          <a:xfrm>
            <a:off x="226548" y="4621912"/>
            <a:ext cx="2923917" cy="431526"/>
            <a:chOff x="12104611" y="1596973"/>
            <a:chExt cx="5847832" cy="863051"/>
          </a:xfrm>
        </p:grpSpPr>
        <p:sp>
          <p:nvSpPr>
            <p:cNvPr id="7" name="Google Shape;445;p51">
              <a:extLst>
                <a:ext uri="{FF2B5EF4-FFF2-40B4-BE49-F238E27FC236}">
                  <a16:creationId xmlns:a16="http://schemas.microsoft.com/office/drawing/2014/main" id="{27D7F571-F42A-7543-93A0-F37B343DF31C}"/>
                </a:ext>
              </a:extLst>
            </p:cNvPr>
            <p:cNvSpPr txBox="1"/>
            <p:nvPr/>
          </p:nvSpPr>
          <p:spPr>
            <a:xfrm rot="436966">
              <a:off x="13978988" y="1891207"/>
              <a:ext cx="3973455" cy="36931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1200"/>
                <a:buFont typeface="Arial"/>
                <a:buNone/>
              </a:pPr>
              <a:r>
                <a:rPr lang="fr" sz="1200" b="1" i="0" u="none" strike="noStrike" cap="none">
                  <a:solidFill>
                    <a:srgbClr val="000000"/>
                  </a:solidFill>
                  <a:latin typeface="Open Sans"/>
                  <a:ea typeface="Open Sans"/>
                  <a:cs typeface="Open Sans"/>
                  <a:sym typeface="Open Sans"/>
                </a:rPr>
                <a:t>À  REMPLIR PAR L'ÉQUIPE</a:t>
              </a:r>
              <a:endParaRPr sz="700" b="0" i="0" u="none" strike="noStrike" cap="none">
                <a:solidFill>
                  <a:srgbClr val="000000"/>
                </a:solidFill>
                <a:latin typeface="Arial"/>
                <a:ea typeface="Arial"/>
                <a:cs typeface="Arial"/>
                <a:sym typeface="Arial"/>
              </a:endParaRPr>
            </a:p>
          </p:txBody>
        </p:sp>
        <p:pic>
          <p:nvPicPr>
            <p:cNvPr id="8" name="Google Shape;446;p51">
              <a:extLst>
                <a:ext uri="{FF2B5EF4-FFF2-40B4-BE49-F238E27FC236}">
                  <a16:creationId xmlns:a16="http://schemas.microsoft.com/office/drawing/2014/main" id="{D2C86B8D-1DA2-5A71-331D-D4D41196B944}"/>
                </a:ext>
              </a:extLst>
            </p:cNvPr>
            <p:cNvPicPr preferRelativeResize="0"/>
            <p:nvPr/>
          </p:nvPicPr>
          <p:blipFill rotWithShape="1">
            <a:blip r:embed="rId3">
              <a:alphaModFix/>
            </a:blip>
            <a:srcRect/>
            <a:stretch/>
          </p:blipFill>
          <p:spPr>
            <a:xfrm rot="-5181430">
              <a:off x="12502940" y="1198644"/>
              <a:ext cx="863051" cy="1659710"/>
            </a:xfrm>
            <a:prstGeom prst="rect">
              <a:avLst/>
            </a:prstGeom>
            <a:noFill/>
            <a:ln>
              <a:noFill/>
            </a:ln>
          </p:spPr>
        </p:pic>
      </p:grpSp>
      <p:sp>
        <p:nvSpPr>
          <p:cNvPr id="2" name="Espace réservé du numéro de diapositive 1">
            <a:extLst>
              <a:ext uri="{FF2B5EF4-FFF2-40B4-BE49-F238E27FC236}">
                <a16:creationId xmlns:a16="http://schemas.microsoft.com/office/drawing/2014/main" id="{7EA7094C-662F-A3F3-1935-C1ABC2FB2C09}"/>
              </a:ext>
            </a:extLst>
          </p:cNvPr>
          <p:cNvSpPr>
            <a:spLocks noGrp="1"/>
          </p:cNvSpPr>
          <p:nvPr>
            <p:ph type="sldNum" idx="12"/>
          </p:nvPr>
        </p:nvSpPr>
        <p:spPr/>
        <p:txBody>
          <a:bodyPr/>
          <a:lstStyle/>
          <a:p>
            <a:fld id="{00000000-1234-1234-1234-123412341234}" type="slidenum">
              <a:rPr lang="fr"/>
              <a:t>54</a:t>
            </a:fld>
            <a:endParaRPr lang="fr-FR"/>
          </a:p>
        </p:txBody>
      </p:sp>
    </p:spTree>
    <p:extLst>
      <p:ext uri="{BB962C8B-B14F-4D97-AF65-F5344CB8AC3E}">
        <p14:creationId xmlns:p14="http://schemas.microsoft.com/office/powerpoint/2010/main" val="33782602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58"/>
          <p:cNvSpPr txBox="1"/>
          <p:nvPr/>
        </p:nvSpPr>
        <p:spPr>
          <a:xfrm>
            <a:off x="514350" y="306388"/>
            <a:ext cx="4116600" cy="261600"/>
          </a:xfrm>
          <a:prstGeom prst="rect">
            <a:avLst/>
          </a:prstGeom>
          <a:noFill/>
          <a:ln>
            <a:noFill/>
          </a:ln>
        </p:spPr>
        <p:txBody>
          <a:bodyPr spcFirstLastPara="1" wrap="square" lIns="0" tIns="0" rIns="0" bIns="0" anchor="t" anchorCtr="0">
            <a:spAutoFit/>
          </a:bodyPr>
          <a:lstStyle/>
          <a:p>
            <a:pPr marL="0" marR="0" lvl="0" indent="0" algn="l" rtl="0">
              <a:lnSpc>
                <a:spcPct val="139970"/>
              </a:lnSpc>
              <a:spcBef>
                <a:spcPts val="0"/>
              </a:spcBef>
              <a:spcAft>
                <a:spcPts val="0"/>
              </a:spcAft>
              <a:buClr>
                <a:srgbClr val="000000"/>
              </a:buClr>
              <a:buSzPts val="1700"/>
              <a:buFont typeface="Arial"/>
              <a:buNone/>
            </a:pPr>
            <a:r>
              <a:rPr lang="fr-FR" sz="1700" b="1" i="0" u="none" strike="noStrike" cap="none" noProof="0">
                <a:solidFill>
                  <a:srgbClr val="000000"/>
                </a:solidFill>
                <a:latin typeface="Open Sans"/>
                <a:ea typeface="Open Sans"/>
                <a:cs typeface="Open Sans"/>
                <a:sym typeface="Open Sans"/>
              </a:rPr>
              <a:t>PERSONNES RESSOURCES</a:t>
            </a:r>
            <a:endParaRPr lang="fr-FR" sz="700" b="0" i="0" u="none" strike="noStrike" cap="none" noProof="0">
              <a:solidFill>
                <a:srgbClr val="000000"/>
              </a:solidFill>
              <a:latin typeface="Arial"/>
              <a:ea typeface="Arial"/>
              <a:cs typeface="Arial"/>
              <a:sym typeface="Arial"/>
            </a:endParaRPr>
          </a:p>
        </p:txBody>
      </p:sp>
      <p:sp>
        <p:nvSpPr>
          <p:cNvPr id="540" name="Google Shape;540;p58"/>
          <p:cNvSpPr txBox="1"/>
          <p:nvPr/>
        </p:nvSpPr>
        <p:spPr>
          <a:xfrm>
            <a:off x="6428036" y="244475"/>
            <a:ext cx="2066400" cy="480300"/>
          </a:xfrm>
          <a:prstGeom prst="rect">
            <a:avLst/>
          </a:prstGeom>
          <a:noFill/>
          <a:ln>
            <a:noFill/>
          </a:ln>
        </p:spPr>
        <p:txBody>
          <a:bodyPr spcFirstLastPara="1" wrap="square" lIns="0" tIns="0" rIns="0" bIns="0" anchor="t" anchorCtr="0">
            <a:spAutoFit/>
          </a:bodyPr>
          <a:lstStyle/>
          <a:p>
            <a:pPr marL="0" marR="0" lvl="0" indent="0" algn="ctr" rtl="0">
              <a:lnSpc>
                <a:spcPct val="140015"/>
              </a:lnSpc>
              <a:spcBef>
                <a:spcPts val="0"/>
              </a:spcBef>
              <a:spcAft>
                <a:spcPts val="0"/>
              </a:spcAft>
              <a:buClr>
                <a:srgbClr val="000000"/>
              </a:buClr>
              <a:buSzPts val="1300"/>
              <a:buFont typeface="Arial"/>
              <a:buNone/>
            </a:pPr>
            <a:r>
              <a:rPr lang="fr-FR" sz="1300" b="1" i="0" u="none" strike="noStrike" cap="none" noProof="0">
                <a:solidFill>
                  <a:srgbClr val="000000"/>
                </a:solidFill>
                <a:latin typeface="Open Sans"/>
                <a:ea typeface="Open Sans"/>
                <a:cs typeface="Open Sans"/>
                <a:sym typeface="Open Sans"/>
              </a:rPr>
              <a:t>A  REMPLIR PAR L'ÉQUIPE</a:t>
            </a:r>
            <a:endParaRPr lang="fr-FR" sz="700" b="0" i="0" u="none" strike="noStrike" cap="none" noProof="0">
              <a:solidFill>
                <a:srgbClr val="000000"/>
              </a:solidFill>
              <a:latin typeface="Arial"/>
              <a:ea typeface="Arial"/>
              <a:cs typeface="Arial"/>
              <a:sym typeface="Arial"/>
            </a:endParaRPr>
          </a:p>
        </p:txBody>
      </p:sp>
      <p:sp>
        <p:nvSpPr>
          <p:cNvPr id="541" name="Google Shape;541;p58"/>
          <p:cNvSpPr/>
          <p:nvPr/>
        </p:nvSpPr>
        <p:spPr>
          <a:xfrm>
            <a:off x="489264" y="1006046"/>
            <a:ext cx="8362454" cy="3628623"/>
          </a:xfrm>
          <a:custGeom>
            <a:avLst/>
            <a:gdLst/>
            <a:ahLst/>
            <a:cxnLst/>
            <a:rect l="l" t="t" r="r" b="b"/>
            <a:pathLst>
              <a:path w="12816021" h="5561108" extrusionOk="0">
                <a:moveTo>
                  <a:pt x="12691560" y="5561108"/>
                </a:moveTo>
                <a:lnTo>
                  <a:pt x="124460" y="5561108"/>
                </a:lnTo>
                <a:cubicBezTo>
                  <a:pt x="55880" y="5561108"/>
                  <a:pt x="0" y="5505228"/>
                  <a:pt x="0" y="5436648"/>
                </a:cubicBezTo>
                <a:lnTo>
                  <a:pt x="0" y="124460"/>
                </a:lnTo>
                <a:cubicBezTo>
                  <a:pt x="0" y="55880"/>
                  <a:pt x="55880" y="0"/>
                  <a:pt x="124460" y="0"/>
                </a:cubicBezTo>
                <a:lnTo>
                  <a:pt x="12691561" y="0"/>
                </a:lnTo>
                <a:cubicBezTo>
                  <a:pt x="12760141" y="0"/>
                  <a:pt x="12816021" y="55880"/>
                  <a:pt x="12816021" y="124460"/>
                </a:cubicBezTo>
                <a:lnTo>
                  <a:pt x="12816021" y="5436648"/>
                </a:lnTo>
                <a:cubicBezTo>
                  <a:pt x="12816021" y="5505228"/>
                  <a:pt x="12760141" y="5561108"/>
                  <a:pt x="12691561" y="5561108"/>
                </a:cubicBezTo>
                <a:close/>
              </a:path>
            </a:pathLst>
          </a:custGeom>
          <a:solidFill>
            <a:srgbClr val="EDF0F2"/>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lang="fr-FR" sz="700" b="0" i="0" u="none" strike="noStrike" cap="none" noProof="0">
              <a:solidFill>
                <a:srgbClr val="000000"/>
              </a:solidFill>
              <a:latin typeface="Arial"/>
              <a:ea typeface="Arial"/>
              <a:cs typeface="Arial"/>
              <a:sym typeface="Arial"/>
            </a:endParaRPr>
          </a:p>
        </p:txBody>
      </p:sp>
      <p:sp>
        <p:nvSpPr>
          <p:cNvPr id="542" name="Google Shape;542;p58"/>
          <p:cNvSpPr txBox="1"/>
          <p:nvPr/>
        </p:nvSpPr>
        <p:spPr>
          <a:xfrm>
            <a:off x="604457" y="1345605"/>
            <a:ext cx="7705800" cy="169200"/>
          </a:xfrm>
          <a:prstGeom prst="rect">
            <a:avLst/>
          </a:prstGeom>
          <a:noFill/>
          <a:ln>
            <a:noFill/>
          </a:ln>
        </p:spPr>
        <p:txBody>
          <a:bodyPr spcFirstLastPara="1" wrap="square" lIns="0" tIns="0" rIns="0" bIns="0" anchor="t" anchorCtr="0">
            <a:spAutoFit/>
          </a:bodyPr>
          <a:lstStyle/>
          <a:p>
            <a:pPr marL="0" marR="0" lvl="0" indent="0" algn="l" rtl="0">
              <a:lnSpc>
                <a:spcPct val="140018"/>
              </a:lnSpc>
              <a:spcBef>
                <a:spcPts val="0"/>
              </a:spcBef>
              <a:spcAft>
                <a:spcPts val="0"/>
              </a:spcAft>
              <a:buClr>
                <a:srgbClr val="000000"/>
              </a:buClr>
              <a:buSzPts val="1100"/>
              <a:buFont typeface="Arial"/>
              <a:buNone/>
            </a:pPr>
            <a:r>
              <a:rPr lang="fr-FR" sz="1100" b="0" i="0" u="none" strike="noStrike" cap="none" noProof="0">
                <a:solidFill>
                  <a:srgbClr val="000000"/>
                </a:solidFill>
                <a:latin typeface="Open Sans Light"/>
                <a:ea typeface="Open Sans Light"/>
                <a:cs typeface="Open Sans Light"/>
                <a:sym typeface="Open Sans Light"/>
              </a:rPr>
              <a:t>Vous noterez ici l'ensemble des personnes que vous avez sollicitées dans le cadre de votre Projet et pour quel résultat  :</a:t>
            </a:r>
            <a:endParaRPr lang="fr-FR" sz="700" b="0" i="0" u="none" strike="noStrike" cap="none" noProof="0">
              <a:solidFill>
                <a:srgbClr val="000000"/>
              </a:solidFill>
              <a:latin typeface="Arial"/>
              <a:ea typeface="Arial"/>
              <a:cs typeface="Arial"/>
              <a:sym typeface="Arial"/>
            </a:endParaRPr>
          </a:p>
        </p:txBody>
      </p:sp>
      <p:grpSp>
        <p:nvGrpSpPr>
          <p:cNvPr id="543" name="Google Shape;543;p58"/>
          <p:cNvGrpSpPr/>
          <p:nvPr/>
        </p:nvGrpSpPr>
        <p:grpSpPr>
          <a:xfrm>
            <a:off x="632097" y="1870222"/>
            <a:ext cx="7998909" cy="2451765"/>
            <a:chOff x="0" y="0"/>
            <a:chExt cx="42935634" cy="13160308"/>
          </a:xfrm>
        </p:grpSpPr>
        <p:sp>
          <p:nvSpPr>
            <p:cNvPr id="544" name="Google Shape;544;p58"/>
            <p:cNvSpPr/>
            <p:nvPr/>
          </p:nvSpPr>
          <p:spPr>
            <a:xfrm>
              <a:off x="72390" y="72390"/>
              <a:ext cx="42790854" cy="13015527"/>
            </a:xfrm>
            <a:custGeom>
              <a:avLst/>
              <a:gdLst/>
              <a:ahLst/>
              <a:cxnLst/>
              <a:rect l="l" t="t" r="r" b="b"/>
              <a:pathLst>
                <a:path w="42790854" h="13015527" extrusionOk="0">
                  <a:moveTo>
                    <a:pt x="0" y="0"/>
                  </a:moveTo>
                  <a:lnTo>
                    <a:pt x="42790854" y="0"/>
                  </a:lnTo>
                  <a:lnTo>
                    <a:pt x="42790854" y="13015527"/>
                  </a:lnTo>
                  <a:lnTo>
                    <a:pt x="0" y="13015527"/>
                  </a:lnTo>
                  <a:lnTo>
                    <a:pt x="0" y="0"/>
                  </a:lnTo>
                  <a:close/>
                </a:path>
              </a:pathLst>
            </a:custGeom>
            <a:solidFill>
              <a:srgbClr val="FFFFFF"/>
            </a:solidFill>
            <a:ln>
              <a:noFill/>
            </a:ln>
          </p:spPr>
          <p:txBody>
            <a:bodyPr/>
            <a:lstStyle/>
            <a:p>
              <a:endParaRPr lang="fr-FR" noProof="0"/>
            </a:p>
          </p:txBody>
        </p:sp>
        <p:sp>
          <p:nvSpPr>
            <p:cNvPr id="545" name="Google Shape;545;p58"/>
            <p:cNvSpPr/>
            <p:nvPr/>
          </p:nvSpPr>
          <p:spPr>
            <a:xfrm>
              <a:off x="0" y="0"/>
              <a:ext cx="42935634" cy="13160308"/>
            </a:xfrm>
            <a:custGeom>
              <a:avLst/>
              <a:gdLst/>
              <a:ahLst/>
              <a:cxnLst/>
              <a:rect l="l" t="t" r="r" b="b"/>
              <a:pathLst>
                <a:path w="42935634" h="13160308" extrusionOk="0">
                  <a:moveTo>
                    <a:pt x="42790855" y="13015528"/>
                  </a:moveTo>
                  <a:lnTo>
                    <a:pt x="42935634" y="13015528"/>
                  </a:lnTo>
                  <a:lnTo>
                    <a:pt x="42935634" y="13160308"/>
                  </a:lnTo>
                  <a:lnTo>
                    <a:pt x="42790855" y="13160308"/>
                  </a:lnTo>
                  <a:lnTo>
                    <a:pt x="42790855" y="13015528"/>
                  </a:lnTo>
                  <a:close/>
                  <a:moveTo>
                    <a:pt x="0" y="144780"/>
                  </a:moveTo>
                  <a:lnTo>
                    <a:pt x="144780" y="144780"/>
                  </a:lnTo>
                  <a:lnTo>
                    <a:pt x="144780" y="13015528"/>
                  </a:lnTo>
                  <a:lnTo>
                    <a:pt x="0" y="13015528"/>
                  </a:lnTo>
                  <a:lnTo>
                    <a:pt x="0" y="144780"/>
                  </a:lnTo>
                  <a:close/>
                  <a:moveTo>
                    <a:pt x="0" y="13015528"/>
                  </a:moveTo>
                  <a:lnTo>
                    <a:pt x="144780" y="13015528"/>
                  </a:lnTo>
                  <a:lnTo>
                    <a:pt x="144780" y="13160308"/>
                  </a:lnTo>
                  <a:lnTo>
                    <a:pt x="0" y="13160308"/>
                  </a:lnTo>
                  <a:lnTo>
                    <a:pt x="0" y="13015528"/>
                  </a:lnTo>
                  <a:close/>
                  <a:moveTo>
                    <a:pt x="42790855" y="144780"/>
                  </a:moveTo>
                  <a:lnTo>
                    <a:pt x="42935634" y="144780"/>
                  </a:lnTo>
                  <a:lnTo>
                    <a:pt x="42935634" y="13015528"/>
                  </a:lnTo>
                  <a:lnTo>
                    <a:pt x="42790855" y="13015528"/>
                  </a:lnTo>
                  <a:lnTo>
                    <a:pt x="42790855" y="144780"/>
                  </a:lnTo>
                  <a:close/>
                  <a:moveTo>
                    <a:pt x="144780" y="13015528"/>
                  </a:moveTo>
                  <a:lnTo>
                    <a:pt x="42790855" y="13015528"/>
                  </a:lnTo>
                  <a:lnTo>
                    <a:pt x="42790855" y="13160308"/>
                  </a:lnTo>
                  <a:lnTo>
                    <a:pt x="144780" y="13160308"/>
                  </a:lnTo>
                  <a:lnTo>
                    <a:pt x="144780" y="13015528"/>
                  </a:lnTo>
                  <a:close/>
                  <a:moveTo>
                    <a:pt x="42790855" y="0"/>
                  </a:moveTo>
                  <a:lnTo>
                    <a:pt x="42935634" y="0"/>
                  </a:lnTo>
                  <a:lnTo>
                    <a:pt x="42935634" y="144780"/>
                  </a:lnTo>
                  <a:lnTo>
                    <a:pt x="42790855" y="144780"/>
                  </a:lnTo>
                  <a:lnTo>
                    <a:pt x="42790855" y="0"/>
                  </a:lnTo>
                  <a:close/>
                  <a:moveTo>
                    <a:pt x="0" y="0"/>
                  </a:moveTo>
                  <a:lnTo>
                    <a:pt x="144780" y="0"/>
                  </a:lnTo>
                  <a:lnTo>
                    <a:pt x="144780" y="144780"/>
                  </a:lnTo>
                  <a:lnTo>
                    <a:pt x="0" y="144780"/>
                  </a:lnTo>
                  <a:lnTo>
                    <a:pt x="0" y="0"/>
                  </a:lnTo>
                  <a:close/>
                  <a:moveTo>
                    <a:pt x="144780" y="0"/>
                  </a:moveTo>
                  <a:lnTo>
                    <a:pt x="42790855" y="0"/>
                  </a:lnTo>
                  <a:lnTo>
                    <a:pt x="42790855" y="144780"/>
                  </a:lnTo>
                  <a:lnTo>
                    <a:pt x="144780" y="144780"/>
                  </a:lnTo>
                  <a:lnTo>
                    <a:pt x="144780" y="0"/>
                  </a:lnTo>
                  <a:close/>
                </a:path>
              </a:pathLst>
            </a:custGeom>
            <a:solidFill>
              <a:srgbClr val="000000"/>
            </a:solidFill>
            <a:ln>
              <a:noFill/>
            </a:ln>
          </p:spPr>
          <p:txBody>
            <a:bodyPr/>
            <a:lstStyle/>
            <a:p>
              <a:endParaRPr lang="fr-FR" noProof="0"/>
            </a:p>
          </p:txBody>
        </p:sp>
      </p:grpSp>
      <p:pic>
        <p:nvPicPr>
          <p:cNvPr id="546" name="Google Shape;546;p58"/>
          <p:cNvPicPr preferRelativeResize="0"/>
          <p:nvPr/>
        </p:nvPicPr>
        <p:blipFill rotWithShape="1">
          <a:blip r:embed="rId3">
            <a:alphaModFix/>
          </a:blip>
          <a:srcRect/>
          <a:stretch/>
        </p:blipFill>
        <p:spPr>
          <a:xfrm rot="-5618467">
            <a:off x="5690297" y="115554"/>
            <a:ext cx="431525" cy="829856"/>
          </a:xfrm>
          <a:prstGeom prst="rect">
            <a:avLst/>
          </a:prstGeom>
          <a:noFill/>
          <a:ln>
            <a:noFill/>
          </a:ln>
        </p:spPr>
      </p:pic>
      <p:sp>
        <p:nvSpPr>
          <p:cNvPr id="547" name="Google Shape;547;p58"/>
          <p:cNvSpPr txBox="1"/>
          <p:nvPr/>
        </p:nvSpPr>
        <p:spPr>
          <a:xfrm>
            <a:off x="773029" y="2043865"/>
            <a:ext cx="7751582" cy="738644"/>
          </a:xfrm>
          <a:prstGeom prst="rect">
            <a:avLst/>
          </a:prstGeom>
          <a:noFill/>
          <a:ln>
            <a:solidFill>
              <a:srgbClr val="000000"/>
            </a:solidFill>
          </a:ln>
        </p:spPr>
        <p:txBody>
          <a:bodyPr spcFirstLastPara="1" wrap="square" lIns="45725" tIns="22850" rIns="45725" bIns="22850" anchor="t" anchorCtr="0">
            <a:spAutoFit/>
          </a:bodyPr>
          <a:lstStyle/>
          <a:p>
            <a:pPr>
              <a:buSzPts val="900"/>
            </a:pPr>
            <a:r>
              <a:rPr lang="fr-FR" sz="800" noProof="0"/>
              <a:t>Direction du numérique de CY Cergy Paris Université</a:t>
            </a:r>
            <a:r>
              <a:rPr lang="fr-FR" sz="900" noProof="0">
                <a:solidFill>
                  <a:schemeClr val="dk1"/>
                </a:solidFill>
                <a:latin typeface="Calibri"/>
                <a:ea typeface="Calibri"/>
                <a:cs typeface="Calibri"/>
                <a:sym typeface="Calibri"/>
              </a:rPr>
              <a:t> </a:t>
            </a:r>
            <a:r>
              <a:rPr lang="fr-FR" sz="900" noProof="0">
                <a:solidFill>
                  <a:schemeClr val="dk1"/>
                </a:solidFill>
                <a:latin typeface="Calibri"/>
                <a:ea typeface="Calibri"/>
                <a:cs typeface="Calibri"/>
                <a:sym typeface="Wingdings" panose="05000000000000000000" pitchFamily="2" charset="2"/>
              </a:rPr>
              <a:t></a:t>
            </a:r>
            <a:r>
              <a:rPr lang="fr-FR" sz="900" noProof="0">
                <a:solidFill>
                  <a:schemeClr val="dk1"/>
                </a:solidFill>
                <a:latin typeface="Calibri"/>
                <a:ea typeface="Calibri"/>
                <a:cs typeface="Calibri"/>
                <a:sym typeface="Calibri"/>
              </a:rPr>
              <a:t> Pas de réponse de leur part.</a:t>
            </a:r>
          </a:p>
          <a:p>
            <a:pPr>
              <a:buSzPts val="900"/>
            </a:pPr>
            <a:r>
              <a:rPr lang="fr-FR" sz="800" noProof="0">
                <a:sym typeface="Calibri"/>
              </a:rPr>
              <a:t>Kahina </a:t>
            </a:r>
            <a:r>
              <a:rPr lang="fr-FR" sz="800" noProof="0" err="1">
                <a:sym typeface="Calibri"/>
              </a:rPr>
              <a:t>Hammad</a:t>
            </a:r>
            <a:r>
              <a:rPr lang="fr-FR" sz="800" noProof="0">
                <a:sym typeface="Calibri"/>
              </a:rPr>
              <a:t> - </a:t>
            </a:r>
            <a:r>
              <a:rPr lang="fr-FR" sz="800" noProof="0" err="1">
                <a:sym typeface="Calibri"/>
              </a:rPr>
              <a:t>PréIng</a:t>
            </a:r>
            <a:r>
              <a:rPr lang="fr-FR" sz="800" noProof="0">
                <a:sym typeface="Calibri"/>
              </a:rPr>
              <a:t> 2 MI </a:t>
            </a:r>
            <a:r>
              <a:rPr lang="fr-FR" sz="900" noProof="0">
                <a:solidFill>
                  <a:schemeClr val="dk1"/>
                </a:solidFill>
                <a:latin typeface="Calibri"/>
                <a:ea typeface="Calibri"/>
                <a:cs typeface="Calibri"/>
                <a:sym typeface="Wingdings" panose="05000000000000000000" pitchFamily="2" charset="2"/>
              </a:rPr>
              <a:t> Aide autour du rapport de dynamique groupale, de la présentation du support visuel pour la soutenance et conseils tout au long de l’année.</a:t>
            </a:r>
            <a:endParaRPr lang="fr-FR" sz="900" noProof="0">
              <a:solidFill>
                <a:schemeClr val="dk1"/>
              </a:solidFill>
              <a:latin typeface="Calibri"/>
              <a:ea typeface="Calibri"/>
              <a:cs typeface="Calibri"/>
              <a:sym typeface="Calibri"/>
            </a:endParaRPr>
          </a:p>
          <a:p>
            <a:pPr>
              <a:buSzPts val="900"/>
            </a:pPr>
            <a:r>
              <a:rPr lang="fr-FR" sz="800" noProof="0">
                <a:sym typeface="Calibri"/>
              </a:rPr>
              <a:t>Serguei </a:t>
            </a:r>
            <a:r>
              <a:rPr lang="fr-FR" sz="800" noProof="0" err="1">
                <a:sym typeface="Calibri"/>
              </a:rPr>
              <a:t>Manchec</a:t>
            </a:r>
            <a:r>
              <a:rPr lang="fr-FR" sz="800" noProof="0">
                <a:sym typeface="Calibri"/>
              </a:rPr>
              <a:t> – </a:t>
            </a:r>
            <a:r>
              <a:rPr lang="fr-FR" sz="800" noProof="0" err="1">
                <a:sym typeface="Calibri"/>
              </a:rPr>
              <a:t>PréIng</a:t>
            </a:r>
            <a:r>
              <a:rPr lang="fr-FR" sz="800" noProof="0">
                <a:sym typeface="Calibri"/>
              </a:rPr>
              <a:t> 2 MI </a:t>
            </a:r>
            <a:r>
              <a:rPr lang="fr-FR" sz="900" noProof="0">
                <a:solidFill>
                  <a:schemeClr val="dk1"/>
                </a:solidFill>
                <a:latin typeface="Calibri"/>
                <a:ea typeface="Calibri"/>
                <a:cs typeface="Calibri"/>
                <a:sym typeface="Wingdings" panose="05000000000000000000" pitchFamily="2" charset="2"/>
              </a:rPr>
              <a:t></a:t>
            </a:r>
            <a:r>
              <a:rPr lang="fr-FR" sz="800" noProof="0">
                <a:sym typeface="Wingdings" panose="05000000000000000000" pitchFamily="2" charset="2"/>
              </a:rPr>
              <a:t> </a:t>
            </a:r>
            <a:r>
              <a:rPr lang="fr-FR" sz="900" noProof="0">
                <a:solidFill>
                  <a:schemeClr val="dk1"/>
                </a:solidFill>
                <a:latin typeface="Calibri"/>
                <a:ea typeface="Calibri"/>
                <a:cs typeface="Calibri"/>
                <a:sym typeface="Wingdings" panose="05000000000000000000" pitchFamily="2" charset="2"/>
              </a:rPr>
              <a:t>Aide autour du rapport de dynamique groupale et conseils tout au long de l’année.</a:t>
            </a:r>
            <a:endParaRPr lang="fr-FR" sz="900" noProof="0">
              <a:solidFill>
                <a:schemeClr val="dk1"/>
              </a:solidFill>
              <a:latin typeface="Calibri"/>
              <a:ea typeface="Calibri"/>
              <a:cs typeface="Calibri"/>
            </a:endParaRPr>
          </a:p>
          <a:p>
            <a:pPr>
              <a:buSzPts val="900"/>
            </a:pPr>
            <a:r>
              <a:rPr lang="fr-FR" sz="800">
                <a:ea typeface="Calibri"/>
                <a:cs typeface="Calibri"/>
              </a:rPr>
              <a:t>Jean-Marc Jancovici – Polytechnicien -&gt; Informateur</a:t>
            </a:r>
            <a:endParaRPr lang="fr-FR" sz="900">
              <a:solidFill>
                <a:schemeClr val="tx1"/>
              </a:solidFill>
              <a:latin typeface="Calibri"/>
              <a:ea typeface="Calibri"/>
              <a:cs typeface="Calibri"/>
            </a:endParaRPr>
          </a:p>
        </p:txBody>
      </p:sp>
      <p:sp>
        <p:nvSpPr>
          <p:cNvPr id="2" name="Espace réservé du numéro de diapositive 1">
            <a:extLst>
              <a:ext uri="{FF2B5EF4-FFF2-40B4-BE49-F238E27FC236}">
                <a16:creationId xmlns:a16="http://schemas.microsoft.com/office/drawing/2014/main" id="{22B9A9EE-F023-29C0-8166-A4CD1C28DFE1}"/>
              </a:ext>
            </a:extLst>
          </p:cNvPr>
          <p:cNvSpPr>
            <a:spLocks noGrp="1"/>
          </p:cNvSpPr>
          <p:nvPr>
            <p:ph type="sldNum" idx="12"/>
          </p:nvPr>
        </p:nvSpPr>
        <p:spPr/>
        <p:txBody>
          <a:bodyPr/>
          <a:lstStyle/>
          <a:p>
            <a:fld id="{00000000-1234-1234-1234-123412341234}" type="slidenum">
              <a:rPr lang="fr-FR" noProof="0" smtClean="0"/>
              <a:t>55</a:t>
            </a:fld>
            <a:endParaRPr lang="fr-FR" noProof="0"/>
          </a:p>
        </p:txBody>
      </p:sp>
    </p:spTree>
  </p:cSld>
  <p:clrMapOvr>
    <a:masterClrMapping/>
  </p:clrMapOvr>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37E5A215D4A6D4CAD0196F692687CF9" ma:contentTypeVersion="4" ma:contentTypeDescription="Crée un document." ma:contentTypeScope="" ma:versionID="0b6ad048be37adb582c4f2a638d4398d">
  <xsd:schema xmlns:xsd="http://www.w3.org/2001/XMLSchema" xmlns:xs="http://www.w3.org/2001/XMLSchema" xmlns:p="http://schemas.microsoft.com/office/2006/metadata/properties" xmlns:ns2="99e3d174-727a-459a-a496-c7d4bcf163ff" targetNamespace="http://schemas.microsoft.com/office/2006/metadata/properties" ma:root="true" ma:fieldsID="2393639501b36b34301b55eb9ee4b8c4" ns2:_="">
    <xsd:import namespace="99e3d174-727a-459a-a496-c7d4bcf163f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e3d174-727a-459a-a496-c7d4bcf163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1FE0A85-6D73-44AD-89B6-24DD2B7A3F91}">
  <ds:schemaRefs>
    <ds:schemaRef ds:uri="99e3d174-727a-459a-a496-c7d4bcf163f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75A52BF-0CF6-4846-BAF9-9089C9D9904B}">
  <ds:schemaRefs>
    <ds:schemaRef ds:uri="99e3d174-727a-459a-a496-c7d4bcf163f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C75E45A1-358B-40F4-B601-2B46D4D2094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55</Slides>
  <Notes>55</Notes>
  <HiddenSlides>0</HiddenSlides>
  <ScaleCrop>false</ScaleCrop>
  <HeadingPairs>
    <vt:vector size="4" baseType="variant">
      <vt:variant>
        <vt:lpstr>Theme</vt:lpstr>
      </vt:variant>
      <vt:variant>
        <vt:i4>2</vt:i4>
      </vt:variant>
      <vt:variant>
        <vt:lpstr>Slide Titles</vt:lpstr>
      </vt:variant>
      <vt:variant>
        <vt:i4>55</vt:i4>
      </vt:variant>
    </vt:vector>
  </HeadingPairs>
  <TitlesOfParts>
    <vt:vector size="57" baseType="lpstr">
      <vt:lpstr>Material</vt:lpstr>
      <vt:lpstr>Material</vt:lpstr>
      <vt:lpstr>Carnet de bord - Équipe</vt:lpstr>
      <vt:lpstr>Membres de l'équipe</vt:lpstr>
      <vt:lpstr>All Aboard Engineering !</vt:lpstr>
      <vt:lpstr>Le Carnet de Bord : un outil essentiel</vt:lpstr>
      <vt:lpstr>Le Carnet de Bord : complémentaire du Livret Pédagogique</vt:lpstr>
      <vt:lpstr>Organisation de votre carnet de bord</vt:lpstr>
      <vt:lpstr>Retour sur les événements de rentrée</vt:lpstr>
      <vt:lpstr>PowerPoint Presentation</vt:lpstr>
      <vt:lpstr>PowerPoint Presentation</vt:lpstr>
      <vt:lpstr>PowerPoint Presentation</vt:lpstr>
      <vt:lpstr>PowerPoint Presentation</vt:lpstr>
      <vt:lpstr>PowerPoint Presentation</vt:lpstr>
      <vt:lpstr>PowerPoint Presentation</vt:lpstr>
      <vt:lpstr>2. SUIVI DES MASTERCLASS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LE PROJET</vt:lpstr>
      <vt:lpstr>Cadre pédagogique du Projet</vt:lpstr>
      <vt:lpstr>Choix du Projet</vt:lpstr>
      <vt:lpstr>Choix d'un sujet</vt:lpstr>
      <vt:lpstr>Les rendez-vous équipe </vt:lpstr>
      <vt:lpstr>Calendrier prévisionnel des rdv d’équipe</vt:lpstr>
      <vt:lpstr>PowerPoint Presentation</vt:lpstr>
      <vt:lpstr>Les rendez-vous tuteur.rice</vt:lpstr>
      <vt:lpstr>Calendrier prévisionnel des rdv tutrice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Carnet de bord - Équipe</dc:title>
  <dc:creator>Alexandre Begue</dc:creator>
  <cp:revision>1</cp:revision>
  <dcterms:modified xsi:type="dcterms:W3CDTF">2025-05-31T21:14:53Z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0x010100037E5A215D4A6D4CAD0196F692687CF9</vt:lpwstr>
  </property>
  <property fmtid="{D5CDD505-2E9C-101B-9397-08002B2CF9AE}" pid="3" name="Order">
    <vt:r8>1600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ComplianceAssetId">
    <vt:lpwstr/>
  </property>
  <property fmtid="{D5CDD505-2E9C-101B-9397-08002B2CF9AE}" pid="9" name="TemplateUrl">
    <vt:lpwstr/>
  </property>
</Properties>
</file>
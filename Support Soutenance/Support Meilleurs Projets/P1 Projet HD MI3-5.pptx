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84" r:id="rId7"/>
    <p:sldId id="260" r:id="rId8"/>
    <p:sldId id="261" r:id="rId9"/>
    <p:sldId id="281" r:id="rId10"/>
    <p:sldId id="263" r:id="rId11"/>
    <p:sldId id="278" r:id="rId12"/>
    <p:sldId id="264" r:id="rId13"/>
    <p:sldId id="271" r:id="rId14"/>
    <p:sldId id="282" r:id="rId15"/>
    <p:sldId id="270" r:id="rId16"/>
    <p:sldId id="266" r:id="rId17"/>
    <p:sldId id="283" r:id="rId18"/>
    <p:sldId id="291" r:id="rId19"/>
    <p:sldId id="292" r:id="rId20"/>
    <p:sldId id="269" r:id="rId21"/>
    <p:sldId id="293" r:id="rId22"/>
    <p:sldId id="277" r:id="rId23"/>
    <p:sldId id="285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70F41F6-C399-44E6-BDD9-AB7E3EC95F91}">
          <p14:sldIdLst>
            <p14:sldId id="256"/>
          </p14:sldIdLst>
        </p14:section>
        <p14:section name="Corps de la présentation projet" id="{870343DB-B6C2-43A7-A81E-3D363ECE0B68}">
          <p14:sldIdLst>
            <p14:sldId id="257"/>
            <p14:sldId id="284"/>
            <p14:sldId id="260"/>
            <p14:sldId id="261"/>
            <p14:sldId id="281"/>
            <p14:sldId id="263"/>
            <p14:sldId id="278"/>
            <p14:sldId id="264"/>
            <p14:sldId id="271"/>
            <p14:sldId id="282"/>
            <p14:sldId id="270"/>
            <p14:sldId id="266"/>
            <p14:sldId id="283"/>
            <p14:sldId id="291"/>
            <p14:sldId id="292"/>
            <p14:sldId id="269"/>
            <p14:sldId id="293"/>
          </p14:sldIdLst>
        </p14:section>
        <p14:section name="IC" id="{0A790317-5306-4E5B-81D8-12B0CEA3EDDD}">
          <p14:sldIdLst/>
        </p14:section>
        <p14:section name="Conclusion" id="{3224A0AC-D941-42AE-A4CE-43FF0B005651}">
          <p14:sldIdLst>
            <p14:sldId id="277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3300"/>
    <a:srgbClr val="008080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notesMaster" Target="notesMasters/notesMaster1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viewProps" Target="viewProps.xml" /><Relationship Id="rId30" Type="http://schemas.microsoft.com/office/2016/11/relationships/changesInfo" Target="changesInfos/changesInfo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Jaffrain" userId="S::tom.jaffrain@etu.cyu.fr::3465d130-e37b-4363-a46a-94c5b2166a36" providerId="AD" clId="Web-{5EDF11B1-A2EE-2778-F96D-07E048D4EC33}"/>
    <pc:docChg chg="modSld">
      <pc:chgData name="Tom Jaffrain" userId="S::tom.jaffrain@etu.cyu.fr::3465d130-e37b-4363-a46a-94c5b2166a36" providerId="AD" clId="Web-{5EDF11B1-A2EE-2778-F96D-07E048D4EC33}" dt="2025-06-03T06:03:20.332" v="43" actId="1076"/>
      <pc:docMkLst>
        <pc:docMk/>
      </pc:docMkLst>
      <pc:sldChg chg="addSp delSp modSp">
        <pc:chgData name="Tom Jaffrain" userId="S::tom.jaffrain@etu.cyu.fr::3465d130-e37b-4363-a46a-94c5b2166a36" providerId="AD" clId="Web-{5EDF11B1-A2EE-2778-F96D-07E048D4EC33}" dt="2025-06-03T06:03:20.332" v="43" actId="1076"/>
        <pc:sldMkLst>
          <pc:docMk/>
          <pc:sldMk cId="3287384019" sldId="259"/>
        </pc:sldMkLst>
      </pc:sldChg>
    </pc:docChg>
  </pc:docChgLst>
  <pc:docChgLst>
    <pc:chgData name="Myriam Bensaid" userId="6732edbd-cc17-4b25-8fa6-040ea5375654" providerId="ADAL" clId="{CB2343DF-CAEE-41E0-BF22-A93BF8DF04D3}"/>
    <pc:docChg chg="undo redo custSel addSld delSld modSld sldOrd addSection modSection">
      <pc:chgData name="Myriam Bensaid" userId="6732edbd-cc17-4b25-8fa6-040ea5375654" providerId="ADAL" clId="{CB2343DF-CAEE-41E0-BF22-A93BF8DF04D3}" dt="2025-06-10T21:00:11.957" v="2300" actId="1076"/>
      <pc:docMkLst>
        <pc:docMk/>
      </pc:docMkLst>
      <pc:sldChg chg="modSp mod">
        <pc:chgData name="Myriam Bensaid" userId="6732edbd-cc17-4b25-8fa6-040ea5375654" providerId="ADAL" clId="{CB2343DF-CAEE-41E0-BF22-A93BF8DF04D3}" dt="2025-06-10T15:52:44.033" v="2190" actId="20577"/>
        <pc:sldMkLst>
          <pc:docMk/>
          <pc:sldMk cId="3784089036" sldId="256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784089036" sldId="256"/>
            <ac:spMk id="3" creationId="{00000000-0000-0000-0000-000000000000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784089036" sldId="256"/>
            <ac:spMk id="6" creationId="{31C9FB3D-D08C-0815-E7FC-1406F5181A8A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784089036" sldId="256"/>
            <ac:spMk id="8" creationId="{6C68CAFC-4C43-3976-4CB4-A2E1A64A4830}"/>
          </ac:spMkLst>
        </pc:spChg>
        <pc:spChg chg="mod">
          <ac:chgData name="Myriam Bensaid" userId="6732edbd-cc17-4b25-8fa6-040ea5375654" providerId="ADAL" clId="{CB2343DF-CAEE-41E0-BF22-A93BF8DF04D3}" dt="2025-06-10T15:52:44.033" v="2190" actId="20577"/>
          <ac:spMkLst>
            <pc:docMk/>
            <pc:sldMk cId="3784089036" sldId="256"/>
            <ac:spMk id="11" creationId="{0DAC06B7-388D-6A29-16FD-BEECA7ADB120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784089036" sldId="256"/>
            <ac:spMk id="14" creationId="{0963C5F4-48CC-1912-E859-BE1F87659271}"/>
          </ac:spMkLst>
        </pc:spChg>
      </pc:sldChg>
      <pc:sldChg chg="addSp delSp modSp mod">
        <pc:chgData name="Myriam Bensaid" userId="6732edbd-cc17-4b25-8fa6-040ea5375654" providerId="ADAL" clId="{CB2343DF-CAEE-41E0-BF22-A93BF8DF04D3}" dt="2025-06-10T13:45:03.521" v="2184" actId="14100"/>
        <pc:sldMkLst>
          <pc:docMk/>
          <pc:sldMk cId="2747738135" sldId="257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747738135" sldId="257"/>
            <ac:spMk id="2" creationId="{B795DD2E-8DA8-00D9-D8AD-A43EAFF5E2EE}"/>
          </ac:spMkLst>
        </pc:spChg>
        <pc:spChg chg="mod">
          <ac:chgData name="Myriam Bensaid" userId="6732edbd-cc17-4b25-8fa6-040ea5375654" providerId="ADAL" clId="{CB2343DF-CAEE-41E0-BF22-A93BF8DF04D3}" dt="2025-06-10T13:32:36.762" v="2064" actId="1076"/>
          <ac:spMkLst>
            <pc:docMk/>
            <pc:sldMk cId="2747738135" sldId="257"/>
            <ac:spMk id="3" creationId="{C0F4B379-740F-DE6B-0DCC-7B24290E29AE}"/>
          </ac:spMkLst>
        </pc:spChg>
        <pc:spChg chg="add mod">
          <ac:chgData name="Myriam Bensaid" userId="6732edbd-cc17-4b25-8fa6-040ea5375654" providerId="ADAL" clId="{CB2343DF-CAEE-41E0-BF22-A93BF8DF04D3}" dt="2025-06-10T13:32:42.383" v="2065" actId="1076"/>
          <ac:spMkLst>
            <pc:docMk/>
            <pc:sldMk cId="2747738135" sldId="257"/>
            <ac:spMk id="5" creationId="{365567A0-3563-20AC-CA3F-0DF8431B1AD6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747738135" sldId="257"/>
            <ac:spMk id="6" creationId="{1ED40E9E-5399-FCEE-D6D1-4AB8ACEA16B5}"/>
          </ac:spMkLst>
        </pc:spChg>
        <pc:spChg chg="mod">
          <ac:chgData name="Myriam Bensaid" userId="6732edbd-cc17-4b25-8fa6-040ea5375654" providerId="ADAL" clId="{CB2343DF-CAEE-41E0-BF22-A93BF8DF04D3}" dt="2025-06-10T13:45:03.521" v="2184" actId="14100"/>
          <ac:spMkLst>
            <pc:docMk/>
            <pc:sldMk cId="2747738135" sldId="257"/>
            <ac:spMk id="10" creationId="{B0273E22-C0E2-FC1C-4FA1-2344E35C9AE4}"/>
          </ac:spMkLst>
        </pc:spChg>
        <pc:spChg chg="add mod">
          <ac:chgData name="Myriam Bensaid" userId="6732edbd-cc17-4b25-8fa6-040ea5375654" providerId="ADAL" clId="{CB2343DF-CAEE-41E0-BF22-A93BF8DF04D3}" dt="2025-06-10T13:32:48.706" v="2066" actId="1076"/>
          <ac:spMkLst>
            <pc:docMk/>
            <pc:sldMk cId="2747738135" sldId="257"/>
            <ac:spMk id="11" creationId="{0F11D653-5157-522F-1475-A818DADE01EB}"/>
          </ac:spMkLst>
        </pc:spChg>
        <pc:spChg chg="add mod">
          <ac:chgData name="Myriam Bensaid" userId="6732edbd-cc17-4b25-8fa6-040ea5375654" providerId="ADAL" clId="{CB2343DF-CAEE-41E0-BF22-A93BF8DF04D3}" dt="2025-06-10T13:38:55.826" v="2137" actId="1037"/>
          <ac:spMkLst>
            <pc:docMk/>
            <pc:sldMk cId="2747738135" sldId="257"/>
            <ac:spMk id="25" creationId="{89D5FEB0-F60E-D809-0311-41144A68A905}"/>
          </ac:spMkLst>
        </pc:spChg>
        <pc:spChg chg="add mod">
          <ac:chgData name="Myriam Bensaid" userId="6732edbd-cc17-4b25-8fa6-040ea5375654" providerId="ADAL" clId="{CB2343DF-CAEE-41E0-BF22-A93BF8DF04D3}" dt="2025-06-10T13:38:55.826" v="2137" actId="1037"/>
          <ac:spMkLst>
            <pc:docMk/>
            <pc:sldMk cId="2747738135" sldId="257"/>
            <ac:spMk id="26" creationId="{6F3E6E1A-6D99-0ECA-B3DA-F6CFEBA481EF}"/>
          </ac:spMkLst>
        </pc:spChg>
        <pc:picChg chg="add mod topLvl">
          <ac:chgData name="Myriam Bensaid" userId="6732edbd-cc17-4b25-8fa6-040ea5375654" providerId="ADAL" clId="{CB2343DF-CAEE-41E0-BF22-A93BF8DF04D3}" dt="2025-06-10T13:44:48.348" v="2182"/>
          <ac:picMkLst>
            <pc:docMk/>
            <pc:sldMk cId="2747738135" sldId="257"/>
            <ac:picMk id="15" creationId="{79E03E3F-C56D-2C4D-B171-0DBB17D95E33}"/>
          </ac:picMkLst>
        </pc:picChg>
        <pc:picChg chg="add mod">
          <ac:chgData name="Myriam Bensaid" userId="6732edbd-cc17-4b25-8fa6-040ea5375654" providerId="ADAL" clId="{CB2343DF-CAEE-41E0-BF22-A93BF8DF04D3}" dt="2025-06-10T13:44:53.635" v="2183"/>
          <ac:picMkLst>
            <pc:docMk/>
            <pc:sldMk cId="2747738135" sldId="257"/>
            <ac:picMk id="22" creationId="{1116A868-E631-E3E6-7694-005CAD890F3F}"/>
          </ac:picMkLst>
        </pc:picChg>
        <pc:picChg chg="add mod modCrop">
          <ac:chgData name="Myriam Bensaid" userId="6732edbd-cc17-4b25-8fa6-040ea5375654" providerId="ADAL" clId="{CB2343DF-CAEE-41E0-BF22-A93BF8DF04D3}" dt="2025-06-10T13:37:08.842" v="2083" actId="14100"/>
          <ac:picMkLst>
            <pc:docMk/>
            <pc:sldMk cId="2747738135" sldId="257"/>
            <ac:picMk id="24" creationId="{8C452309-208C-A35B-8551-CAC85C201A4D}"/>
          </ac:picMkLst>
        </pc:picChg>
      </pc:sldChg>
      <pc:sldChg chg="addSp modSp mod">
        <pc:chgData name="Myriam Bensaid" userId="6732edbd-cc17-4b25-8fa6-040ea5375654" providerId="ADAL" clId="{CB2343DF-CAEE-41E0-BF22-A93BF8DF04D3}" dt="2025-06-10T13:39:23.689" v="2142"/>
        <pc:sldMkLst>
          <pc:docMk/>
          <pc:sldMk cId="3497336989" sldId="258"/>
        </pc:sldMkLst>
      </pc:sldChg>
      <pc:sldChg chg="addSp delSp modSp mod modNotesTx">
        <pc:chgData name="Myriam Bensaid" userId="6732edbd-cc17-4b25-8fa6-040ea5375654" providerId="ADAL" clId="{CB2343DF-CAEE-41E0-BF22-A93BF8DF04D3}" dt="2025-06-10T21:00:11.957" v="2300" actId="1076"/>
        <pc:sldMkLst>
          <pc:docMk/>
          <pc:sldMk cId="3287384019" sldId="259"/>
        </pc:sldMkLst>
      </pc:sldChg>
      <pc:sldChg chg="addSp modSp mod ord">
        <pc:chgData name="Myriam Bensaid" userId="6732edbd-cc17-4b25-8fa6-040ea5375654" providerId="ADAL" clId="{CB2343DF-CAEE-41E0-BF22-A93BF8DF04D3}" dt="2025-06-10T13:39:27.621" v="2144"/>
        <pc:sldMkLst>
          <pc:docMk/>
          <pc:sldMk cId="3179145733" sldId="260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2" creationId="{62CC58B4-2B92-BEEA-4F6A-74276D0B0AB6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8" creationId="{D35083F9-9A9B-DEEF-3F87-A8F0D6C82D7C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9" creationId="{5FCE8292-F078-C1ED-7809-5ACE62104D04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10" creationId="{6373EE6E-C87F-ED88-35B7-F7522A9B6416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14" creationId="{C6D02D42-6A62-EFFC-DD03-81E64D68AD6D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15" creationId="{AC46925F-9DC1-6D2E-30C7-EE081E6AF08E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16" creationId="{20BCC228-9BF6-C0BA-585C-D6B851CBDC1F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18" creationId="{2D8D260A-856A-63AE-E7BD-5757A965FC68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79145733" sldId="260"/>
            <ac:spMk id="26" creationId="{20C8F26B-149E-24F8-2ADA-76FEE108BAAD}"/>
          </ac:spMkLst>
        </pc:spChg>
        <pc:picChg chg="add mod">
          <ac:chgData name="Myriam Bensaid" userId="6732edbd-cc17-4b25-8fa6-040ea5375654" providerId="ADAL" clId="{CB2343DF-CAEE-41E0-BF22-A93BF8DF04D3}" dt="2025-06-10T13:39:27.621" v="2144"/>
          <ac:picMkLst>
            <pc:docMk/>
            <pc:sldMk cId="3179145733" sldId="260"/>
            <ac:picMk id="3" creationId="{6D4E7173-7937-FFE6-ED7A-DF97E14478BE}"/>
          </ac:picMkLst>
        </pc:picChg>
        <pc:picChg chg="mod">
          <ac:chgData name="Myriam Bensaid" userId="6732edbd-cc17-4b25-8fa6-040ea5375654" providerId="ADAL" clId="{CB2343DF-CAEE-41E0-BF22-A93BF8DF04D3}" dt="2025-06-05T12:11:51.240" v="855" actId="1076"/>
          <ac:picMkLst>
            <pc:docMk/>
            <pc:sldMk cId="3179145733" sldId="260"/>
            <ac:picMk id="6" creationId="{73F0BED5-23B3-86BE-90AD-7FE358027CA5}"/>
          </ac:picMkLst>
        </pc:picChg>
        <pc:picChg chg="mod">
          <ac:chgData name="Myriam Bensaid" userId="6732edbd-cc17-4b25-8fa6-040ea5375654" providerId="ADAL" clId="{CB2343DF-CAEE-41E0-BF22-A93BF8DF04D3}" dt="2025-06-05T10:44:29.802" v="393" actId="2085"/>
          <ac:picMkLst>
            <pc:docMk/>
            <pc:sldMk cId="3179145733" sldId="260"/>
            <ac:picMk id="12" creationId="{EA54FAAD-BE6F-9E7A-7912-7868AF3A383A}"/>
          </ac:picMkLst>
        </pc:picChg>
        <pc:picChg chg="mod">
          <ac:chgData name="Myriam Bensaid" userId="6732edbd-cc17-4b25-8fa6-040ea5375654" providerId="ADAL" clId="{CB2343DF-CAEE-41E0-BF22-A93BF8DF04D3}" dt="2025-06-05T10:44:29.802" v="393" actId="2085"/>
          <ac:picMkLst>
            <pc:docMk/>
            <pc:sldMk cId="3179145733" sldId="260"/>
            <ac:picMk id="13" creationId="{458F6466-322A-ACCF-26AF-6AB4635710AE}"/>
          </ac:picMkLst>
        </pc:picChg>
        <pc:picChg chg="mod">
          <ac:chgData name="Myriam Bensaid" userId="6732edbd-cc17-4b25-8fa6-040ea5375654" providerId="ADAL" clId="{CB2343DF-CAEE-41E0-BF22-A93BF8DF04D3}" dt="2025-06-05T10:46:43.268" v="399"/>
          <ac:picMkLst>
            <pc:docMk/>
            <pc:sldMk cId="3179145733" sldId="260"/>
            <ac:picMk id="17" creationId="{2435EAC0-8CAF-25CD-DFFD-2F11E01E3B5D}"/>
          </ac:picMkLst>
        </pc:picChg>
        <pc:picChg chg="mod">
          <ac:chgData name="Myriam Bensaid" userId="6732edbd-cc17-4b25-8fa6-040ea5375654" providerId="ADAL" clId="{CB2343DF-CAEE-41E0-BF22-A93BF8DF04D3}" dt="2025-06-05T10:44:29.802" v="393" actId="2085"/>
          <ac:picMkLst>
            <pc:docMk/>
            <pc:sldMk cId="3179145733" sldId="260"/>
            <ac:picMk id="27" creationId="{0D3E7D7B-1013-2105-A16C-98E61255E217}"/>
          </ac:picMkLst>
        </pc:picChg>
        <pc:picChg chg="mod">
          <ac:chgData name="Myriam Bensaid" userId="6732edbd-cc17-4b25-8fa6-040ea5375654" providerId="ADAL" clId="{CB2343DF-CAEE-41E0-BF22-A93BF8DF04D3}" dt="2025-06-05T10:44:29.802" v="393" actId="2085"/>
          <ac:picMkLst>
            <pc:docMk/>
            <pc:sldMk cId="3179145733" sldId="260"/>
            <ac:picMk id="28" creationId="{7F035EA5-42EB-8432-036E-9820826B8230}"/>
          </ac:picMkLst>
        </pc:picChg>
        <pc:picChg chg="mod">
          <ac:chgData name="Myriam Bensaid" userId="6732edbd-cc17-4b25-8fa6-040ea5375654" providerId="ADAL" clId="{CB2343DF-CAEE-41E0-BF22-A93BF8DF04D3}" dt="2025-06-05T10:44:29.802" v="393" actId="2085"/>
          <ac:picMkLst>
            <pc:docMk/>
            <pc:sldMk cId="3179145733" sldId="260"/>
            <ac:picMk id="29" creationId="{FE8E8250-7EFB-EC28-8213-F9A0CC73A99E}"/>
          </ac:picMkLst>
        </pc:picChg>
        <pc:picChg chg="mod">
          <ac:chgData name="Myriam Bensaid" userId="6732edbd-cc17-4b25-8fa6-040ea5375654" providerId="ADAL" clId="{CB2343DF-CAEE-41E0-BF22-A93BF8DF04D3}" dt="2025-06-05T10:44:55.643" v="394"/>
          <ac:picMkLst>
            <pc:docMk/>
            <pc:sldMk cId="3179145733" sldId="260"/>
            <ac:picMk id="39" creationId="{C3B0A726-5621-CDF7-3D52-B811BB5C6507}"/>
          </ac:picMkLst>
        </pc:picChg>
        <pc:picChg chg="mod">
          <ac:chgData name="Myriam Bensaid" userId="6732edbd-cc17-4b25-8fa6-040ea5375654" providerId="ADAL" clId="{CB2343DF-CAEE-41E0-BF22-A93BF8DF04D3}" dt="2025-06-05T10:44:29.802" v="393" actId="2085"/>
          <ac:picMkLst>
            <pc:docMk/>
            <pc:sldMk cId="3179145733" sldId="260"/>
            <ac:picMk id="40" creationId="{BABE09B7-88BA-3355-E90A-1C71DDD64A59}"/>
          </ac:picMkLst>
        </pc:picChg>
      </pc:sldChg>
      <pc:sldChg chg="addSp modSp mod ord modNotesTx">
        <pc:chgData name="Myriam Bensaid" userId="6732edbd-cc17-4b25-8fa6-040ea5375654" providerId="ADAL" clId="{CB2343DF-CAEE-41E0-BF22-A93BF8DF04D3}" dt="2025-06-10T13:39:28.938" v="2145"/>
        <pc:sldMkLst>
          <pc:docMk/>
          <pc:sldMk cId="964759020" sldId="261"/>
        </pc:sldMkLst>
        <pc:spChg chg="mod">
          <ac:chgData name="Myriam Bensaid" userId="6732edbd-cc17-4b25-8fa6-040ea5375654" providerId="ADAL" clId="{CB2343DF-CAEE-41E0-BF22-A93BF8DF04D3}" dt="2025-06-10T13:12:49.955" v="1885" actId="122"/>
          <ac:spMkLst>
            <pc:docMk/>
            <pc:sldMk cId="964759020" sldId="261"/>
            <ac:spMk id="2" creationId="{02986AA0-88F8-8FE4-6D20-ED3656B191A4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3" creationId="{79EEF9FD-54EA-8C8F-D6CE-0604C1093056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8" creationId="{94F59C96-CEC7-83A1-598E-ACD725C7717C}"/>
          </ac:spMkLst>
        </pc:spChg>
        <pc:spChg chg="mod">
          <ac:chgData name="Myriam Bensaid" userId="6732edbd-cc17-4b25-8fa6-040ea5375654" providerId="ADAL" clId="{CB2343DF-CAEE-41E0-BF22-A93BF8DF04D3}" dt="2025-06-05T10:48:58.422" v="403" actId="2711"/>
          <ac:spMkLst>
            <pc:docMk/>
            <pc:sldMk cId="964759020" sldId="261"/>
            <ac:spMk id="9" creationId="{B86F17FF-E088-2437-EB49-A30BA081FDDE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10" creationId="{DD65A6B5-A6DF-6A28-D8FD-598B60090692}"/>
          </ac:spMkLst>
        </pc:spChg>
        <pc:spChg chg="mod">
          <ac:chgData name="Myriam Bensaid" userId="6732edbd-cc17-4b25-8fa6-040ea5375654" providerId="ADAL" clId="{CB2343DF-CAEE-41E0-BF22-A93BF8DF04D3}" dt="2025-06-05T10:48:58.422" v="403" actId="2711"/>
          <ac:spMkLst>
            <pc:docMk/>
            <pc:sldMk cId="964759020" sldId="261"/>
            <ac:spMk id="12" creationId="{93B2E36E-BE7E-B11B-2E04-F0455E712857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13" creationId="{590E8D28-D844-016F-2DAF-7DD82E45D7DB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14" creationId="{BC66F75F-1A52-A3D9-97BB-590BDC38B9A4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15" creationId="{843B05CE-926D-F797-6D4B-B18669948410}"/>
          </ac:spMkLst>
        </pc:spChg>
        <pc:spChg chg="mod">
          <ac:chgData name="Myriam Bensaid" userId="6732edbd-cc17-4b25-8fa6-040ea5375654" providerId="ADAL" clId="{CB2343DF-CAEE-41E0-BF22-A93BF8DF04D3}" dt="2025-06-05T10:48:58.422" v="403" actId="2711"/>
          <ac:spMkLst>
            <pc:docMk/>
            <pc:sldMk cId="964759020" sldId="261"/>
            <ac:spMk id="16" creationId="{4CE35637-4BB9-57F7-6C04-A453E37768FF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18" creationId="{3F1728D2-7884-6A3D-1A7C-84DBE63963AE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20" creationId="{4643671A-2711-6EC8-FE03-CDE22D8A2D0F}"/>
          </ac:spMkLst>
        </pc:spChg>
        <pc:spChg chg="mod">
          <ac:chgData name="Myriam Bensaid" userId="6732edbd-cc17-4b25-8fa6-040ea5375654" providerId="ADAL" clId="{CB2343DF-CAEE-41E0-BF22-A93BF8DF04D3}" dt="2025-06-05T10:48:58.422" v="403" actId="2711"/>
          <ac:spMkLst>
            <pc:docMk/>
            <pc:sldMk cId="964759020" sldId="261"/>
            <ac:spMk id="23" creationId="{1FE582A2-2D95-8C60-D747-4D1DFEBA7A2A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964759020" sldId="261"/>
            <ac:spMk id="24" creationId="{DA992022-47CA-C4C9-15EF-8F22631548D1}"/>
          </ac:spMkLst>
        </pc:spChg>
        <pc:picChg chg="add mod">
          <ac:chgData name="Myriam Bensaid" userId="6732edbd-cc17-4b25-8fa6-040ea5375654" providerId="ADAL" clId="{CB2343DF-CAEE-41E0-BF22-A93BF8DF04D3}" dt="2025-06-10T13:39:28.938" v="2145"/>
          <ac:picMkLst>
            <pc:docMk/>
            <pc:sldMk cId="964759020" sldId="261"/>
            <ac:picMk id="19" creationId="{B3F3CED7-3F6D-A06B-2D67-AA42FE304DF1}"/>
          </ac:picMkLst>
        </pc:picChg>
      </pc:sldChg>
      <pc:sldChg chg="addSp modSp add del mod">
        <pc:chgData name="Myriam Bensaid" userId="6732edbd-cc17-4b25-8fa6-040ea5375654" providerId="ADAL" clId="{CB2343DF-CAEE-41E0-BF22-A93BF8DF04D3}" dt="2025-06-10T20:54:25.263" v="2288" actId="14100"/>
        <pc:sldMkLst>
          <pc:docMk/>
          <pc:sldMk cId="1876133328" sldId="263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876133328" sldId="263"/>
            <ac:spMk id="2" creationId="{37EA3F49-9A50-A15D-E2EB-16646E8B3EC6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876133328" sldId="263"/>
            <ac:spMk id="3" creationId="{1332E0F8-DFC6-D437-14C1-61D7C3C2730F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876133328" sldId="263"/>
            <ac:spMk id="8" creationId="{D11809AF-0350-EACF-DFF8-B909B03B7613}"/>
          </ac:spMkLst>
        </pc:spChg>
        <pc:spChg chg="mod">
          <ac:chgData name="Myriam Bensaid" userId="6732edbd-cc17-4b25-8fa6-040ea5375654" providerId="ADAL" clId="{CB2343DF-CAEE-41E0-BF22-A93BF8DF04D3}" dt="2025-06-10T20:54:25.263" v="2288" actId="14100"/>
          <ac:spMkLst>
            <pc:docMk/>
            <pc:sldMk cId="1876133328" sldId="263"/>
            <ac:spMk id="9" creationId="{C7B50E9F-6537-8747-A1AE-BC1C98C86CC1}"/>
          </ac:spMkLst>
        </pc:spChg>
        <pc:picChg chg="add mod">
          <ac:chgData name="Myriam Bensaid" userId="6732edbd-cc17-4b25-8fa6-040ea5375654" providerId="ADAL" clId="{CB2343DF-CAEE-41E0-BF22-A93BF8DF04D3}" dt="2025-06-10T13:39:33.710" v="2147"/>
          <ac:picMkLst>
            <pc:docMk/>
            <pc:sldMk cId="1876133328" sldId="263"/>
            <ac:picMk id="7" creationId="{208B5606-E97D-2764-E6CE-63417733E017}"/>
          </ac:picMkLst>
        </pc:picChg>
      </pc:sldChg>
      <pc:sldChg chg="addSp delSp modSp add del mod">
        <pc:chgData name="Myriam Bensaid" userId="6732edbd-cc17-4b25-8fa6-040ea5375654" providerId="ADAL" clId="{CB2343DF-CAEE-41E0-BF22-A93BF8DF04D3}" dt="2025-06-10T20:54:53.539" v="2294" actId="14100"/>
        <pc:sldMkLst>
          <pc:docMk/>
          <pc:sldMk cId="1007892645" sldId="264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007892645" sldId="264"/>
            <ac:spMk id="2" creationId="{98D36A97-A078-A963-8D60-293C715D7846}"/>
          </ac:spMkLst>
        </pc:spChg>
        <pc:spChg chg="mod">
          <ac:chgData name="Myriam Bensaid" userId="6732edbd-cc17-4b25-8fa6-040ea5375654" providerId="ADAL" clId="{CB2343DF-CAEE-41E0-BF22-A93BF8DF04D3}" dt="2025-06-10T20:54:45.373" v="2293" actId="20577"/>
          <ac:spMkLst>
            <pc:docMk/>
            <pc:sldMk cId="1007892645" sldId="264"/>
            <ac:spMk id="3" creationId="{0EB42B8E-31EC-E928-C8B8-48D5BCF2577B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007892645" sldId="264"/>
            <ac:spMk id="8" creationId="{E4D52260-BE38-6F74-76EC-FE2FCE7FCDD1}"/>
          </ac:spMkLst>
        </pc:spChg>
        <pc:spChg chg="mod">
          <ac:chgData name="Myriam Bensaid" userId="6732edbd-cc17-4b25-8fa6-040ea5375654" providerId="ADAL" clId="{CB2343DF-CAEE-41E0-BF22-A93BF8DF04D3}" dt="2025-06-10T20:54:53.539" v="2294" actId="14100"/>
          <ac:spMkLst>
            <pc:docMk/>
            <pc:sldMk cId="1007892645" sldId="264"/>
            <ac:spMk id="9" creationId="{30C56D77-A44A-529C-73EE-89FB50FBD6E5}"/>
          </ac:spMkLst>
        </pc:spChg>
        <pc:picChg chg="add mod">
          <ac:chgData name="Myriam Bensaid" userId="6732edbd-cc17-4b25-8fa6-040ea5375654" providerId="ADAL" clId="{CB2343DF-CAEE-41E0-BF22-A93BF8DF04D3}" dt="2025-06-10T13:39:57.139" v="2154"/>
          <ac:picMkLst>
            <pc:docMk/>
            <pc:sldMk cId="1007892645" sldId="264"/>
            <ac:picMk id="7" creationId="{7C4DB1C5-0C41-E258-88BE-659FACA7DE2A}"/>
          </ac:picMkLst>
        </pc:picChg>
      </pc:sldChg>
      <pc:sldChg chg="addSp delSp modSp add del mod delAnim modAnim modNotesTx">
        <pc:chgData name="Myriam Bensaid" userId="6732edbd-cc17-4b25-8fa6-040ea5375654" providerId="ADAL" clId="{CB2343DF-CAEE-41E0-BF22-A93BF8DF04D3}" dt="2025-06-10T19:15:40.700" v="2285"/>
        <pc:sldMkLst>
          <pc:docMk/>
          <pc:sldMk cId="1466491715" sldId="266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466491715" sldId="266"/>
            <ac:spMk id="3" creationId="{6012E2CF-4B81-BF9A-80AD-1F20695BFD06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466491715" sldId="266"/>
            <ac:spMk id="8" creationId="{1394DC0A-1C2E-4609-2C73-E4A436F66440}"/>
          </ac:spMkLst>
        </pc:spChg>
        <pc:picChg chg="add mod">
          <ac:chgData name="Myriam Bensaid" userId="6732edbd-cc17-4b25-8fa6-040ea5375654" providerId="ADAL" clId="{CB2343DF-CAEE-41E0-BF22-A93BF8DF04D3}" dt="2025-06-10T13:40:04.427" v="2158"/>
          <ac:picMkLst>
            <pc:docMk/>
            <pc:sldMk cId="1466491715" sldId="266"/>
            <ac:picMk id="7" creationId="{4A299EE6-BB32-B75E-AE42-2949D479EAF1}"/>
          </ac:picMkLst>
        </pc:picChg>
        <pc:picChg chg="add mod">
          <ac:chgData name="Myriam Bensaid" userId="6732edbd-cc17-4b25-8fa6-040ea5375654" providerId="ADAL" clId="{CB2343DF-CAEE-41E0-BF22-A93BF8DF04D3}" dt="2025-06-10T19:15:29.794" v="2284"/>
          <ac:picMkLst>
            <pc:docMk/>
            <pc:sldMk cId="1466491715" sldId="266"/>
            <ac:picMk id="11" creationId="{4C968FD9-4045-4B3E-456A-FBD1FF455F81}"/>
          </ac:picMkLst>
        </pc:picChg>
      </pc:sldChg>
      <pc:sldChg chg="addSp modSp add del mod ord">
        <pc:chgData name="Myriam Bensaid" userId="6732edbd-cc17-4b25-8fa6-040ea5375654" providerId="ADAL" clId="{CB2343DF-CAEE-41E0-BF22-A93BF8DF04D3}" dt="2025-06-10T13:40:34.839" v="2166"/>
        <pc:sldMkLst>
          <pc:docMk/>
          <pc:sldMk cId="3106357947" sldId="269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06357947" sldId="269"/>
            <ac:spMk id="2" creationId="{3D52B480-FFEE-1C9B-E56F-DABF44392FB5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06357947" sldId="269"/>
            <ac:spMk id="6" creationId="{0BEFEFA9-50ED-3814-4DB2-8104411A1633}"/>
          </ac:spMkLst>
        </pc:spChg>
        <pc:spChg chg="mod">
          <ac:chgData name="Myriam Bensaid" userId="6732edbd-cc17-4b25-8fa6-040ea5375654" providerId="ADAL" clId="{CB2343DF-CAEE-41E0-BF22-A93BF8DF04D3}" dt="2025-06-10T13:16:15.446" v="1890" actId="14100"/>
          <ac:spMkLst>
            <pc:docMk/>
            <pc:sldMk cId="3106357947" sldId="269"/>
            <ac:spMk id="10" creationId="{A8DB0D5E-91E7-A168-C33B-A2E5B4298E1F}"/>
          </ac:spMkLst>
        </pc:spChg>
        <pc:picChg chg="mod">
          <ac:chgData name="Myriam Bensaid" userId="6732edbd-cc17-4b25-8fa6-040ea5375654" providerId="ADAL" clId="{CB2343DF-CAEE-41E0-BF22-A93BF8DF04D3}" dt="2025-06-05T12:45:10.987" v="1610"/>
          <ac:picMkLst>
            <pc:docMk/>
            <pc:sldMk cId="3106357947" sldId="269"/>
            <ac:picMk id="4" creationId="{EAA35AC4-7A37-2F6E-5A3F-AA331D6C2618}"/>
          </ac:picMkLst>
        </pc:picChg>
        <pc:picChg chg="add mod">
          <ac:chgData name="Myriam Bensaid" userId="6732edbd-cc17-4b25-8fa6-040ea5375654" providerId="ADAL" clId="{CB2343DF-CAEE-41E0-BF22-A93BF8DF04D3}" dt="2025-06-10T13:40:34.839" v="2166"/>
          <ac:picMkLst>
            <pc:docMk/>
            <pc:sldMk cId="3106357947" sldId="269"/>
            <ac:picMk id="12" creationId="{BC41879A-261A-995D-B698-5624A93BB649}"/>
          </ac:picMkLst>
        </pc:picChg>
      </pc:sldChg>
      <pc:sldChg chg="addSp delSp modSp add del mod">
        <pc:chgData name="Myriam Bensaid" userId="6732edbd-cc17-4b25-8fa6-040ea5375654" providerId="ADAL" clId="{CB2343DF-CAEE-41E0-BF22-A93BF8DF04D3}" dt="2025-06-10T17:25:50.916" v="2278"/>
        <pc:sldMkLst>
          <pc:docMk/>
          <pc:sldMk cId="2848038673" sldId="270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848038673" sldId="270"/>
            <ac:spMk id="2" creationId="{01A536B6-2D1F-96B6-0C27-DCC4C399200A}"/>
          </ac:spMkLst>
        </pc:spChg>
        <pc:spChg chg="mod">
          <ac:chgData name="Myriam Bensaid" userId="6732edbd-cc17-4b25-8fa6-040ea5375654" providerId="ADAL" clId="{CB2343DF-CAEE-41E0-BF22-A93BF8DF04D3}" dt="2025-06-10T16:49:28.674" v="2233" actId="20577"/>
          <ac:spMkLst>
            <pc:docMk/>
            <pc:sldMk cId="2848038673" sldId="270"/>
            <ac:spMk id="3" creationId="{B7F4B988-7AEA-4C36-1A1A-E8FAABE7DF9A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848038673" sldId="270"/>
            <ac:spMk id="7" creationId="{DCB90A91-6C34-E457-6485-55F5EAFCC40C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848038673" sldId="270"/>
            <ac:spMk id="9" creationId="{19BFADFE-F7C2-94CE-9286-5EDCB0DF0998}"/>
          </ac:spMkLst>
        </pc:spChg>
        <pc:picChg chg="add mod">
          <ac:chgData name="Myriam Bensaid" userId="6732edbd-cc17-4b25-8fa6-040ea5375654" providerId="ADAL" clId="{CB2343DF-CAEE-41E0-BF22-A93BF8DF04D3}" dt="2025-06-10T13:40:02.886" v="2157"/>
          <ac:picMkLst>
            <pc:docMk/>
            <pc:sldMk cId="2848038673" sldId="270"/>
            <ac:picMk id="8" creationId="{ECE45861-FE1D-B4DA-8A8B-474403859F22}"/>
          </ac:picMkLst>
        </pc:picChg>
        <pc:picChg chg="add mod">
          <ac:chgData name="Myriam Bensaid" userId="6732edbd-cc17-4b25-8fa6-040ea5375654" providerId="ADAL" clId="{CB2343DF-CAEE-41E0-BF22-A93BF8DF04D3}" dt="2025-06-10T17:25:50.916" v="2278"/>
          <ac:picMkLst>
            <pc:docMk/>
            <pc:sldMk cId="2848038673" sldId="270"/>
            <ac:picMk id="12" creationId="{FF336152-D9FD-27E2-D50C-26E1E8A6CE62}"/>
          </ac:picMkLst>
        </pc:picChg>
      </pc:sldChg>
      <pc:sldChg chg="addSp delSp modSp add del mod modNotesTx">
        <pc:chgData name="Myriam Bensaid" userId="6732edbd-cc17-4b25-8fa6-040ea5375654" providerId="ADAL" clId="{CB2343DF-CAEE-41E0-BF22-A93BF8DF04D3}" dt="2025-06-10T20:55:13.522" v="2295" actId="14100"/>
        <pc:sldMkLst>
          <pc:docMk/>
          <pc:sldMk cId="3104885242" sldId="271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04885242" sldId="271"/>
            <ac:spMk id="2" creationId="{6F29AFE0-5DC7-C401-13C6-AAF45CACE33D}"/>
          </ac:spMkLst>
        </pc:spChg>
        <pc:spChg chg="mod">
          <ac:chgData name="Myriam Bensaid" userId="6732edbd-cc17-4b25-8fa6-040ea5375654" providerId="ADAL" clId="{CB2343DF-CAEE-41E0-BF22-A93BF8DF04D3}" dt="2025-06-10T16:50:01.565" v="2241" actId="15"/>
          <ac:spMkLst>
            <pc:docMk/>
            <pc:sldMk cId="3104885242" sldId="271"/>
            <ac:spMk id="3" creationId="{D8C76DFD-637B-4FC2-620E-D853A51F7D2F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104885242" sldId="271"/>
            <ac:spMk id="7" creationId="{7023C65E-E715-E2E4-3389-A9335A7AC71C}"/>
          </ac:spMkLst>
        </pc:spChg>
        <pc:spChg chg="mod">
          <ac:chgData name="Myriam Bensaid" userId="6732edbd-cc17-4b25-8fa6-040ea5375654" providerId="ADAL" clId="{CB2343DF-CAEE-41E0-BF22-A93BF8DF04D3}" dt="2025-06-10T20:55:13.522" v="2295" actId="14100"/>
          <ac:spMkLst>
            <pc:docMk/>
            <pc:sldMk cId="3104885242" sldId="271"/>
            <ac:spMk id="8" creationId="{23E34306-9495-DCE0-EBDD-3854D4B8ABC1}"/>
          </ac:spMkLst>
        </pc:spChg>
        <pc:picChg chg="add mod">
          <ac:chgData name="Myriam Bensaid" userId="6732edbd-cc17-4b25-8fa6-040ea5375654" providerId="ADAL" clId="{CB2343DF-CAEE-41E0-BF22-A93BF8DF04D3}" dt="2025-06-10T13:39:57.970" v="2155"/>
          <ac:picMkLst>
            <pc:docMk/>
            <pc:sldMk cId="3104885242" sldId="271"/>
            <ac:picMk id="10" creationId="{DE8AB95A-4327-CDB6-3A46-F754C2E1B034}"/>
          </ac:picMkLst>
        </pc:picChg>
        <pc:picChg chg="mod">
          <ac:chgData name="Myriam Bensaid" userId="6732edbd-cc17-4b25-8fa6-040ea5375654" providerId="ADAL" clId="{CB2343DF-CAEE-41E0-BF22-A93BF8DF04D3}" dt="2025-06-10T16:51:10.522" v="2261"/>
          <ac:picMkLst>
            <pc:docMk/>
            <pc:sldMk cId="3104885242" sldId="271"/>
            <ac:picMk id="1026" creationId="{7174048F-2829-CD3F-6036-3847842A35E7}"/>
          </ac:picMkLst>
        </pc:picChg>
      </pc:sldChg>
      <pc:sldChg chg="addSp delSp modSp add del mod ord modNotesTx">
        <pc:chgData name="Myriam Bensaid" userId="6732edbd-cc17-4b25-8fa6-040ea5375654" providerId="ADAL" clId="{CB2343DF-CAEE-41E0-BF22-A93BF8DF04D3}" dt="2025-06-10T13:43:59.016" v="2179"/>
        <pc:sldMkLst>
          <pc:docMk/>
          <pc:sldMk cId="3581169715" sldId="274"/>
        </pc:sldMkLst>
      </pc:sldChg>
      <pc:sldChg chg="modSp del mod">
        <pc:chgData name="Myriam Bensaid" userId="6732edbd-cc17-4b25-8fa6-040ea5375654" providerId="ADAL" clId="{CB2343DF-CAEE-41E0-BF22-A93BF8DF04D3}" dt="2025-06-09T22:33:00.940" v="1820" actId="47"/>
        <pc:sldMkLst>
          <pc:docMk/>
          <pc:sldMk cId="3730856263" sldId="275"/>
        </pc:sldMkLst>
      </pc:sldChg>
      <pc:sldChg chg="modSp del mod">
        <pc:chgData name="Myriam Bensaid" userId="6732edbd-cc17-4b25-8fa6-040ea5375654" providerId="ADAL" clId="{CB2343DF-CAEE-41E0-BF22-A93BF8DF04D3}" dt="2025-06-10T13:07:25.288" v="1840" actId="47"/>
        <pc:sldMkLst>
          <pc:docMk/>
          <pc:sldMk cId="852785038" sldId="276"/>
        </pc:sldMkLst>
      </pc:sldChg>
      <pc:sldChg chg="modSp mod ord">
        <pc:chgData name="Myriam Bensaid" userId="6732edbd-cc17-4b25-8fa6-040ea5375654" providerId="ADAL" clId="{CB2343DF-CAEE-41E0-BF22-A93BF8DF04D3}" dt="2025-06-10T13:11:15.501" v="1879"/>
        <pc:sldMkLst>
          <pc:docMk/>
          <pc:sldMk cId="3951666606" sldId="277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951666606" sldId="277"/>
            <ac:spMk id="2" creationId="{44E7FC00-D7C9-4366-FB89-C3BCF0D70E12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951666606" sldId="277"/>
            <ac:spMk id="6" creationId="{1EAC39D4-5ACA-48F5-264C-5E4991FB6204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951666606" sldId="277"/>
            <ac:spMk id="7" creationId="{E530B043-C964-BDF6-D94A-1E98A5AFA511}"/>
          </ac:spMkLst>
        </pc:spChg>
      </pc:sldChg>
      <pc:sldChg chg="addSp modSp add del mod">
        <pc:chgData name="Myriam Bensaid" userId="6732edbd-cc17-4b25-8fa6-040ea5375654" providerId="ADAL" clId="{CB2343DF-CAEE-41E0-BF22-A93BF8DF04D3}" dt="2025-06-10T13:39:55.553" v="2153"/>
        <pc:sldMkLst>
          <pc:docMk/>
          <pc:sldMk cId="203898375" sldId="278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03898375" sldId="278"/>
            <ac:spMk id="2" creationId="{28B054A5-60A5-BD96-45D3-6C8FDF2C0A7F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03898375" sldId="278"/>
            <ac:spMk id="3" creationId="{1DE2827C-B862-C110-6569-E5688B034CD0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03898375" sldId="278"/>
            <ac:spMk id="8" creationId="{7283AE6F-AE24-6B91-96B1-0AFC4D88B888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03898375" sldId="278"/>
            <ac:spMk id="10" creationId="{61F68BAC-4359-B30C-0060-EB8FF2A95665}"/>
          </ac:spMkLst>
        </pc:spChg>
        <pc:picChg chg="add mod">
          <ac:chgData name="Myriam Bensaid" userId="6732edbd-cc17-4b25-8fa6-040ea5375654" providerId="ADAL" clId="{CB2343DF-CAEE-41E0-BF22-A93BF8DF04D3}" dt="2025-06-10T13:39:55.553" v="2153"/>
          <ac:picMkLst>
            <pc:docMk/>
            <pc:sldMk cId="203898375" sldId="278"/>
            <ac:picMk id="7" creationId="{EF99A38D-D038-A0C5-3BAE-D6359D54914C}"/>
          </ac:picMkLst>
        </pc:picChg>
      </pc:sldChg>
      <pc:sldChg chg="addSp delSp modSp mod ord modNotesTx">
        <pc:chgData name="Myriam Bensaid" userId="6732edbd-cc17-4b25-8fa6-040ea5375654" providerId="ADAL" clId="{CB2343DF-CAEE-41E0-BF22-A93BF8DF04D3}" dt="2025-06-10T20:58:50.238" v="2296" actId="14826"/>
        <pc:sldMkLst>
          <pc:docMk/>
          <pc:sldMk cId="12991851" sldId="280"/>
        </pc:sldMkLst>
      </pc:sldChg>
      <pc:sldChg chg="addSp modSp mod modNotesTx">
        <pc:chgData name="Myriam Bensaid" userId="6732edbd-cc17-4b25-8fa6-040ea5375654" providerId="ADAL" clId="{CB2343DF-CAEE-41E0-BF22-A93BF8DF04D3}" dt="2025-06-10T13:39:31.992" v="2146"/>
        <pc:sldMkLst>
          <pc:docMk/>
          <pc:sldMk cId="1111283915" sldId="281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111283915" sldId="281"/>
            <ac:spMk id="2" creationId="{EB4C13E9-7ADA-8D17-3AFF-165995A77559}"/>
          </ac:spMkLst>
        </pc:spChg>
        <pc:spChg chg="mod">
          <ac:chgData name="Myriam Bensaid" userId="6732edbd-cc17-4b25-8fa6-040ea5375654" providerId="ADAL" clId="{CB2343DF-CAEE-41E0-BF22-A93BF8DF04D3}" dt="2025-06-10T13:13:15.633" v="1887" actId="108"/>
          <ac:spMkLst>
            <pc:docMk/>
            <pc:sldMk cId="1111283915" sldId="281"/>
            <ac:spMk id="3" creationId="{D8FF151B-ED03-6BCD-4B4D-1ED989A56F1E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111283915" sldId="281"/>
            <ac:spMk id="8" creationId="{95747171-877D-F3A4-ECFF-A74E323E5439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111283915" sldId="281"/>
            <ac:spMk id="9" creationId="{676C933D-2FBF-6C8B-008E-4F6FFCE9A13D}"/>
          </ac:spMkLst>
        </pc:spChg>
        <pc:picChg chg="add mod">
          <ac:chgData name="Myriam Bensaid" userId="6732edbd-cc17-4b25-8fa6-040ea5375654" providerId="ADAL" clId="{CB2343DF-CAEE-41E0-BF22-A93BF8DF04D3}" dt="2025-06-10T13:39:31.992" v="2146"/>
          <ac:picMkLst>
            <pc:docMk/>
            <pc:sldMk cId="1111283915" sldId="281"/>
            <ac:picMk id="7" creationId="{C859E244-68C9-4F31-6449-272682CD1BC3}"/>
          </ac:picMkLst>
        </pc:picChg>
      </pc:sldChg>
      <pc:sldChg chg="addSp modSp add del mod">
        <pc:chgData name="Myriam Bensaid" userId="6732edbd-cc17-4b25-8fa6-040ea5375654" providerId="ADAL" clId="{CB2343DF-CAEE-41E0-BF22-A93BF8DF04D3}" dt="2025-06-10T15:57:08.254" v="2192" actId="14100"/>
        <pc:sldMkLst>
          <pc:docMk/>
          <pc:sldMk cId="623530343" sldId="282"/>
        </pc:sldMkLst>
        <pc:spChg chg="mod">
          <ac:chgData name="Myriam Bensaid" userId="6732edbd-cc17-4b25-8fa6-040ea5375654" providerId="ADAL" clId="{CB2343DF-CAEE-41E0-BF22-A93BF8DF04D3}" dt="2025-06-10T13:53:30.010" v="2188" actId="20577"/>
          <ac:spMkLst>
            <pc:docMk/>
            <pc:sldMk cId="623530343" sldId="282"/>
            <ac:spMk id="2" creationId="{8161F992-1C47-FBE0-513F-211E5B327084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623530343" sldId="282"/>
            <ac:spMk id="13" creationId="{B9FB8A41-41ED-46C2-7485-F74ECC24B200}"/>
          </ac:spMkLst>
        </pc:spChg>
        <pc:spChg chg="mod">
          <ac:chgData name="Myriam Bensaid" userId="6732edbd-cc17-4b25-8fa6-040ea5375654" providerId="ADAL" clId="{CB2343DF-CAEE-41E0-BF22-A93BF8DF04D3}" dt="2025-06-10T15:57:08.254" v="2192" actId="14100"/>
          <ac:spMkLst>
            <pc:docMk/>
            <pc:sldMk cId="623530343" sldId="282"/>
            <ac:spMk id="14" creationId="{3362BAC5-D254-486B-2FD3-A859C71B58FB}"/>
          </ac:spMkLst>
        </pc:spChg>
        <pc:picChg chg="add mod">
          <ac:chgData name="Myriam Bensaid" userId="6732edbd-cc17-4b25-8fa6-040ea5375654" providerId="ADAL" clId="{CB2343DF-CAEE-41E0-BF22-A93BF8DF04D3}" dt="2025-06-10T13:40:00.307" v="2156"/>
          <ac:picMkLst>
            <pc:docMk/>
            <pc:sldMk cId="623530343" sldId="282"/>
            <ac:picMk id="15" creationId="{B710234B-2BD6-5B93-E95B-AD3292FECCEC}"/>
          </ac:picMkLst>
        </pc:picChg>
        <pc:picChg chg="mod">
          <ac:chgData name="Myriam Bensaid" userId="6732edbd-cc17-4b25-8fa6-040ea5375654" providerId="ADAL" clId="{CB2343DF-CAEE-41E0-BF22-A93BF8DF04D3}" dt="2025-06-10T15:56:59.513" v="2191" actId="1076"/>
          <ac:picMkLst>
            <pc:docMk/>
            <pc:sldMk cId="623530343" sldId="282"/>
            <ac:picMk id="16" creationId="{44D780C7-74FF-9348-760F-AB8F1613EF3A}"/>
          </ac:picMkLst>
        </pc:picChg>
      </pc:sldChg>
      <pc:sldChg chg="addSp modSp add del mod">
        <pc:chgData name="Myriam Bensaid" userId="6732edbd-cc17-4b25-8fa6-040ea5375654" providerId="ADAL" clId="{CB2343DF-CAEE-41E0-BF22-A93BF8DF04D3}" dt="2025-06-10T13:40:06.378" v="2159"/>
        <pc:sldMkLst>
          <pc:docMk/>
          <pc:sldMk cId="2970935995" sldId="283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970935995" sldId="283"/>
            <ac:spMk id="2" creationId="{EE3639A1-9E75-4916-368E-C819DAB491A7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970935995" sldId="283"/>
            <ac:spMk id="3" creationId="{766CF4DD-B5BD-7775-B526-4F04D9F10E94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970935995" sldId="283"/>
            <ac:spMk id="7" creationId="{F9B147C0-6F76-4332-E0F0-CADC93392A3F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2970935995" sldId="283"/>
            <ac:spMk id="8" creationId="{A9CFE21F-9A39-0838-82C2-12222AB986A7}"/>
          </ac:spMkLst>
        </pc:spChg>
        <pc:picChg chg="add mod">
          <ac:chgData name="Myriam Bensaid" userId="6732edbd-cc17-4b25-8fa6-040ea5375654" providerId="ADAL" clId="{CB2343DF-CAEE-41E0-BF22-A93BF8DF04D3}" dt="2025-06-10T13:40:06.378" v="2159"/>
          <ac:picMkLst>
            <pc:docMk/>
            <pc:sldMk cId="2970935995" sldId="283"/>
            <ac:picMk id="9" creationId="{0F9B9BF3-2846-D2A1-D251-758FFD8A8C51}"/>
          </ac:picMkLst>
        </pc:picChg>
      </pc:sldChg>
      <pc:sldChg chg="addSp delSp modSp mod">
        <pc:chgData name="Myriam Bensaid" userId="6732edbd-cc17-4b25-8fa6-040ea5375654" providerId="ADAL" clId="{CB2343DF-CAEE-41E0-BF22-A93BF8DF04D3}" dt="2025-06-10T13:40:28.693" v="2165" actId="21"/>
        <pc:sldMkLst>
          <pc:docMk/>
          <pc:sldMk cId="1555216939" sldId="284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555216939" sldId="284"/>
            <ac:spMk id="2" creationId="{90025A88-BEB9-29CB-6D31-589711254313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555216939" sldId="284"/>
            <ac:spMk id="3" creationId="{93957559-F6C0-5FFF-ADE6-5467768627CD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555216939" sldId="284"/>
            <ac:spMk id="9" creationId="{A0B9154E-E94C-AB5E-6007-7F291BD9E671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555216939" sldId="284"/>
            <ac:spMk id="11" creationId="{837F0A46-54E7-7468-1059-D69C61106F78}"/>
          </ac:spMkLst>
        </pc:spChg>
        <pc:picChg chg="add mod">
          <ac:chgData name="Myriam Bensaid" userId="6732edbd-cc17-4b25-8fa6-040ea5375654" providerId="ADAL" clId="{CB2343DF-CAEE-41E0-BF22-A93BF8DF04D3}" dt="2025-06-10T13:39:20.597" v="2141" actId="14100"/>
          <ac:picMkLst>
            <pc:docMk/>
            <pc:sldMk cId="1555216939" sldId="284"/>
            <ac:picMk id="6" creationId="{3B96476C-6FD4-924E-39BA-5CF50F78A93F}"/>
          </ac:picMkLst>
        </pc:picChg>
      </pc:sldChg>
      <pc:sldChg chg="modSp mod ord">
        <pc:chgData name="Myriam Bensaid" userId="6732edbd-cc17-4b25-8fa6-040ea5375654" providerId="ADAL" clId="{CB2343DF-CAEE-41E0-BF22-A93BF8DF04D3}" dt="2025-06-10T13:11:15.501" v="1879"/>
        <pc:sldMkLst>
          <pc:docMk/>
          <pc:sldMk cId="1085405391" sldId="285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085405391" sldId="285"/>
            <ac:spMk id="10" creationId="{A11BE4D9-2490-EFBC-7842-6BCAC8563F32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085405391" sldId="285"/>
            <ac:spMk id="11" creationId="{157E226E-D6F6-EF88-18C6-0589661F23AB}"/>
          </ac:spMkLst>
        </pc:spChg>
      </pc:sldChg>
      <pc:sldChg chg="modSp del mod">
        <pc:chgData name="Myriam Bensaid" userId="6732edbd-cc17-4b25-8fa6-040ea5375654" providerId="ADAL" clId="{CB2343DF-CAEE-41E0-BF22-A93BF8DF04D3}" dt="2025-06-03T20:40:00.291" v="212" actId="47"/>
        <pc:sldMkLst>
          <pc:docMk/>
          <pc:sldMk cId="252730288" sldId="289"/>
        </pc:sldMkLst>
      </pc:sldChg>
      <pc:sldChg chg="del">
        <pc:chgData name="Myriam Bensaid" userId="6732edbd-cc17-4b25-8fa6-040ea5375654" providerId="ADAL" clId="{CB2343DF-CAEE-41E0-BF22-A93BF8DF04D3}" dt="2025-06-03T15:34:18.724" v="44" actId="2696"/>
        <pc:sldMkLst>
          <pc:docMk/>
          <pc:sldMk cId="1211474811" sldId="289"/>
        </pc:sldMkLst>
      </pc:sldChg>
      <pc:sldChg chg="modSp del mod">
        <pc:chgData name="Myriam Bensaid" userId="6732edbd-cc17-4b25-8fa6-040ea5375654" providerId="ADAL" clId="{CB2343DF-CAEE-41E0-BF22-A93BF8DF04D3}" dt="2025-06-03T20:47:38.939" v="285" actId="2696"/>
        <pc:sldMkLst>
          <pc:docMk/>
          <pc:sldMk cId="1884257811" sldId="290"/>
        </pc:sldMkLst>
      </pc:sldChg>
      <pc:sldChg chg="addSp modSp add del mod ord">
        <pc:chgData name="Myriam Bensaid" userId="6732edbd-cc17-4b25-8fa6-040ea5375654" providerId="ADAL" clId="{CB2343DF-CAEE-41E0-BF22-A93BF8DF04D3}" dt="2025-06-10T13:40:11.994" v="2160"/>
        <pc:sldMkLst>
          <pc:docMk/>
          <pc:sldMk cId="3832222315" sldId="291"/>
        </pc:sldMkLst>
        <pc:spChg chg="mod">
          <ac:chgData name="Myriam Bensaid" userId="6732edbd-cc17-4b25-8fa6-040ea5375654" providerId="ADAL" clId="{CB2343DF-CAEE-41E0-BF22-A93BF8DF04D3}" dt="2025-06-10T13:15:52.188" v="1889" actId="255"/>
          <ac:spMkLst>
            <pc:docMk/>
            <pc:sldMk cId="3832222315" sldId="291"/>
            <ac:spMk id="2" creationId="{643CE25B-01F2-369E-32AC-9AD806AB71F3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832222315" sldId="291"/>
            <ac:spMk id="3" creationId="{FEE3054A-9A76-4BB2-CB18-30F385DA8E17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832222315" sldId="291"/>
            <ac:spMk id="7" creationId="{88AB0ED9-C40A-BEBC-A08C-1F83D6CA0D4F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832222315" sldId="291"/>
            <ac:spMk id="8" creationId="{6E03E6F8-F013-5253-D573-7EF17C3D1D3E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3832222315" sldId="291"/>
            <ac:spMk id="14" creationId="{714F50B3-E573-22C7-DB58-EAF09EED7359}"/>
          </ac:spMkLst>
        </pc:spChg>
        <pc:grpChg chg="add mod">
          <ac:chgData name="Myriam Bensaid" userId="6732edbd-cc17-4b25-8fa6-040ea5375654" providerId="ADAL" clId="{CB2343DF-CAEE-41E0-BF22-A93BF8DF04D3}" dt="2025-06-09T22:31:58.248" v="1817" actId="1076"/>
          <ac:grpSpMkLst>
            <pc:docMk/>
            <pc:sldMk cId="3832222315" sldId="291"/>
            <ac:grpSpMk id="11" creationId="{9D5A2FD9-1059-FFEE-8E1F-E18948D6F90E}"/>
          </ac:grpSpMkLst>
        </pc:grpChg>
        <pc:picChg chg="mod">
          <ac:chgData name="Myriam Bensaid" userId="6732edbd-cc17-4b25-8fa6-040ea5375654" providerId="ADAL" clId="{CB2343DF-CAEE-41E0-BF22-A93BF8DF04D3}" dt="2025-06-03T20:36:54.015" v="182" actId="1076"/>
          <ac:picMkLst>
            <pc:docMk/>
            <pc:sldMk cId="3832222315" sldId="291"/>
            <ac:picMk id="6" creationId="{3B19F7D5-46B8-D77E-CD23-B3368B4266AC}"/>
          </ac:picMkLst>
        </pc:picChg>
        <pc:picChg chg="add mod ord modCrop">
          <ac:chgData name="Myriam Bensaid" userId="6732edbd-cc17-4b25-8fa6-040ea5375654" providerId="ADAL" clId="{CB2343DF-CAEE-41E0-BF22-A93BF8DF04D3}" dt="2025-06-05T11:07:04.318" v="625" actId="164"/>
          <ac:picMkLst>
            <pc:docMk/>
            <pc:sldMk cId="3832222315" sldId="291"/>
            <ac:picMk id="9" creationId="{A12BF25D-F4C9-A18D-F0DC-057FFD092430}"/>
          </ac:picMkLst>
        </pc:picChg>
        <pc:picChg chg="add mod">
          <ac:chgData name="Myriam Bensaid" userId="6732edbd-cc17-4b25-8fa6-040ea5375654" providerId="ADAL" clId="{CB2343DF-CAEE-41E0-BF22-A93BF8DF04D3}" dt="2025-06-10T13:40:11.994" v="2160"/>
          <ac:picMkLst>
            <pc:docMk/>
            <pc:sldMk cId="3832222315" sldId="291"/>
            <ac:picMk id="10" creationId="{EC5216DF-0523-65BB-EEC5-E24419ED022F}"/>
          </ac:picMkLst>
        </pc:picChg>
        <pc:picChg chg="add mod modCrop">
          <ac:chgData name="Myriam Bensaid" userId="6732edbd-cc17-4b25-8fa6-040ea5375654" providerId="ADAL" clId="{CB2343DF-CAEE-41E0-BF22-A93BF8DF04D3}" dt="2025-06-05T11:07:04.318" v="625" actId="164"/>
          <ac:picMkLst>
            <pc:docMk/>
            <pc:sldMk cId="3832222315" sldId="291"/>
            <ac:picMk id="12" creationId="{8383D55F-0010-180E-5849-D0F5AB18D8C1}"/>
          </ac:picMkLst>
        </pc:picChg>
        <pc:picChg chg="mod">
          <ac:chgData name="Myriam Bensaid" userId="6732edbd-cc17-4b25-8fa6-040ea5375654" providerId="ADAL" clId="{CB2343DF-CAEE-41E0-BF22-A93BF8DF04D3}" dt="2025-06-09T22:31:13.101" v="1805" actId="1076"/>
          <ac:picMkLst>
            <pc:docMk/>
            <pc:sldMk cId="3832222315" sldId="291"/>
            <ac:picMk id="13" creationId="{EB52AD4A-FE52-EB97-1563-2085F1F00CF6}"/>
          </ac:picMkLst>
        </pc:picChg>
      </pc:sldChg>
      <pc:sldChg chg="addSp delSp modSp add del mod ord">
        <pc:chgData name="Myriam Bensaid" userId="6732edbd-cc17-4b25-8fa6-040ea5375654" providerId="ADAL" clId="{CB2343DF-CAEE-41E0-BF22-A93BF8DF04D3}" dt="2025-06-10T17:03:28.401" v="2263" actId="14734"/>
        <pc:sldMkLst>
          <pc:docMk/>
          <pc:sldMk cId="4048429243" sldId="292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4048429243" sldId="292"/>
            <ac:spMk id="2" creationId="{EF7B9AB6-E548-3475-613B-81913A67703E}"/>
          </ac:spMkLst>
        </pc:spChg>
        <pc:spChg chg="add 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4048429243" sldId="292"/>
            <ac:spMk id="3" creationId="{11460E39-4330-82DC-D9A3-70C344A73CED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4048429243" sldId="292"/>
            <ac:spMk id="7" creationId="{ACA78D5E-0593-6B9E-118C-8EF547F2ED83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4048429243" sldId="292"/>
            <ac:spMk id="8" creationId="{C4D02B10-8F7A-E2DD-7C5C-C8730F8C17E1}"/>
          </ac:spMkLst>
        </pc:spChg>
        <pc:spChg chg="add 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4048429243" sldId="292"/>
            <ac:spMk id="9" creationId="{CDED8EA7-370C-C40E-E80E-C7DF61669A95}"/>
          </ac:spMkLst>
        </pc:spChg>
        <pc:spChg chg="add 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4048429243" sldId="292"/>
            <ac:spMk id="10" creationId="{26490530-6868-A43E-C9EC-0108AD7C87B5}"/>
          </ac:spMkLst>
        </pc:spChg>
        <pc:spChg chg="add 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4048429243" sldId="292"/>
            <ac:spMk id="16" creationId="{C4BE8439-677E-162C-23A7-34779665B186}"/>
          </ac:spMkLst>
        </pc:spChg>
        <pc:graphicFrameChg chg="add mod modGraphic">
          <ac:chgData name="Myriam Bensaid" userId="6732edbd-cc17-4b25-8fa6-040ea5375654" providerId="ADAL" clId="{CB2343DF-CAEE-41E0-BF22-A93BF8DF04D3}" dt="2025-06-10T17:03:28.401" v="2263" actId="14734"/>
          <ac:graphicFrameMkLst>
            <pc:docMk/>
            <pc:sldMk cId="4048429243" sldId="292"/>
            <ac:graphicFrameMk id="13" creationId="{2EFB0B67-AD02-95A1-BD09-3513E0795944}"/>
          </ac:graphicFrameMkLst>
        </pc:graphicFrameChg>
        <pc:graphicFrameChg chg="add mod modGraphic">
          <ac:chgData name="Myriam Bensaid" userId="6732edbd-cc17-4b25-8fa6-040ea5375654" providerId="ADAL" clId="{CB2343DF-CAEE-41E0-BF22-A93BF8DF04D3}" dt="2025-06-09T22:32:24.941" v="1819" actId="790"/>
          <ac:graphicFrameMkLst>
            <pc:docMk/>
            <pc:sldMk cId="4048429243" sldId="292"/>
            <ac:graphicFrameMk id="14" creationId="{9C70BA21-A756-291E-A2E6-34C6FA31CCC2}"/>
          </ac:graphicFrameMkLst>
        </pc:graphicFrameChg>
        <pc:picChg chg="add mod">
          <ac:chgData name="Myriam Bensaid" userId="6732edbd-cc17-4b25-8fa6-040ea5375654" providerId="ADAL" clId="{CB2343DF-CAEE-41E0-BF22-A93BF8DF04D3}" dt="2025-06-10T13:40:14.127" v="2161"/>
          <ac:picMkLst>
            <pc:docMk/>
            <pc:sldMk cId="4048429243" sldId="292"/>
            <ac:picMk id="11" creationId="{A8AE7321-3B46-E189-30D6-62F5E6D660F0}"/>
          </ac:picMkLst>
        </pc:picChg>
      </pc:sldChg>
      <pc:sldChg chg="addSp delSp modSp mod ord">
        <pc:chgData name="Myriam Bensaid" userId="6732edbd-cc17-4b25-8fa6-040ea5375654" providerId="ADAL" clId="{CB2343DF-CAEE-41E0-BF22-A93BF8DF04D3}" dt="2025-06-10T13:43:56.426" v="2178" actId="21"/>
        <pc:sldMkLst>
          <pc:docMk/>
          <pc:sldMk cId="1515967042" sldId="293"/>
        </pc:sldMkLst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515967042" sldId="293"/>
            <ac:spMk id="2" creationId="{78C38555-4830-45C1-85DA-9D4E246E6B56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515967042" sldId="293"/>
            <ac:spMk id="3" creationId="{D0F249DB-E775-197C-C3CA-40E835444BC9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515967042" sldId="293"/>
            <ac:spMk id="7" creationId="{DB918036-4DD0-2F0E-82E2-96AB0F992EA1}"/>
          </ac:spMkLst>
        </pc:spChg>
        <pc:spChg chg="mod">
          <ac:chgData name="Myriam Bensaid" userId="6732edbd-cc17-4b25-8fa6-040ea5375654" providerId="ADAL" clId="{CB2343DF-CAEE-41E0-BF22-A93BF8DF04D3}" dt="2025-06-09T22:32:24.941" v="1819" actId="790"/>
          <ac:spMkLst>
            <pc:docMk/>
            <pc:sldMk cId="1515967042" sldId="293"/>
            <ac:spMk id="9" creationId="{8590C616-3372-03E4-8EDF-9A74CDEA11BA}"/>
          </ac:spMkLst>
        </pc:spChg>
        <pc:picChg chg="add mod">
          <ac:chgData name="Myriam Bensaid" userId="6732edbd-cc17-4b25-8fa6-040ea5375654" providerId="ADAL" clId="{CB2343DF-CAEE-41E0-BF22-A93BF8DF04D3}" dt="2025-06-10T13:40:36.397" v="2167"/>
          <ac:picMkLst>
            <pc:docMk/>
            <pc:sldMk cId="1515967042" sldId="293"/>
            <ac:picMk id="8" creationId="{8A710BD2-AF1D-59B1-5868-B31B4EF53605}"/>
          </ac:picMkLst>
        </pc:picChg>
      </pc:sldChg>
      <pc:sldChg chg="addSp modSp add ord">
        <pc:chgData name="Myriam Bensaid" userId="6732edbd-cc17-4b25-8fa6-040ea5375654" providerId="ADAL" clId="{CB2343DF-CAEE-41E0-BF22-A93BF8DF04D3}" dt="2025-06-10T13:44:03.542" v="2181"/>
        <pc:sldMkLst>
          <pc:docMk/>
          <pc:sldMk cId="1519378309" sldId="294"/>
        </pc:sldMkLst>
      </pc:sldChg>
      <pc:sldChg chg="add del">
        <pc:chgData name="Myriam Bensaid" userId="6732edbd-cc17-4b25-8fa6-040ea5375654" providerId="ADAL" clId="{CB2343DF-CAEE-41E0-BF22-A93BF8DF04D3}" dt="2025-06-10T13:06:10.277" v="1823" actId="47"/>
        <pc:sldMkLst>
          <pc:docMk/>
          <pc:sldMk cId="3462573251" sldId="294"/>
        </pc:sldMkLst>
      </pc:sldChg>
    </pc:docChg>
  </pc:docChgLst>
  <pc:docChgLst>
    <pc:chgData name="Ibrahim Fridjine" userId="S::ibrahim.fridjine@etu.cyu.fr::67dc31e2-e662-4518-b469-c9f45de4918e" providerId="AD" clId="Web-{5E026872-AB7F-F7FA-B77C-95B622FA9001}"/>
    <pc:docChg chg="addSld modSld">
      <pc:chgData name="Ibrahim Fridjine" userId="S::ibrahim.fridjine@etu.cyu.fr::67dc31e2-e662-4518-b469-c9f45de4918e" providerId="AD" clId="Web-{5E026872-AB7F-F7FA-B77C-95B622FA9001}" dt="2025-05-12T19:56:52.327" v="89" actId="20577"/>
      <pc:docMkLst>
        <pc:docMk/>
      </pc:docMkLst>
      <pc:sldChg chg="addSp modSp">
        <pc:chgData name="Ibrahim Fridjine" userId="S::ibrahim.fridjine@etu.cyu.fr::67dc31e2-e662-4518-b469-c9f45de4918e" providerId="AD" clId="Web-{5E026872-AB7F-F7FA-B77C-95B622FA9001}" dt="2025-05-12T19:51:38.783" v="9" actId="1076"/>
        <pc:sldMkLst>
          <pc:docMk/>
          <pc:sldMk cId="3287384019" sldId="259"/>
        </pc:sldMkLst>
      </pc:sldChg>
      <pc:sldChg chg="modSp">
        <pc:chgData name="Ibrahim Fridjine" userId="S::ibrahim.fridjine@etu.cyu.fr::67dc31e2-e662-4518-b469-c9f45de4918e" providerId="AD" clId="Web-{5E026872-AB7F-F7FA-B77C-95B622FA9001}" dt="2025-05-12T19:56:52.327" v="89" actId="20577"/>
        <pc:sldMkLst>
          <pc:docMk/>
          <pc:sldMk cId="1007892645" sldId="264"/>
        </pc:sldMkLst>
        <pc:spChg chg="mod">
          <ac:chgData name="Ibrahim Fridjine" userId="S::ibrahim.fridjine@etu.cyu.fr::67dc31e2-e662-4518-b469-c9f45de4918e" providerId="AD" clId="Web-{5E026872-AB7F-F7FA-B77C-95B622FA9001}" dt="2025-05-12T19:56:52.327" v="89" actId="20577"/>
          <ac:spMkLst>
            <pc:docMk/>
            <pc:sldMk cId="1007892645" sldId="264"/>
            <ac:spMk id="2" creationId="{98D36A97-A078-A963-8D60-293C715D7846}"/>
          </ac:spMkLst>
        </pc:spChg>
      </pc:sldChg>
      <pc:sldChg chg="addSp delSp modSp">
        <pc:chgData name="Ibrahim Fridjine" userId="S::ibrahim.fridjine@etu.cyu.fr::67dc31e2-e662-4518-b469-c9f45de4918e" providerId="AD" clId="Web-{5E026872-AB7F-F7FA-B77C-95B622FA9001}" dt="2025-05-12T19:52:52.067" v="12"/>
        <pc:sldMkLst>
          <pc:docMk/>
          <pc:sldMk cId="203898375" sldId="278"/>
        </pc:sldMkLst>
      </pc:sldChg>
      <pc:sldChg chg="modSp new">
        <pc:chgData name="Ibrahim Fridjine" userId="S::ibrahim.fridjine@etu.cyu.fr::67dc31e2-e662-4518-b469-c9f45de4918e" providerId="AD" clId="Web-{5E026872-AB7F-F7FA-B77C-95B622FA9001}" dt="2025-05-12T19:54:44.634" v="32" actId="20577"/>
        <pc:sldMkLst>
          <pc:docMk/>
          <pc:sldMk cId="4185814877" sldId="279"/>
        </pc:sldMkLst>
      </pc:sldChg>
    </pc:docChg>
  </pc:docChgLst>
  <pc:docChgLst>
    <pc:chgData name="Maria-Danielle Boula" userId="S::maria-danielle.boula@etu.cyu.fr::859cf926-bdfd-4a6e-8ea5-01bbdb4ec499" providerId="AD" clId="Web-{02860FC3-775E-B1D1-92FC-B33CBB395C05}"/>
    <pc:docChg chg="modSld">
      <pc:chgData name="Maria-Danielle Boula" userId="S::maria-danielle.boula@etu.cyu.fr::859cf926-bdfd-4a6e-8ea5-01bbdb4ec499" providerId="AD" clId="Web-{02860FC3-775E-B1D1-92FC-B33CBB395C05}" dt="2025-05-12T19:34:28.660" v="9" actId="1076"/>
      <pc:docMkLst>
        <pc:docMk/>
      </pc:docMkLst>
    </pc:docChg>
  </pc:docChgLst>
  <pc:docChgLst>
    <pc:chgData name="Tom Jaffrain" userId="S::tom.jaffrain@etu.cyu.fr::3465d130-e37b-4363-a46a-94c5b2166a36" providerId="AD" clId="Web-{56038839-6AA8-D437-0311-E515493DF492}"/>
    <pc:docChg chg="modSld">
      <pc:chgData name="Tom Jaffrain" userId="S::tom.jaffrain@etu.cyu.fr::3465d130-e37b-4363-a46a-94c5b2166a36" providerId="AD" clId="Web-{56038839-6AA8-D437-0311-E515493DF492}" dt="2025-06-05T06:34:47.650" v="160" actId="1076"/>
      <pc:docMkLst>
        <pc:docMk/>
      </pc:docMkLst>
      <pc:sldChg chg="addSp delSp modSp">
        <pc:chgData name="Tom Jaffrain" userId="S::tom.jaffrain@etu.cyu.fr::3465d130-e37b-4363-a46a-94c5b2166a36" providerId="AD" clId="Web-{56038839-6AA8-D437-0311-E515493DF492}" dt="2025-06-05T06:34:47.650" v="160" actId="1076"/>
        <pc:sldMkLst>
          <pc:docMk/>
          <pc:sldMk cId="964759020" sldId="261"/>
        </pc:sldMkLst>
        <pc:spChg chg="add mod">
          <ac:chgData name="Tom Jaffrain" userId="S::tom.jaffrain@etu.cyu.fr::3465d130-e37b-4363-a46a-94c5b2166a36" providerId="AD" clId="Web-{56038839-6AA8-D437-0311-E515493DF492}" dt="2025-06-05T05:59:34.382" v="20" actId="14100"/>
          <ac:spMkLst>
            <pc:docMk/>
            <pc:sldMk cId="964759020" sldId="261"/>
            <ac:spMk id="3" creationId="{79EEF9FD-54EA-8C8F-D6CE-0604C1093056}"/>
          </ac:spMkLst>
        </pc:spChg>
        <pc:spChg chg="add mod">
          <ac:chgData name="Tom Jaffrain" userId="S::tom.jaffrain@etu.cyu.fr::3465d130-e37b-4363-a46a-94c5b2166a36" providerId="AD" clId="Web-{56038839-6AA8-D437-0311-E515493DF492}" dt="2025-06-05T06:02:48.066" v="33" actId="20577"/>
          <ac:spMkLst>
            <pc:docMk/>
            <pc:sldMk cId="964759020" sldId="261"/>
            <ac:spMk id="9" creationId="{B86F17FF-E088-2437-EB49-A30BA081FDDE}"/>
          </ac:spMkLst>
        </pc:spChg>
        <pc:spChg chg="mod">
          <ac:chgData name="Tom Jaffrain" userId="S::tom.jaffrain@etu.cyu.fr::3465d130-e37b-4363-a46a-94c5b2166a36" providerId="AD" clId="Web-{56038839-6AA8-D437-0311-E515493DF492}" dt="2025-06-05T06:34:32.259" v="157" actId="1076"/>
          <ac:spMkLst>
            <pc:docMk/>
            <pc:sldMk cId="964759020" sldId="261"/>
            <ac:spMk id="10" creationId="{DD65A6B5-A6DF-6A28-D8FD-598B60090692}"/>
          </ac:spMkLst>
        </pc:spChg>
        <pc:spChg chg="add del mod">
          <ac:chgData name="Tom Jaffrain" userId="S::tom.jaffrain@etu.cyu.fr::3465d130-e37b-4363-a46a-94c5b2166a36" providerId="AD" clId="Web-{56038839-6AA8-D437-0311-E515493DF492}" dt="2025-06-05T06:32:34.099" v="121" actId="20577"/>
          <ac:spMkLst>
            <pc:docMk/>
            <pc:sldMk cId="964759020" sldId="261"/>
            <ac:spMk id="12" creationId="{93B2E36E-BE7E-B11B-2E04-F0455E712857}"/>
          </ac:spMkLst>
        </pc:spChg>
        <pc:spChg chg="mod">
          <ac:chgData name="Tom Jaffrain" userId="S::tom.jaffrain@etu.cyu.fr::3465d130-e37b-4363-a46a-94c5b2166a36" providerId="AD" clId="Web-{56038839-6AA8-D437-0311-E515493DF492}" dt="2025-06-05T05:59:37.054" v="21" actId="14100"/>
          <ac:spMkLst>
            <pc:docMk/>
            <pc:sldMk cId="964759020" sldId="261"/>
            <ac:spMk id="18" creationId="{3F1728D2-7884-6A3D-1A7C-84DBE63963AE}"/>
          </ac:spMkLst>
        </pc:spChg>
        <pc:spChg chg="add mod">
          <ac:chgData name="Tom Jaffrain" userId="S::tom.jaffrain@etu.cyu.fr::3465d130-e37b-4363-a46a-94c5b2166a36" providerId="AD" clId="Web-{56038839-6AA8-D437-0311-E515493DF492}" dt="2025-06-05T06:33:01.334" v="125" actId="1076"/>
          <ac:spMkLst>
            <pc:docMk/>
            <pc:sldMk cId="964759020" sldId="261"/>
            <ac:spMk id="20" creationId="{4643671A-2711-6EC8-FE03-CDE22D8A2D0F}"/>
          </ac:spMkLst>
        </pc:spChg>
        <pc:spChg chg="add mod">
          <ac:chgData name="Tom Jaffrain" userId="S::tom.jaffrain@etu.cyu.fr::3465d130-e37b-4363-a46a-94c5b2166a36" providerId="AD" clId="Web-{56038839-6AA8-D437-0311-E515493DF492}" dt="2025-06-05T06:33:29.507" v="136" actId="20577"/>
          <ac:spMkLst>
            <pc:docMk/>
            <pc:sldMk cId="964759020" sldId="261"/>
            <ac:spMk id="23" creationId="{1FE582A2-2D95-8C60-D747-4D1DFEBA7A2A}"/>
          </ac:spMkLst>
        </pc:spChg>
        <pc:spChg chg="add mod">
          <ac:chgData name="Tom Jaffrain" userId="S::tom.jaffrain@etu.cyu.fr::3465d130-e37b-4363-a46a-94c5b2166a36" providerId="AD" clId="Web-{56038839-6AA8-D437-0311-E515493DF492}" dt="2025-06-05T06:34:13.274" v="152" actId="1076"/>
          <ac:spMkLst>
            <pc:docMk/>
            <pc:sldMk cId="964759020" sldId="261"/>
            <ac:spMk id="24" creationId="{DA992022-47CA-C4C9-15EF-8F22631548D1}"/>
          </ac:spMkLst>
        </pc:spChg>
        <pc:picChg chg="add mod">
          <ac:chgData name="Tom Jaffrain" userId="S::tom.jaffrain@etu.cyu.fr::3465d130-e37b-4363-a46a-94c5b2166a36" providerId="AD" clId="Web-{56038839-6AA8-D437-0311-E515493DF492}" dt="2025-06-05T06:02:14.456" v="27" actId="1076"/>
          <ac:picMkLst>
            <pc:docMk/>
            <pc:sldMk cId="964759020" sldId="261"/>
            <ac:picMk id="7" creationId="{2772F164-2C4A-9FD4-FA15-758B5348CC29}"/>
          </ac:picMkLst>
        </pc:picChg>
        <pc:picChg chg="add mod">
          <ac:chgData name="Tom Jaffrain" userId="S::tom.jaffrain@etu.cyu.fr::3465d130-e37b-4363-a46a-94c5b2166a36" providerId="AD" clId="Web-{56038839-6AA8-D437-0311-E515493DF492}" dt="2025-06-05T06:32:24.223" v="119" actId="1076"/>
          <ac:picMkLst>
            <pc:docMk/>
            <pc:sldMk cId="964759020" sldId="261"/>
            <ac:picMk id="11" creationId="{4E83086E-BCA4-599B-2422-305029EC5ABD}"/>
          </ac:picMkLst>
        </pc:picChg>
        <pc:picChg chg="mod">
          <ac:chgData name="Tom Jaffrain" userId="S::tom.jaffrain@etu.cyu.fr::3465d130-e37b-4363-a46a-94c5b2166a36" providerId="AD" clId="Web-{56038839-6AA8-D437-0311-E515493DF492}" dt="2025-06-05T05:59:43.601" v="22" actId="1076"/>
          <ac:picMkLst>
            <pc:docMk/>
            <pc:sldMk cId="964759020" sldId="261"/>
            <ac:picMk id="17" creationId="{C5978029-FB89-29AB-4462-9825C4720171}"/>
          </ac:picMkLst>
        </pc:picChg>
        <pc:picChg chg="add mod">
          <ac:chgData name="Tom Jaffrain" userId="S::tom.jaffrain@etu.cyu.fr::3465d130-e37b-4363-a46a-94c5b2166a36" providerId="AD" clId="Web-{56038839-6AA8-D437-0311-E515493DF492}" dt="2025-06-05T06:32:36.489" v="122" actId="1076"/>
          <ac:picMkLst>
            <pc:docMk/>
            <pc:sldMk cId="964759020" sldId="261"/>
            <ac:picMk id="21" creationId="{8ECD3760-26D7-8891-FDB0-570605616CAC}"/>
          </ac:picMkLst>
        </pc:picChg>
        <pc:picChg chg="add mod">
          <ac:chgData name="Tom Jaffrain" userId="S::tom.jaffrain@etu.cyu.fr::3465d130-e37b-4363-a46a-94c5b2166a36" providerId="AD" clId="Web-{56038839-6AA8-D437-0311-E515493DF492}" dt="2025-06-05T06:34:47.650" v="160" actId="1076"/>
          <ac:picMkLst>
            <pc:docMk/>
            <pc:sldMk cId="964759020" sldId="261"/>
            <ac:picMk id="22" creationId="{C28D711D-F8C5-1801-AC7C-5217F9139F4C}"/>
          </ac:picMkLst>
        </pc:picChg>
        <pc:picChg chg="add mod">
          <ac:chgData name="Tom Jaffrain" userId="S::tom.jaffrain@etu.cyu.fr::3465d130-e37b-4363-a46a-94c5b2166a36" providerId="AD" clId="Web-{56038839-6AA8-D437-0311-E515493DF492}" dt="2025-06-05T06:34:42.572" v="159" actId="1076"/>
          <ac:picMkLst>
            <pc:docMk/>
            <pc:sldMk cId="964759020" sldId="261"/>
            <ac:picMk id="25" creationId="{5D123522-0ECA-9A82-9DAD-3C94B1F1E51D}"/>
          </ac:picMkLst>
        </pc:picChg>
      </pc:sldChg>
    </pc:docChg>
  </pc:docChgLst>
  <pc:docChgLst>
    <pc:chgData name="Tom Jaffrain" userId="S::tom.jaffrain@etu.cyu.fr::3465d130-e37b-4363-a46a-94c5b2166a36" providerId="AD" clId="Web-{3A0C56FD-8266-B2CB-D892-86534EE27DBC}"/>
    <pc:docChg chg="modSld">
      <pc:chgData name="Tom Jaffrain" userId="S::tom.jaffrain@etu.cyu.fr::3465d130-e37b-4363-a46a-94c5b2166a36" providerId="AD" clId="Web-{3A0C56FD-8266-B2CB-D892-86534EE27DBC}" dt="2025-06-10T13:15:01.226" v="8" actId="20577"/>
      <pc:docMkLst>
        <pc:docMk/>
      </pc:docMkLst>
      <pc:sldChg chg="modSp">
        <pc:chgData name="Tom Jaffrain" userId="S::tom.jaffrain@etu.cyu.fr::3465d130-e37b-4363-a46a-94c5b2166a36" providerId="AD" clId="Web-{3A0C56FD-8266-B2CB-D892-86534EE27DBC}" dt="2025-06-10T13:15:01.226" v="8" actId="20577"/>
        <pc:sldMkLst>
          <pc:docMk/>
          <pc:sldMk cId="964759020" sldId="261"/>
        </pc:sldMkLst>
        <pc:spChg chg="mod">
          <ac:chgData name="Tom Jaffrain" userId="S::tom.jaffrain@etu.cyu.fr::3465d130-e37b-4363-a46a-94c5b2166a36" providerId="AD" clId="Web-{3A0C56FD-8266-B2CB-D892-86534EE27DBC}" dt="2025-06-10T13:14:58.804" v="6" actId="20577"/>
          <ac:spMkLst>
            <pc:docMk/>
            <pc:sldMk cId="964759020" sldId="261"/>
            <ac:spMk id="3" creationId="{79EEF9FD-54EA-8C8F-D6CE-0604C1093056}"/>
          </ac:spMkLst>
        </pc:spChg>
        <pc:spChg chg="mod">
          <ac:chgData name="Tom Jaffrain" userId="S::tom.jaffrain@etu.cyu.fr::3465d130-e37b-4363-a46a-94c5b2166a36" providerId="AD" clId="Web-{3A0C56FD-8266-B2CB-D892-86534EE27DBC}" dt="2025-06-10T13:14:53.710" v="5" actId="20577"/>
          <ac:spMkLst>
            <pc:docMk/>
            <pc:sldMk cId="964759020" sldId="261"/>
            <ac:spMk id="9" creationId="{B86F17FF-E088-2437-EB49-A30BA081FDDE}"/>
          </ac:spMkLst>
        </pc:spChg>
        <pc:spChg chg="mod">
          <ac:chgData name="Tom Jaffrain" userId="S::tom.jaffrain@etu.cyu.fr::3465d130-e37b-4363-a46a-94c5b2166a36" providerId="AD" clId="Web-{3A0C56FD-8266-B2CB-D892-86534EE27DBC}" dt="2025-06-10T13:14:44.882" v="2" actId="20577"/>
          <ac:spMkLst>
            <pc:docMk/>
            <pc:sldMk cId="964759020" sldId="261"/>
            <ac:spMk id="12" creationId="{93B2E36E-BE7E-B11B-2E04-F0455E712857}"/>
          </ac:spMkLst>
        </pc:spChg>
        <pc:spChg chg="mod">
          <ac:chgData name="Tom Jaffrain" userId="S::tom.jaffrain@etu.cyu.fr::3465d130-e37b-4363-a46a-94c5b2166a36" providerId="AD" clId="Web-{3A0C56FD-8266-B2CB-D892-86534EE27DBC}" dt="2025-06-10T13:15:01.226" v="8" actId="20577"/>
          <ac:spMkLst>
            <pc:docMk/>
            <pc:sldMk cId="964759020" sldId="261"/>
            <ac:spMk id="18" creationId="{3F1728D2-7884-6A3D-1A7C-84DBE63963AE}"/>
          </ac:spMkLst>
        </pc:spChg>
      </pc:sldChg>
    </pc:docChg>
  </pc:docChgLst>
  <pc:docChgLst>
    <pc:chgData name="Myriam Bensaid" userId="6732edbd-cc17-4b25-8fa6-040ea5375654" providerId="ADAL" clId="{4109DC55-63F4-4DE6-80D0-92457929DA0F}"/>
    <pc:docChg chg="undo redo custSel addSld delSld modSld sldOrd modMainMaster">
      <pc:chgData name="Myriam Bensaid" userId="6732edbd-cc17-4b25-8fa6-040ea5375654" providerId="ADAL" clId="{4109DC55-63F4-4DE6-80D0-92457929DA0F}" dt="2025-05-28T13:00:34.422" v="1481" actId="478"/>
      <pc:docMkLst>
        <pc:docMk/>
      </pc:docMkLst>
      <pc:sldChg chg="addSp delSp modSp mod modTransition modNotesTx">
        <pc:chgData name="Myriam Bensaid" userId="6732edbd-cc17-4b25-8fa6-040ea5375654" providerId="ADAL" clId="{4109DC55-63F4-4DE6-80D0-92457929DA0F}" dt="2025-05-28T12:59:27.997" v="1459" actId="1038"/>
        <pc:sldMkLst>
          <pc:docMk/>
          <pc:sldMk cId="3784089036" sldId="256"/>
        </pc:sldMkLst>
        <pc:spChg chg="add mod">
          <ac:chgData name="Myriam Bensaid" userId="6732edbd-cc17-4b25-8fa6-040ea5375654" providerId="ADAL" clId="{4109DC55-63F4-4DE6-80D0-92457929DA0F}" dt="2025-05-28T12:59:27.997" v="1459" actId="1038"/>
          <ac:spMkLst>
            <pc:docMk/>
            <pc:sldMk cId="3784089036" sldId="256"/>
            <ac:spMk id="6" creationId="{31C9FB3D-D08C-0815-E7FC-1406F5181A8A}"/>
          </ac:spMkLst>
        </pc:spChg>
        <pc:picChg chg="add mod ord">
          <ac:chgData name="Myriam Bensaid" userId="6732edbd-cc17-4b25-8fa6-040ea5375654" providerId="ADAL" clId="{4109DC55-63F4-4DE6-80D0-92457929DA0F}" dt="2025-05-20T07:55:43.309" v="1385" actId="170"/>
          <ac:picMkLst>
            <pc:docMk/>
            <pc:sldMk cId="3784089036" sldId="256"/>
            <ac:picMk id="4" creationId="{32424431-87B3-20C2-9596-821300FFD8E3}"/>
          </ac:picMkLst>
        </pc:picChg>
        <pc:picChg chg="add mod ord">
          <ac:chgData name="Myriam Bensaid" userId="6732edbd-cc17-4b25-8fa6-040ea5375654" providerId="ADAL" clId="{4109DC55-63F4-4DE6-80D0-92457929DA0F}" dt="2025-05-20T07:55:43.309" v="1385" actId="170"/>
          <ac:picMkLst>
            <pc:docMk/>
            <pc:sldMk cId="3784089036" sldId="256"/>
            <ac:picMk id="5" creationId="{18E1BC27-2DC8-A092-6157-AFCEBAF6E8EF}"/>
          </ac:picMkLst>
        </pc:picChg>
        <pc:picChg chg="add del">
          <ac:chgData name="Myriam Bensaid" userId="6732edbd-cc17-4b25-8fa6-040ea5375654" providerId="ADAL" clId="{4109DC55-63F4-4DE6-80D0-92457929DA0F}" dt="2025-05-20T09:47:47.906" v="1423" actId="478"/>
          <ac:picMkLst>
            <pc:docMk/>
            <pc:sldMk cId="3784089036" sldId="256"/>
            <ac:picMk id="7" creationId="{55F952E4-955F-8A0A-4F32-18478370EF8D}"/>
          </ac:picMkLst>
        </pc:picChg>
        <pc:picChg chg="add mod ord">
          <ac:chgData name="Myriam Bensaid" userId="6732edbd-cc17-4b25-8fa6-040ea5375654" providerId="ADAL" clId="{4109DC55-63F4-4DE6-80D0-92457929DA0F}" dt="2025-05-16T11:46:56.760" v="1362" actId="167"/>
          <ac:picMkLst>
            <pc:docMk/>
            <pc:sldMk cId="3784089036" sldId="256"/>
            <ac:picMk id="15" creationId="{6C393093-CE55-F412-5B24-9D514328E3BC}"/>
          </ac:picMkLst>
        </pc:picChg>
      </pc:sldChg>
      <pc:sldChg chg="addSp delSp modSp mod modTransition modNotesTx">
        <pc:chgData name="Myriam Bensaid" userId="6732edbd-cc17-4b25-8fa6-040ea5375654" providerId="ADAL" clId="{4109DC55-63F4-4DE6-80D0-92457929DA0F}" dt="2025-05-28T12:59:35.557" v="1460"/>
        <pc:sldMkLst>
          <pc:docMk/>
          <pc:sldMk cId="2747738135" sldId="257"/>
        </pc:sldMkLst>
        <pc:spChg chg="mod">
          <ac:chgData name="Myriam Bensaid" userId="6732edbd-cc17-4b25-8fa6-040ea5375654" providerId="ADAL" clId="{4109DC55-63F4-4DE6-80D0-92457929DA0F}" dt="2025-05-16T10:41:12.876" v="796" actId="207"/>
          <ac:spMkLst>
            <pc:docMk/>
            <pc:sldMk cId="2747738135" sldId="257"/>
            <ac:spMk id="2" creationId="{B795DD2E-8DA8-00D9-D8AD-A43EAFF5E2EE}"/>
          </ac:spMkLst>
        </pc:spChg>
        <pc:spChg chg="add mod">
          <ac:chgData name="Myriam Bensaid" userId="6732edbd-cc17-4b25-8fa6-040ea5375654" providerId="ADAL" clId="{4109DC55-63F4-4DE6-80D0-92457929DA0F}" dt="2025-05-16T11:14:31.742" v="1360" actId="20577"/>
          <ac:spMkLst>
            <pc:docMk/>
            <pc:sldMk cId="2747738135" sldId="257"/>
            <ac:spMk id="3" creationId="{C0F4B379-740F-DE6B-0DCC-7B24290E29AE}"/>
          </ac:spMkLst>
        </pc:spChg>
        <pc:spChg chg="add mod">
          <ac:chgData name="Myriam Bensaid" userId="6732edbd-cc17-4b25-8fa6-040ea5375654" providerId="ADAL" clId="{4109DC55-63F4-4DE6-80D0-92457929DA0F}" dt="2025-05-28T12:59:35.557" v="1460"/>
          <ac:spMkLst>
            <pc:docMk/>
            <pc:sldMk cId="2747738135" sldId="257"/>
            <ac:spMk id="6" creationId="{1ED40E9E-5399-FCEE-D6D1-4AB8ACEA16B5}"/>
          </ac:spMkLst>
        </pc:spChg>
        <pc:spChg chg="add mod ord">
          <ac:chgData name="Myriam Bensaid" userId="6732edbd-cc17-4b25-8fa6-040ea5375654" providerId="ADAL" clId="{4109DC55-63F4-4DE6-80D0-92457929DA0F}" dt="2025-05-16T13:25:23.366" v="1380" actId="14100"/>
          <ac:spMkLst>
            <pc:docMk/>
            <pc:sldMk cId="2747738135" sldId="257"/>
            <ac:spMk id="10" creationId="{B0273E22-C0E2-FC1C-4FA1-2344E35C9AE4}"/>
          </ac:spMkLst>
        </pc:spChg>
        <pc:picChg chg="add mod ord">
          <ac:chgData name="Myriam Bensaid" userId="6732edbd-cc17-4b25-8fa6-040ea5375654" providerId="ADAL" clId="{4109DC55-63F4-4DE6-80D0-92457929DA0F}" dt="2025-05-16T10:14:07.235" v="349" actId="167"/>
          <ac:picMkLst>
            <pc:docMk/>
            <pc:sldMk cId="2747738135" sldId="257"/>
            <ac:picMk id="4" creationId="{D0DCCCB2-FFB2-DC5D-CB6F-6C29C231F163}"/>
          </ac:picMkLst>
        </pc:picChg>
        <pc:picChg chg="mod">
          <ac:chgData name="Myriam Bensaid" userId="6732edbd-cc17-4b25-8fa6-040ea5375654" providerId="ADAL" clId="{4109DC55-63F4-4DE6-80D0-92457929DA0F}" dt="2025-05-16T10:14:13.811" v="350"/>
          <ac:picMkLst>
            <pc:docMk/>
            <pc:sldMk cId="2747738135" sldId="257"/>
            <ac:picMk id="7" creationId="{9A2BE67D-2C9B-A472-7F01-3622E5CBA413}"/>
          </ac:picMkLst>
        </pc:picChg>
        <pc:picChg chg="mod">
          <ac:chgData name="Myriam Bensaid" userId="6732edbd-cc17-4b25-8fa6-040ea5375654" providerId="ADAL" clId="{4109DC55-63F4-4DE6-80D0-92457929DA0F}" dt="2025-05-16T10:14:13.811" v="350"/>
          <ac:picMkLst>
            <pc:docMk/>
            <pc:sldMk cId="2747738135" sldId="257"/>
            <ac:picMk id="8" creationId="{AEE63AE5-E744-3A3A-3B55-C5195431B617}"/>
          </ac:picMkLst>
        </pc:picChg>
      </pc:sldChg>
      <pc:sldChg chg="addSp delSp modSp mod modTransition">
        <pc:chgData name="Myriam Bensaid" userId="6732edbd-cc17-4b25-8fa6-040ea5375654" providerId="ADAL" clId="{4109DC55-63F4-4DE6-80D0-92457929DA0F}" dt="2025-05-28T12:59:39.211" v="1462"/>
        <pc:sldMkLst>
          <pc:docMk/>
          <pc:sldMk cId="3497336989" sldId="258"/>
        </pc:sldMkLst>
      </pc:sldChg>
      <pc:sldChg chg="addSp delSp modSp mod modTransition">
        <pc:chgData name="Myriam Bensaid" userId="6732edbd-cc17-4b25-8fa6-040ea5375654" providerId="ADAL" clId="{4109DC55-63F4-4DE6-80D0-92457929DA0F}" dt="2025-05-28T12:59:41.243" v="1463"/>
        <pc:sldMkLst>
          <pc:docMk/>
          <pc:sldMk cId="3287384019" sldId="259"/>
        </pc:sldMkLst>
      </pc:sldChg>
      <pc:sldChg chg="addSp delSp modSp mod modTransition">
        <pc:chgData name="Myriam Bensaid" userId="6732edbd-cc17-4b25-8fa6-040ea5375654" providerId="ADAL" clId="{4109DC55-63F4-4DE6-80D0-92457929DA0F}" dt="2025-05-28T12:59:47.394" v="1465"/>
        <pc:sldMkLst>
          <pc:docMk/>
          <pc:sldMk cId="3179145733" sldId="260"/>
        </pc:sldMkLst>
        <pc:spChg chg="add mod">
          <ac:chgData name="Myriam Bensaid" userId="6732edbd-cc17-4b25-8fa6-040ea5375654" providerId="ADAL" clId="{4109DC55-63F4-4DE6-80D0-92457929DA0F}" dt="2025-05-28T12:59:47.394" v="1465"/>
          <ac:spMkLst>
            <pc:docMk/>
            <pc:sldMk cId="3179145733" sldId="260"/>
            <ac:spMk id="9" creationId="{5FCE8292-F078-C1ED-7809-5ACE62104D04}"/>
          </ac:spMkLst>
        </pc:spChg>
        <pc:spChg chg="add mod ord">
          <ac:chgData name="Myriam Bensaid" userId="6732edbd-cc17-4b25-8fa6-040ea5375654" providerId="ADAL" clId="{4109DC55-63F4-4DE6-80D0-92457929DA0F}" dt="2025-05-16T10:46:24.573" v="846" actId="14100"/>
          <ac:spMkLst>
            <pc:docMk/>
            <pc:sldMk cId="3179145733" sldId="260"/>
            <ac:spMk id="10" creationId="{6373EE6E-C87F-ED88-35B7-F7522A9B6416}"/>
          </ac:spMkLst>
        </pc:spChg>
        <pc:picChg chg="mod">
          <ac:chgData name="Myriam Bensaid" userId="6732edbd-cc17-4b25-8fa6-040ea5375654" providerId="ADAL" clId="{4109DC55-63F4-4DE6-80D0-92457929DA0F}" dt="2025-05-16T10:15:25.139" v="365"/>
          <ac:picMkLst>
            <pc:docMk/>
            <pc:sldMk cId="3179145733" sldId="260"/>
            <ac:picMk id="4" creationId="{82E3BF42-7A0E-581A-F0DB-BA9A44EE3AAC}"/>
          </ac:picMkLst>
        </pc:picChg>
        <pc:picChg chg="mod">
          <ac:chgData name="Myriam Bensaid" userId="6732edbd-cc17-4b25-8fa6-040ea5375654" providerId="ADAL" clId="{4109DC55-63F4-4DE6-80D0-92457929DA0F}" dt="2025-05-16T10:15:25.139" v="365"/>
          <ac:picMkLst>
            <pc:docMk/>
            <pc:sldMk cId="3179145733" sldId="260"/>
            <ac:picMk id="5" creationId="{FA6DE95D-5232-3E3B-1B10-30498B158310}"/>
          </ac:picMkLst>
        </pc:picChg>
        <pc:picChg chg="add mod ord">
          <ac:chgData name="Myriam Bensaid" userId="6732edbd-cc17-4b25-8fa6-040ea5375654" providerId="ADAL" clId="{4109DC55-63F4-4DE6-80D0-92457929DA0F}" dt="2025-05-16T10:15:17.253" v="364" actId="167"/>
          <ac:picMkLst>
            <pc:docMk/>
            <pc:sldMk cId="3179145733" sldId="260"/>
            <ac:picMk id="6" creationId="{73F0BED5-23B3-86BE-90AD-7FE358027CA5}"/>
          </ac:picMkLst>
        </pc:picChg>
      </pc:sldChg>
      <pc:sldChg chg="addSp delSp modSp mod modTransition">
        <pc:chgData name="Myriam Bensaid" userId="6732edbd-cc17-4b25-8fa6-040ea5375654" providerId="ADAL" clId="{4109DC55-63F4-4DE6-80D0-92457929DA0F}" dt="2025-05-28T12:59:49.401" v="1466"/>
        <pc:sldMkLst>
          <pc:docMk/>
          <pc:sldMk cId="964759020" sldId="261"/>
        </pc:sldMkLst>
        <pc:spChg chg="mod">
          <ac:chgData name="Myriam Bensaid" userId="6732edbd-cc17-4b25-8fa6-040ea5375654" providerId="ADAL" clId="{4109DC55-63F4-4DE6-80D0-92457929DA0F}" dt="2025-05-16T10:43:27.556" v="823" actId="207"/>
          <ac:spMkLst>
            <pc:docMk/>
            <pc:sldMk cId="964759020" sldId="261"/>
            <ac:spMk id="2" creationId="{02986AA0-88F8-8FE4-6D20-ED3656B191A4}"/>
          </ac:spMkLst>
        </pc:spChg>
        <pc:spChg chg="add mod">
          <ac:chgData name="Myriam Bensaid" userId="6732edbd-cc17-4b25-8fa6-040ea5375654" providerId="ADAL" clId="{4109DC55-63F4-4DE6-80D0-92457929DA0F}" dt="2025-05-28T12:59:49.401" v="1466"/>
          <ac:spMkLst>
            <pc:docMk/>
            <pc:sldMk cId="964759020" sldId="261"/>
            <ac:spMk id="8" creationId="{94F59C96-CEC7-83A1-598E-ACD725C7717C}"/>
          </ac:spMkLst>
        </pc:spChg>
        <pc:spChg chg="add mod ord">
          <ac:chgData name="Myriam Bensaid" userId="6732edbd-cc17-4b25-8fa6-040ea5375654" providerId="ADAL" clId="{4109DC55-63F4-4DE6-80D0-92457929DA0F}" dt="2025-05-16T10:46:31.165" v="847" actId="14100"/>
          <ac:spMkLst>
            <pc:docMk/>
            <pc:sldMk cId="964759020" sldId="261"/>
            <ac:spMk id="10" creationId="{DD65A6B5-A6DF-6A28-D8FD-598B60090692}"/>
          </ac:spMkLst>
        </pc:spChg>
        <pc:picChg chg="mod">
          <ac:chgData name="Myriam Bensaid" userId="6732edbd-cc17-4b25-8fa6-040ea5375654" providerId="ADAL" clId="{4109DC55-63F4-4DE6-80D0-92457929DA0F}" dt="2025-05-16T10:15:32.588" v="366"/>
          <ac:picMkLst>
            <pc:docMk/>
            <pc:sldMk cId="964759020" sldId="261"/>
            <ac:picMk id="4" creationId="{A24024A3-2FE5-44BA-B82B-1D8F0330E2C5}"/>
          </ac:picMkLst>
        </pc:picChg>
        <pc:picChg chg="mod">
          <ac:chgData name="Myriam Bensaid" userId="6732edbd-cc17-4b25-8fa6-040ea5375654" providerId="ADAL" clId="{4109DC55-63F4-4DE6-80D0-92457929DA0F}" dt="2025-05-16T10:15:32.588" v="366"/>
          <ac:picMkLst>
            <pc:docMk/>
            <pc:sldMk cId="964759020" sldId="261"/>
            <ac:picMk id="5" creationId="{2BE4C435-B5A7-2BF5-AD60-0090CBDFB48F}"/>
          </ac:picMkLst>
        </pc:picChg>
        <pc:picChg chg="add mod ord">
          <ac:chgData name="Myriam Bensaid" userId="6732edbd-cc17-4b25-8fa6-040ea5375654" providerId="ADAL" clId="{4109DC55-63F4-4DE6-80D0-92457929DA0F}" dt="2025-05-16T10:15:36.557" v="368" actId="167"/>
          <ac:picMkLst>
            <pc:docMk/>
            <pc:sldMk cId="964759020" sldId="261"/>
            <ac:picMk id="6" creationId="{5108283F-C7D8-4BE1-8AB3-242E08C488B2}"/>
          </ac:picMkLst>
        </pc:picChg>
      </pc:sldChg>
      <pc:sldChg chg="addSp delSp modSp mod modTransition">
        <pc:chgData name="Myriam Bensaid" userId="6732edbd-cc17-4b25-8fa6-040ea5375654" providerId="ADAL" clId="{4109DC55-63F4-4DE6-80D0-92457929DA0F}" dt="2025-05-28T12:59:51.718" v="1467"/>
        <pc:sldMkLst>
          <pc:docMk/>
          <pc:sldMk cId="1876133328" sldId="263"/>
        </pc:sldMkLst>
        <pc:spChg chg="mod">
          <ac:chgData name="Myriam Bensaid" userId="6732edbd-cc17-4b25-8fa6-040ea5375654" providerId="ADAL" clId="{4109DC55-63F4-4DE6-80D0-92457929DA0F}" dt="2025-05-16T10:43:48.879" v="830" actId="207"/>
          <ac:spMkLst>
            <pc:docMk/>
            <pc:sldMk cId="1876133328" sldId="263"/>
            <ac:spMk id="2" creationId="{37EA3F49-9A50-A15D-E2EB-16646E8B3EC6}"/>
          </ac:spMkLst>
        </pc:spChg>
        <pc:spChg chg="mod">
          <ac:chgData name="Myriam Bensaid" userId="6732edbd-cc17-4b25-8fa6-040ea5375654" providerId="ADAL" clId="{4109DC55-63F4-4DE6-80D0-92457929DA0F}" dt="2025-05-16T10:43:48.879" v="830" actId="207"/>
          <ac:spMkLst>
            <pc:docMk/>
            <pc:sldMk cId="1876133328" sldId="263"/>
            <ac:spMk id="3" creationId="{1332E0F8-DFC6-D437-14C1-61D7C3C2730F}"/>
          </ac:spMkLst>
        </pc:spChg>
        <pc:spChg chg="add mod">
          <ac:chgData name="Myriam Bensaid" userId="6732edbd-cc17-4b25-8fa6-040ea5375654" providerId="ADAL" clId="{4109DC55-63F4-4DE6-80D0-92457929DA0F}" dt="2025-05-28T12:59:51.718" v="1467"/>
          <ac:spMkLst>
            <pc:docMk/>
            <pc:sldMk cId="1876133328" sldId="263"/>
            <ac:spMk id="8" creationId="{D11809AF-0350-EACF-DFF8-B909B03B7613}"/>
          </ac:spMkLst>
        </pc:spChg>
        <pc:spChg chg="add mod ord">
          <ac:chgData name="Myriam Bensaid" userId="6732edbd-cc17-4b25-8fa6-040ea5375654" providerId="ADAL" clId="{4109DC55-63F4-4DE6-80D0-92457929DA0F}" dt="2025-05-16T10:46:36.867" v="848" actId="14100"/>
          <ac:spMkLst>
            <pc:docMk/>
            <pc:sldMk cId="1876133328" sldId="263"/>
            <ac:spMk id="9" creationId="{C7B50E9F-6537-8747-A1AE-BC1C98C86CC1}"/>
          </ac:spMkLst>
        </pc:spChg>
        <pc:picChg chg="mod">
          <ac:chgData name="Myriam Bensaid" userId="6732edbd-cc17-4b25-8fa6-040ea5375654" providerId="ADAL" clId="{4109DC55-63F4-4DE6-80D0-92457929DA0F}" dt="2025-05-16T10:15:49.941" v="371"/>
          <ac:picMkLst>
            <pc:docMk/>
            <pc:sldMk cId="1876133328" sldId="263"/>
            <ac:picMk id="4" creationId="{8B308EE6-3415-ED7E-A261-B636D7E22E9B}"/>
          </ac:picMkLst>
        </pc:picChg>
        <pc:picChg chg="mod">
          <ac:chgData name="Myriam Bensaid" userId="6732edbd-cc17-4b25-8fa6-040ea5375654" providerId="ADAL" clId="{4109DC55-63F4-4DE6-80D0-92457929DA0F}" dt="2025-05-16T10:15:49.941" v="371"/>
          <ac:picMkLst>
            <pc:docMk/>
            <pc:sldMk cId="1876133328" sldId="263"/>
            <ac:picMk id="5" creationId="{43CC9BB5-2590-E1C9-0146-78EF31617939}"/>
          </ac:picMkLst>
        </pc:picChg>
        <pc:picChg chg="add mod ord">
          <ac:chgData name="Myriam Bensaid" userId="6732edbd-cc17-4b25-8fa6-040ea5375654" providerId="ADAL" clId="{4109DC55-63F4-4DE6-80D0-92457929DA0F}" dt="2025-05-16T10:15:42.505" v="370" actId="167"/>
          <ac:picMkLst>
            <pc:docMk/>
            <pc:sldMk cId="1876133328" sldId="263"/>
            <ac:picMk id="6" creationId="{D74E0AE5-DAAD-7427-011E-E1C97623E02C}"/>
          </ac:picMkLst>
        </pc:picChg>
      </pc:sldChg>
      <pc:sldChg chg="addSp delSp modSp mod modTransition">
        <pc:chgData name="Myriam Bensaid" userId="6732edbd-cc17-4b25-8fa6-040ea5375654" providerId="ADAL" clId="{4109DC55-63F4-4DE6-80D0-92457929DA0F}" dt="2025-05-28T13:00:00.490" v="1469"/>
        <pc:sldMkLst>
          <pc:docMk/>
          <pc:sldMk cId="1007892645" sldId="264"/>
        </pc:sldMkLst>
        <pc:spChg chg="mod">
          <ac:chgData name="Myriam Bensaid" userId="6732edbd-cc17-4b25-8fa6-040ea5375654" providerId="ADAL" clId="{4109DC55-63F4-4DE6-80D0-92457929DA0F}" dt="2025-05-16T10:46:48.573" v="849" actId="207"/>
          <ac:spMkLst>
            <pc:docMk/>
            <pc:sldMk cId="1007892645" sldId="264"/>
            <ac:spMk id="2" creationId="{98D36A97-A078-A963-8D60-293C715D7846}"/>
          </ac:spMkLst>
        </pc:spChg>
        <pc:spChg chg="mod">
          <ac:chgData name="Myriam Bensaid" userId="6732edbd-cc17-4b25-8fa6-040ea5375654" providerId="ADAL" clId="{4109DC55-63F4-4DE6-80D0-92457929DA0F}" dt="2025-05-16T10:46:48.573" v="849" actId="207"/>
          <ac:spMkLst>
            <pc:docMk/>
            <pc:sldMk cId="1007892645" sldId="264"/>
            <ac:spMk id="3" creationId="{0EB42B8E-31EC-E928-C8B8-48D5BCF2577B}"/>
          </ac:spMkLst>
        </pc:spChg>
        <pc:spChg chg="add mod">
          <ac:chgData name="Myriam Bensaid" userId="6732edbd-cc17-4b25-8fa6-040ea5375654" providerId="ADAL" clId="{4109DC55-63F4-4DE6-80D0-92457929DA0F}" dt="2025-05-28T13:00:00.490" v="1469"/>
          <ac:spMkLst>
            <pc:docMk/>
            <pc:sldMk cId="1007892645" sldId="264"/>
            <ac:spMk id="8" creationId="{E4D52260-BE38-6F74-76EC-FE2FCE7FCDD1}"/>
          </ac:spMkLst>
        </pc:spChg>
        <pc:spChg chg="add mod ord">
          <ac:chgData name="Myriam Bensaid" userId="6732edbd-cc17-4b25-8fa6-040ea5375654" providerId="ADAL" clId="{4109DC55-63F4-4DE6-80D0-92457929DA0F}" dt="2025-05-16T10:47:01.320" v="853" actId="14100"/>
          <ac:spMkLst>
            <pc:docMk/>
            <pc:sldMk cId="1007892645" sldId="264"/>
            <ac:spMk id="9" creationId="{30C56D77-A44A-529C-73EE-89FB50FBD6E5}"/>
          </ac:spMkLst>
        </pc:spChg>
        <pc:picChg chg="mod">
          <ac:chgData name="Myriam Bensaid" userId="6732edbd-cc17-4b25-8fa6-040ea5375654" providerId="ADAL" clId="{4109DC55-63F4-4DE6-80D0-92457929DA0F}" dt="2025-05-16T10:20:41.842" v="428"/>
          <ac:picMkLst>
            <pc:docMk/>
            <pc:sldMk cId="1007892645" sldId="264"/>
            <ac:picMk id="4" creationId="{886B8F1D-6C3E-4CC3-CE78-148582FDDD45}"/>
          </ac:picMkLst>
        </pc:picChg>
        <pc:picChg chg="mod">
          <ac:chgData name="Myriam Bensaid" userId="6732edbd-cc17-4b25-8fa6-040ea5375654" providerId="ADAL" clId="{4109DC55-63F4-4DE6-80D0-92457929DA0F}" dt="2025-05-16T10:20:41.842" v="428"/>
          <ac:picMkLst>
            <pc:docMk/>
            <pc:sldMk cId="1007892645" sldId="264"/>
            <ac:picMk id="5" creationId="{B8CDE003-8505-3F58-37A2-050EB005BF0B}"/>
          </ac:picMkLst>
        </pc:picChg>
        <pc:picChg chg="add mod ord">
          <ac:chgData name="Myriam Bensaid" userId="6732edbd-cc17-4b25-8fa6-040ea5375654" providerId="ADAL" clId="{4109DC55-63F4-4DE6-80D0-92457929DA0F}" dt="2025-05-16T10:16:03.228" v="375" actId="167"/>
          <ac:picMkLst>
            <pc:docMk/>
            <pc:sldMk cId="1007892645" sldId="264"/>
            <ac:picMk id="6" creationId="{E4C065CC-ECF5-87D6-34E5-8D870FAB3D4F}"/>
          </ac:picMkLst>
        </pc:picChg>
      </pc:sldChg>
      <pc:sldChg chg="addSp delSp modSp del mod modTransition">
        <pc:chgData name="Myriam Bensaid" userId="6732edbd-cc17-4b25-8fa6-040ea5375654" providerId="ADAL" clId="{4109DC55-63F4-4DE6-80D0-92457929DA0F}" dt="2025-05-16T11:07:41.991" v="1217" actId="47"/>
        <pc:sldMkLst>
          <pc:docMk/>
          <pc:sldMk cId="398091348" sldId="265"/>
        </pc:sldMkLst>
      </pc:sldChg>
      <pc:sldChg chg="addSp delSp modSp mod modTransition modNotesTx">
        <pc:chgData name="Myriam Bensaid" userId="6732edbd-cc17-4b25-8fa6-040ea5375654" providerId="ADAL" clId="{4109DC55-63F4-4DE6-80D0-92457929DA0F}" dt="2025-05-28T13:00:05.964" v="1472"/>
        <pc:sldMkLst>
          <pc:docMk/>
          <pc:sldMk cId="1466491715" sldId="266"/>
        </pc:sldMkLst>
        <pc:spChg chg="add mod">
          <ac:chgData name="Myriam Bensaid" userId="6732edbd-cc17-4b25-8fa6-040ea5375654" providerId="ADAL" clId="{4109DC55-63F4-4DE6-80D0-92457929DA0F}" dt="2025-05-28T13:00:05.964" v="1472"/>
          <ac:spMkLst>
            <pc:docMk/>
            <pc:sldMk cId="1466491715" sldId="266"/>
            <ac:spMk id="3" creationId="{6012E2CF-4B81-BF9A-80AD-1F20695BFD06}"/>
          </ac:spMkLst>
        </pc:spChg>
        <pc:spChg chg="add mod ord">
          <ac:chgData name="Myriam Bensaid" userId="6732edbd-cc17-4b25-8fa6-040ea5375654" providerId="ADAL" clId="{4109DC55-63F4-4DE6-80D0-92457929DA0F}" dt="2025-05-16T10:49:48.509" v="912" actId="14100"/>
          <ac:spMkLst>
            <pc:docMk/>
            <pc:sldMk cId="1466491715" sldId="266"/>
            <ac:spMk id="8" creationId="{1394DC0A-1C2E-4609-2C73-E4A436F66440}"/>
          </ac:spMkLst>
        </pc:spChg>
        <pc:picChg chg="add mod ord">
          <ac:chgData name="Myriam Bensaid" userId="6732edbd-cc17-4b25-8fa6-040ea5375654" providerId="ADAL" clId="{4109DC55-63F4-4DE6-80D0-92457929DA0F}" dt="2025-05-20T09:45:16.539" v="1421" actId="170"/>
          <ac:picMkLst>
            <pc:docMk/>
            <pc:sldMk cId="1466491715" sldId="266"/>
            <ac:picMk id="2" creationId="{58CA5526-73DA-239A-0AB6-AD96D0337CA1}"/>
          </ac:picMkLst>
        </pc:picChg>
        <pc:picChg chg="mod">
          <ac:chgData name="Myriam Bensaid" userId="6732edbd-cc17-4b25-8fa6-040ea5375654" providerId="ADAL" clId="{4109DC55-63F4-4DE6-80D0-92457929DA0F}" dt="2025-05-16T10:19:50.760" v="421"/>
          <ac:picMkLst>
            <pc:docMk/>
            <pc:sldMk cId="1466491715" sldId="266"/>
            <ac:picMk id="4" creationId="{45C78A00-5CC0-B0AF-97B4-7EEFC4B7012F}"/>
          </ac:picMkLst>
        </pc:picChg>
        <pc:picChg chg="add mod ord">
          <ac:chgData name="Myriam Bensaid" userId="6732edbd-cc17-4b25-8fa6-040ea5375654" providerId="ADAL" clId="{4109DC55-63F4-4DE6-80D0-92457929DA0F}" dt="2025-05-16T10:17:10.605" v="392" actId="167"/>
          <ac:picMkLst>
            <pc:docMk/>
            <pc:sldMk cId="1466491715" sldId="266"/>
            <ac:picMk id="5" creationId="{38CBD363-705A-DCB2-1E7E-E45F43BC0A91}"/>
          </ac:picMkLst>
        </pc:picChg>
      </pc:sldChg>
      <pc:sldChg chg="addSp modSp mod modTransition">
        <pc:chgData name="Myriam Bensaid" userId="6732edbd-cc17-4b25-8fa6-040ea5375654" providerId="ADAL" clId="{4109DC55-63F4-4DE6-80D0-92457929DA0F}" dt="2025-05-28T13:00:10.443" v="1474"/>
        <pc:sldMkLst>
          <pc:docMk/>
          <pc:sldMk cId="3106357947" sldId="269"/>
        </pc:sldMkLst>
        <pc:spChg chg="mod">
          <ac:chgData name="Myriam Bensaid" userId="6732edbd-cc17-4b25-8fa6-040ea5375654" providerId="ADAL" clId="{4109DC55-63F4-4DE6-80D0-92457929DA0F}" dt="2025-05-16T10:50:41.217" v="932" actId="207"/>
          <ac:spMkLst>
            <pc:docMk/>
            <pc:sldMk cId="3106357947" sldId="269"/>
            <ac:spMk id="2" creationId="{3D52B480-FFEE-1C9B-E56F-DABF44392FB5}"/>
          </ac:spMkLst>
        </pc:spChg>
        <pc:spChg chg="add mod">
          <ac:chgData name="Myriam Bensaid" userId="6732edbd-cc17-4b25-8fa6-040ea5375654" providerId="ADAL" clId="{4109DC55-63F4-4DE6-80D0-92457929DA0F}" dt="2025-05-28T13:00:10.443" v="1474"/>
          <ac:spMkLst>
            <pc:docMk/>
            <pc:sldMk cId="3106357947" sldId="269"/>
            <ac:spMk id="6" creationId="{0BEFEFA9-50ED-3814-4DB2-8104411A1633}"/>
          </ac:spMkLst>
        </pc:spChg>
        <pc:spChg chg="add mod ord">
          <ac:chgData name="Myriam Bensaid" userId="6732edbd-cc17-4b25-8fa6-040ea5375654" providerId="ADAL" clId="{4109DC55-63F4-4DE6-80D0-92457929DA0F}" dt="2025-05-16T10:50:56.479" v="936" actId="171"/>
          <ac:spMkLst>
            <pc:docMk/>
            <pc:sldMk cId="3106357947" sldId="269"/>
            <ac:spMk id="10" creationId="{A8DB0D5E-91E7-A168-C33B-A2E5B4298E1F}"/>
          </ac:spMkLst>
        </pc:spChg>
        <pc:picChg chg="mod">
          <ac:chgData name="Myriam Bensaid" userId="6732edbd-cc17-4b25-8fa6-040ea5375654" providerId="ADAL" clId="{4109DC55-63F4-4DE6-80D0-92457929DA0F}" dt="2025-05-16T10:13:50.442" v="347"/>
          <ac:picMkLst>
            <pc:docMk/>
            <pc:sldMk cId="3106357947" sldId="269"/>
            <ac:picMk id="3" creationId="{0F82FC74-DDF8-BDC9-8F6C-3DA8E2A870F7}"/>
          </ac:picMkLst>
        </pc:picChg>
        <pc:picChg chg="mod">
          <ac:chgData name="Myriam Bensaid" userId="6732edbd-cc17-4b25-8fa6-040ea5375654" providerId="ADAL" clId="{4109DC55-63F4-4DE6-80D0-92457929DA0F}" dt="2025-05-16T11:12:36.644" v="1305" actId="1076"/>
          <ac:picMkLst>
            <pc:docMk/>
            <pc:sldMk cId="3106357947" sldId="269"/>
            <ac:picMk id="4" creationId="{EAA35AC4-7A37-2F6E-5A3F-AA331D6C2618}"/>
          </ac:picMkLst>
        </pc:picChg>
        <pc:picChg chg="mod">
          <ac:chgData name="Myriam Bensaid" userId="6732edbd-cc17-4b25-8fa6-040ea5375654" providerId="ADAL" clId="{4109DC55-63F4-4DE6-80D0-92457929DA0F}" dt="2025-05-16T10:13:50.442" v="347"/>
          <ac:picMkLst>
            <pc:docMk/>
            <pc:sldMk cId="3106357947" sldId="269"/>
            <ac:picMk id="5" creationId="{D1BD0679-032D-6430-6611-C0A0801656DF}"/>
          </ac:picMkLst>
        </pc:picChg>
        <pc:picChg chg="add mod ord">
          <ac:chgData name="Myriam Bensaid" userId="6732edbd-cc17-4b25-8fa6-040ea5375654" providerId="ADAL" clId="{4109DC55-63F4-4DE6-80D0-92457929DA0F}" dt="2025-05-16T10:13:42.323" v="346"/>
          <ac:picMkLst>
            <pc:docMk/>
            <pc:sldMk cId="3106357947" sldId="269"/>
            <ac:picMk id="7" creationId="{4A716026-3D3F-062E-D5D2-A33AD92D04DE}"/>
          </ac:picMkLst>
        </pc:picChg>
      </pc:sldChg>
      <pc:sldChg chg="addSp modSp mod modTransition">
        <pc:chgData name="Myriam Bensaid" userId="6732edbd-cc17-4b25-8fa6-040ea5375654" providerId="ADAL" clId="{4109DC55-63F4-4DE6-80D0-92457929DA0F}" dt="2025-05-28T13:00:02.521" v="1470"/>
        <pc:sldMkLst>
          <pc:docMk/>
          <pc:sldMk cId="2848038673" sldId="270"/>
        </pc:sldMkLst>
        <pc:spChg chg="mod">
          <ac:chgData name="Myriam Bensaid" userId="6732edbd-cc17-4b25-8fa6-040ea5375654" providerId="ADAL" clId="{4109DC55-63F4-4DE6-80D0-92457929DA0F}" dt="2025-05-16T10:47:24.063" v="859" actId="207"/>
          <ac:spMkLst>
            <pc:docMk/>
            <pc:sldMk cId="2848038673" sldId="270"/>
            <ac:spMk id="2" creationId="{01A536B6-2D1F-96B6-0C27-DCC4C399200A}"/>
          </ac:spMkLst>
        </pc:spChg>
        <pc:spChg chg="mod">
          <ac:chgData name="Myriam Bensaid" userId="6732edbd-cc17-4b25-8fa6-040ea5375654" providerId="ADAL" clId="{4109DC55-63F4-4DE6-80D0-92457929DA0F}" dt="2025-05-16T10:47:24.063" v="859" actId="207"/>
          <ac:spMkLst>
            <pc:docMk/>
            <pc:sldMk cId="2848038673" sldId="270"/>
            <ac:spMk id="3" creationId="{B7F4B988-7AEA-4C36-1A1A-E8FAABE7DF9A}"/>
          </ac:spMkLst>
        </pc:spChg>
        <pc:spChg chg="add mod">
          <ac:chgData name="Myriam Bensaid" userId="6732edbd-cc17-4b25-8fa6-040ea5375654" providerId="ADAL" clId="{4109DC55-63F4-4DE6-80D0-92457929DA0F}" dt="2025-05-28T13:00:02.521" v="1470"/>
          <ac:spMkLst>
            <pc:docMk/>
            <pc:sldMk cId="2848038673" sldId="270"/>
            <ac:spMk id="7" creationId="{DCB90A91-6C34-E457-6485-55F5EAFCC40C}"/>
          </ac:spMkLst>
        </pc:spChg>
        <pc:spChg chg="add mod ord">
          <ac:chgData name="Myriam Bensaid" userId="6732edbd-cc17-4b25-8fa6-040ea5375654" providerId="ADAL" clId="{4109DC55-63F4-4DE6-80D0-92457929DA0F}" dt="2025-05-16T11:08:02.236" v="1222" actId="1076"/>
          <ac:spMkLst>
            <pc:docMk/>
            <pc:sldMk cId="2848038673" sldId="270"/>
            <ac:spMk id="9" creationId="{19BFADFE-F7C2-94CE-9286-5EDCB0DF0998}"/>
          </ac:spMkLst>
        </pc:spChg>
        <pc:picChg chg="mod">
          <ac:chgData name="Myriam Bensaid" userId="6732edbd-cc17-4b25-8fa6-040ea5375654" providerId="ADAL" clId="{4109DC55-63F4-4DE6-80D0-92457929DA0F}" dt="2025-05-16T10:20:28.225" v="426"/>
          <ac:picMkLst>
            <pc:docMk/>
            <pc:sldMk cId="2848038673" sldId="270"/>
            <ac:picMk id="4" creationId="{CB3470AA-2B90-9B41-E38F-3B46465D5715}"/>
          </ac:picMkLst>
        </pc:picChg>
        <pc:picChg chg="mod">
          <ac:chgData name="Myriam Bensaid" userId="6732edbd-cc17-4b25-8fa6-040ea5375654" providerId="ADAL" clId="{4109DC55-63F4-4DE6-80D0-92457929DA0F}" dt="2025-05-16T10:20:28.225" v="426"/>
          <ac:picMkLst>
            <pc:docMk/>
            <pc:sldMk cId="2848038673" sldId="270"/>
            <ac:picMk id="5" creationId="{E50BA902-ABA9-35B5-A3F4-AEAE5432D5C6}"/>
          </ac:picMkLst>
        </pc:picChg>
        <pc:picChg chg="add mod ord">
          <ac:chgData name="Myriam Bensaid" userId="6732edbd-cc17-4b25-8fa6-040ea5375654" providerId="ADAL" clId="{4109DC55-63F4-4DE6-80D0-92457929DA0F}" dt="2025-05-16T10:16:17.570" v="379" actId="167"/>
          <ac:picMkLst>
            <pc:docMk/>
            <pc:sldMk cId="2848038673" sldId="270"/>
            <ac:picMk id="6" creationId="{8492D851-5567-79C2-09EB-F1C39B30001F}"/>
          </ac:picMkLst>
        </pc:picChg>
      </pc:sldChg>
      <pc:sldChg chg="addSp modSp mod modTransition">
        <pc:chgData name="Myriam Bensaid" userId="6732edbd-cc17-4b25-8fa6-040ea5375654" providerId="ADAL" clId="{4109DC55-63F4-4DE6-80D0-92457929DA0F}" dt="2025-05-28T13:00:04.186" v="1471"/>
        <pc:sldMkLst>
          <pc:docMk/>
          <pc:sldMk cId="3104885242" sldId="271"/>
        </pc:sldMkLst>
        <pc:spChg chg="mod">
          <ac:chgData name="Myriam Bensaid" userId="6732edbd-cc17-4b25-8fa6-040ea5375654" providerId="ADAL" clId="{4109DC55-63F4-4DE6-80D0-92457929DA0F}" dt="2025-05-16T10:48:18.591" v="869" actId="207"/>
          <ac:spMkLst>
            <pc:docMk/>
            <pc:sldMk cId="3104885242" sldId="271"/>
            <ac:spMk id="2" creationId="{6F29AFE0-5DC7-C401-13C6-AAF45CACE33D}"/>
          </ac:spMkLst>
        </pc:spChg>
        <pc:spChg chg="mod">
          <ac:chgData name="Myriam Bensaid" userId="6732edbd-cc17-4b25-8fa6-040ea5375654" providerId="ADAL" clId="{4109DC55-63F4-4DE6-80D0-92457929DA0F}" dt="2025-05-16T10:48:18.591" v="869" actId="207"/>
          <ac:spMkLst>
            <pc:docMk/>
            <pc:sldMk cId="3104885242" sldId="271"/>
            <ac:spMk id="3" creationId="{D8C76DFD-637B-4FC2-620E-D853A51F7D2F}"/>
          </ac:spMkLst>
        </pc:spChg>
        <pc:spChg chg="add mod">
          <ac:chgData name="Myriam Bensaid" userId="6732edbd-cc17-4b25-8fa6-040ea5375654" providerId="ADAL" clId="{4109DC55-63F4-4DE6-80D0-92457929DA0F}" dt="2025-05-28T13:00:04.186" v="1471"/>
          <ac:spMkLst>
            <pc:docMk/>
            <pc:sldMk cId="3104885242" sldId="271"/>
            <ac:spMk id="7" creationId="{7023C65E-E715-E2E4-3389-A9335A7AC71C}"/>
          </ac:spMkLst>
        </pc:spChg>
        <pc:spChg chg="add mod ord">
          <ac:chgData name="Myriam Bensaid" userId="6732edbd-cc17-4b25-8fa6-040ea5375654" providerId="ADAL" clId="{4109DC55-63F4-4DE6-80D0-92457929DA0F}" dt="2025-05-16T11:08:44.812" v="1231" actId="14100"/>
          <ac:spMkLst>
            <pc:docMk/>
            <pc:sldMk cId="3104885242" sldId="271"/>
            <ac:spMk id="8" creationId="{23E34306-9495-DCE0-EBDD-3854D4B8ABC1}"/>
          </ac:spMkLst>
        </pc:spChg>
        <pc:picChg chg="mod">
          <ac:chgData name="Myriam Bensaid" userId="6732edbd-cc17-4b25-8fa6-040ea5375654" providerId="ADAL" clId="{4109DC55-63F4-4DE6-80D0-92457929DA0F}" dt="2025-05-16T10:20:13.249" v="424"/>
          <ac:picMkLst>
            <pc:docMk/>
            <pc:sldMk cId="3104885242" sldId="271"/>
            <ac:picMk id="4" creationId="{8892D093-AA23-ED26-C385-7A6AE1C58F3D}"/>
          </ac:picMkLst>
        </pc:picChg>
        <pc:picChg chg="mod">
          <ac:chgData name="Myriam Bensaid" userId="6732edbd-cc17-4b25-8fa6-040ea5375654" providerId="ADAL" clId="{4109DC55-63F4-4DE6-80D0-92457929DA0F}" dt="2025-05-16T10:20:13.249" v="424"/>
          <ac:picMkLst>
            <pc:docMk/>
            <pc:sldMk cId="3104885242" sldId="271"/>
            <ac:picMk id="5" creationId="{4D433BE0-FC82-35A5-1CA6-7817C1A1CA79}"/>
          </ac:picMkLst>
        </pc:picChg>
        <pc:picChg chg="add mod ord">
          <ac:chgData name="Myriam Bensaid" userId="6732edbd-cc17-4b25-8fa6-040ea5375654" providerId="ADAL" clId="{4109DC55-63F4-4DE6-80D0-92457929DA0F}" dt="2025-05-16T10:16:29.986" v="383" actId="167"/>
          <ac:picMkLst>
            <pc:docMk/>
            <pc:sldMk cId="3104885242" sldId="271"/>
            <ac:picMk id="6" creationId="{A835E9F3-EB27-5554-6E85-AF9EC6A52363}"/>
          </ac:picMkLst>
        </pc:picChg>
      </pc:sldChg>
      <pc:sldChg chg="addSp modSp del mod modTransition">
        <pc:chgData name="Myriam Bensaid" userId="6732edbd-cc17-4b25-8fa6-040ea5375654" providerId="ADAL" clId="{4109DC55-63F4-4DE6-80D0-92457929DA0F}" dt="2025-05-16T11:08:16.174" v="1224" actId="47"/>
        <pc:sldMkLst>
          <pc:docMk/>
          <pc:sldMk cId="2251917429" sldId="272"/>
        </pc:sldMkLst>
      </pc:sldChg>
      <pc:sldChg chg="addSp modSp del mod modTransition">
        <pc:chgData name="Myriam Bensaid" userId="6732edbd-cc17-4b25-8fa6-040ea5375654" providerId="ADAL" clId="{4109DC55-63F4-4DE6-80D0-92457929DA0F}" dt="2025-05-16T11:08:48.635" v="1232" actId="47"/>
        <pc:sldMkLst>
          <pc:docMk/>
          <pc:sldMk cId="1168645551" sldId="273"/>
        </pc:sldMkLst>
      </pc:sldChg>
      <pc:sldChg chg="addSp modSp mod modTransition">
        <pc:chgData name="Myriam Bensaid" userId="6732edbd-cc17-4b25-8fa6-040ea5375654" providerId="ADAL" clId="{4109DC55-63F4-4DE6-80D0-92457929DA0F}" dt="2025-05-28T13:00:22.326" v="1475"/>
        <pc:sldMkLst>
          <pc:docMk/>
          <pc:sldMk cId="3581169715" sldId="274"/>
        </pc:sldMkLst>
      </pc:sldChg>
      <pc:sldChg chg="addSp modSp mod modTransition">
        <pc:chgData name="Myriam Bensaid" userId="6732edbd-cc17-4b25-8fa6-040ea5375654" providerId="ADAL" clId="{4109DC55-63F4-4DE6-80D0-92457929DA0F}" dt="2025-05-28T13:00:25.978" v="1477"/>
        <pc:sldMkLst>
          <pc:docMk/>
          <pc:sldMk cId="3730856263" sldId="275"/>
        </pc:sldMkLst>
      </pc:sldChg>
      <pc:sldChg chg="addSp modSp mod modTransition">
        <pc:chgData name="Myriam Bensaid" userId="6732edbd-cc17-4b25-8fa6-040ea5375654" providerId="ADAL" clId="{4109DC55-63F4-4DE6-80D0-92457929DA0F}" dt="2025-05-28T13:00:27.932" v="1478"/>
        <pc:sldMkLst>
          <pc:docMk/>
          <pc:sldMk cId="852785038" sldId="276"/>
        </pc:sldMkLst>
      </pc:sldChg>
      <pc:sldChg chg="addSp modSp mod modTransition">
        <pc:chgData name="Myriam Bensaid" userId="6732edbd-cc17-4b25-8fa6-040ea5375654" providerId="ADAL" clId="{4109DC55-63F4-4DE6-80D0-92457929DA0F}" dt="2025-05-28T13:00:29.855" v="1479"/>
        <pc:sldMkLst>
          <pc:docMk/>
          <pc:sldMk cId="3951666606" sldId="277"/>
        </pc:sldMkLst>
        <pc:spChg chg="mod">
          <ac:chgData name="Myriam Bensaid" userId="6732edbd-cc17-4b25-8fa6-040ea5375654" providerId="ADAL" clId="{4109DC55-63F4-4DE6-80D0-92457929DA0F}" dt="2025-05-16T10:54:14.168" v="966" actId="207"/>
          <ac:spMkLst>
            <pc:docMk/>
            <pc:sldMk cId="3951666606" sldId="277"/>
            <ac:spMk id="2" creationId="{44E7FC00-D7C9-4366-FB89-C3BCF0D70E12}"/>
          </ac:spMkLst>
        </pc:spChg>
        <pc:spChg chg="add mod">
          <ac:chgData name="Myriam Bensaid" userId="6732edbd-cc17-4b25-8fa6-040ea5375654" providerId="ADAL" clId="{4109DC55-63F4-4DE6-80D0-92457929DA0F}" dt="2025-05-28T13:00:29.855" v="1479"/>
          <ac:spMkLst>
            <pc:docMk/>
            <pc:sldMk cId="3951666606" sldId="277"/>
            <ac:spMk id="6" creationId="{1EAC39D4-5ACA-48F5-264C-5E4991FB6204}"/>
          </ac:spMkLst>
        </pc:spChg>
        <pc:spChg chg="add mod ord">
          <ac:chgData name="Myriam Bensaid" userId="6732edbd-cc17-4b25-8fa6-040ea5375654" providerId="ADAL" clId="{4109DC55-63F4-4DE6-80D0-92457929DA0F}" dt="2025-05-16T10:55:03.151" v="973" actId="171"/>
          <ac:spMkLst>
            <pc:docMk/>
            <pc:sldMk cId="3951666606" sldId="277"/>
            <ac:spMk id="7" creationId="{E530B043-C964-BDF6-D94A-1E98A5AFA511}"/>
          </ac:spMkLst>
        </pc:spChg>
        <pc:picChg chg="mod">
          <ac:chgData name="Myriam Bensaid" userId="6732edbd-cc17-4b25-8fa6-040ea5375654" providerId="ADAL" clId="{4109DC55-63F4-4DE6-80D0-92457929DA0F}" dt="2025-05-16T10:19:10.113" v="417"/>
          <ac:picMkLst>
            <pc:docMk/>
            <pc:sldMk cId="3951666606" sldId="277"/>
            <ac:picMk id="3" creationId="{C826BAB3-5C97-6D0F-FA87-D16E0BD7D2B1}"/>
          </ac:picMkLst>
        </pc:picChg>
        <pc:picChg chg="mod">
          <ac:chgData name="Myriam Bensaid" userId="6732edbd-cc17-4b25-8fa6-040ea5375654" providerId="ADAL" clId="{4109DC55-63F4-4DE6-80D0-92457929DA0F}" dt="2025-05-16T10:19:10.113" v="417"/>
          <ac:picMkLst>
            <pc:docMk/>
            <pc:sldMk cId="3951666606" sldId="277"/>
            <ac:picMk id="4" creationId="{2C82BF07-7B84-2DEF-D1F2-1C35944D9886}"/>
          </ac:picMkLst>
        </pc:picChg>
        <pc:picChg chg="add mod ord">
          <ac:chgData name="Myriam Bensaid" userId="6732edbd-cc17-4b25-8fa6-040ea5375654" providerId="ADAL" clId="{4109DC55-63F4-4DE6-80D0-92457929DA0F}" dt="2025-05-16T10:17:52.510" v="406" actId="167"/>
          <ac:picMkLst>
            <pc:docMk/>
            <pc:sldMk cId="3951666606" sldId="277"/>
            <ac:picMk id="5" creationId="{B77BAA74-969E-5010-24F9-87E82F295238}"/>
          </ac:picMkLst>
        </pc:picChg>
      </pc:sldChg>
      <pc:sldChg chg="addSp delSp modSp mod modTransition">
        <pc:chgData name="Myriam Bensaid" userId="6732edbd-cc17-4b25-8fa6-040ea5375654" providerId="ADAL" clId="{4109DC55-63F4-4DE6-80D0-92457929DA0F}" dt="2025-05-28T12:59:58.615" v="1468"/>
        <pc:sldMkLst>
          <pc:docMk/>
          <pc:sldMk cId="203898375" sldId="278"/>
        </pc:sldMkLst>
        <pc:spChg chg="mod">
          <ac:chgData name="Myriam Bensaid" userId="6732edbd-cc17-4b25-8fa6-040ea5375654" providerId="ADAL" clId="{4109DC55-63F4-4DE6-80D0-92457929DA0F}" dt="2025-05-16T11:09:26.338" v="1291" actId="20577"/>
          <ac:spMkLst>
            <pc:docMk/>
            <pc:sldMk cId="203898375" sldId="278"/>
            <ac:spMk id="2" creationId="{28B054A5-60A5-BD96-45D3-6C8FDF2C0A7F}"/>
          </ac:spMkLst>
        </pc:spChg>
        <pc:spChg chg="mod">
          <ac:chgData name="Myriam Bensaid" userId="6732edbd-cc17-4b25-8fa6-040ea5375654" providerId="ADAL" clId="{4109DC55-63F4-4DE6-80D0-92457929DA0F}" dt="2025-05-16T10:44:26.901" v="834" actId="207"/>
          <ac:spMkLst>
            <pc:docMk/>
            <pc:sldMk cId="203898375" sldId="278"/>
            <ac:spMk id="3" creationId="{1DE2827C-B862-C110-6569-E5688B034CD0}"/>
          </ac:spMkLst>
        </pc:spChg>
        <pc:spChg chg="add mod">
          <ac:chgData name="Myriam Bensaid" userId="6732edbd-cc17-4b25-8fa6-040ea5375654" providerId="ADAL" clId="{4109DC55-63F4-4DE6-80D0-92457929DA0F}" dt="2025-05-28T12:59:58.615" v="1468"/>
          <ac:spMkLst>
            <pc:docMk/>
            <pc:sldMk cId="203898375" sldId="278"/>
            <ac:spMk id="8" creationId="{7283AE6F-AE24-6B91-96B1-0AFC4D88B888}"/>
          </ac:spMkLst>
        </pc:spChg>
        <pc:spChg chg="add mod ord">
          <ac:chgData name="Myriam Bensaid" userId="6732edbd-cc17-4b25-8fa6-040ea5375654" providerId="ADAL" clId="{4109DC55-63F4-4DE6-80D0-92457929DA0F}" dt="2025-05-16T11:09:08.142" v="1261" actId="14100"/>
          <ac:spMkLst>
            <pc:docMk/>
            <pc:sldMk cId="203898375" sldId="278"/>
            <ac:spMk id="10" creationId="{61F68BAC-4359-B30C-0060-EB8FF2A95665}"/>
          </ac:spMkLst>
        </pc:spChg>
        <pc:picChg chg="mod">
          <ac:chgData name="Myriam Bensaid" userId="6732edbd-cc17-4b25-8fa6-040ea5375654" providerId="ADAL" clId="{4109DC55-63F4-4DE6-80D0-92457929DA0F}" dt="2025-05-16T10:20:51.704" v="429"/>
          <ac:picMkLst>
            <pc:docMk/>
            <pc:sldMk cId="203898375" sldId="278"/>
            <ac:picMk id="4" creationId="{FF22985F-7B62-ADC6-BE9F-1712544E3A3A}"/>
          </ac:picMkLst>
        </pc:picChg>
        <pc:picChg chg="add mod ord">
          <ac:chgData name="Myriam Bensaid" userId="6732edbd-cc17-4b25-8fa6-040ea5375654" providerId="ADAL" clId="{4109DC55-63F4-4DE6-80D0-92457929DA0F}" dt="2025-05-16T10:15:57.254" v="373" actId="167"/>
          <ac:picMkLst>
            <pc:docMk/>
            <pc:sldMk cId="203898375" sldId="278"/>
            <ac:picMk id="5" creationId="{6FD9695C-D6E2-2942-6479-6031163E4911}"/>
          </ac:picMkLst>
        </pc:picChg>
        <pc:picChg chg="mod">
          <ac:chgData name="Myriam Bensaid" userId="6732edbd-cc17-4b25-8fa6-040ea5375654" providerId="ADAL" clId="{4109DC55-63F4-4DE6-80D0-92457929DA0F}" dt="2025-05-16T10:20:51.704" v="429"/>
          <ac:picMkLst>
            <pc:docMk/>
            <pc:sldMk cId="203898375" sldId="278"/>
            <ac:picMk id="6" creationId="{387CECFB-DBE3-3F2B-5E2B-A004DE779CD6}"/>
          </ac:picMkLst>
        </pc:picChg>
      </pc:sldChg>
      <pc:sldChg chg="addSp modSp mod modTransition modNotesTx">
        <pc:chgData name="Myriam Bensaid" userId="6732edbd-cc17-4b25-8fa6-040ea5375654" providerId="ADAL" clId="{4109DC55-63F4-4DE6-80D0-92457929DA0F}" dt="2025-05-28T13:00:24.195" v="1476"/>
        <pc:sldMkLst>
          <pc:docMk/>
          <pc:sldMk cId="12991851" sldId="280"/>
        </pc:sldMkLst>
      </pc:sldChg>
      <pc:sldChg chg="addSp delSp modSp mod ord modTransition">
        <pc:chgData name="Myriam Bensaid" userId="6732edbd-cc17-4b25-8fa6-040ea5375654" providerId="ADAL" clId="{4109DC55-63F4-4DE6-80D0-92457929DA0F}" dt="2025-05-28T12:59:44.817" v="1464"/>
        <pc:sldMkLst>
          <pc:docMk/>
          <pc:sldMk cId="1111283915" sldId="281"/>
        </pc:sldMkLst>
        <pc:spChg chg="mod">
          <ac:chgData name="Myriam Bensaid" userId="6732edbd-cc17-4b25-8fa6-040ea5375654" providerId="ADAL" clId="{4109DC55-63F4-4DE6-80D0-92457929DA0F}" dt="2025-05-16T10:49:03.333" v="879" actId="207"/>
          <ac:spMkLst>
            <pc:docMk/>
            <pc:sldMk cId="1111283915" sldId="281"/>
            <ac:spMk id="2" creationId="{EB4C13E9-7ADA-8D17-3AFF-165995A77559}"/>
          </ac:spMkLst>
        </pc:spChg>
        <pc:spChg chg="mod">
          <ac:chgData name="Myriam Bensaid" userId="6732edbd-cc17-4b25-8fa6-040ea5375654" providerId="ADAL" clId="{4109DC55-63F4-4DE6-80D0-92457929DA0F}" dt="2025-05-16T10:49:14.621" v="880" actId="207"/>
          <ac:spMkLst>
            <pc:docMk/>
            <pc:sldMk cId="1111283915" sldId="281"/>
            <ac:spMk id="3" creationId="{D8FF151B-ED03-6BCD-4B4D-1ED989A56F1E}"/>
          </ac:spMkLst>
        </pc:spChg>
        <pc:spChg chg="add mod ord">
          <ac:chgData name="Myriam Bensaid" userId="6732edbd-cc17-4b25-8fa6-040ea5375654" providerId="ADAL" clId="{4109DC55-63F4-4DE6-80D0-92457929DA0F}" dt="2025-05-16T10:49:24.652" v="884" actId="14100"/>
          <ac:spMkLst>
            <pc:docMk/>
            <pc:sldMk cId="1111283915" sldId="281"/>
            <ac:spMk id="8" creationId="{95747171-877D-F3A4-ECFF-A74E323E5439}"/>
          </ac:spMkLst>
        </pc:spChg>
        <pc:spChg chg="add mod">
          <ac:chgData name="Myriam Bensaid" userId="6732edbd-cc17-4b25-8fa6-040ea5375654" providerId="ADAL" clId="{4109DC55-63F4-4DE6-80D0-92457929DA0F}" dt="2025-05-28T12:59:44.817" v="1464"/>
          <ac:spMkLst>
            <pc:docMk/>
            <pc:sldMk cId="1111283915" sldId="281"/>
            <ac:spMk id="9" creationId="{676C933D-2FBF-6C8B-008E-4F6FFCE9A13D}"/>
          </ac:spMkLst>
        </pc:spChg>
        <pc:picChg chg="mod">
          <ac:chgData name="Myriam Bensaid" userId="6732edbd-cc17-4b25-8fa6-040ea5375654" providerId="ADAL" clId="{4109DC55-63F4-4DE6-80D0-92457929DA0F}" dt="2025-05-16T10:19:58.606" v="422"/>
          <ac:picMkLst>
            <pc:docMk/>
            <pc:sldMk cId="1111283915" sldId="281"/>
            <ac:picMk id="4" creationId="{DDA2B770-F2AE-9CA3-D308-4403C2835ABD}"/>
          </ac:picMkLst>
        </pc:picChg>
        <pc:picChg chg="mod">
          <ac:chgData name="Myriam Bensaid" userId="6732edbd-cc17-4b25-8fa6-040ea5375654" providerId="ADAL" clId="{4109DC55-63F4-4DE6-80D0-92457929DA0F}" dt="2025-05-16T10:19:58.606" v="422"/>
          <ac:picMkLst>
            <pc:docMk/>
            <pc:sldMk cId="1111283915" sldId="281"/>
            <ac:picMk id="5" creationId="{954A0EAE-3110-04A7-00FB-4D304ED49E0B}"/>
          </ac:picMkLst>
        </pc:picChg>
        <pc:picChg chg="add mod ord">
          <ac:chgData name="Myriam Bensaid" userId="6732edbd-cc17-4b25-8fa6-040ea5375654" providerId="ADAL" clId="{4109DC55-63F4-4DE6-80D0-92457929DA0F}" dt="2025-05-16T10:17:06.521" v="390" actId="167"/>
          <ac:picMkLst>
            <pc:docMk/>
            <pc:sldMk cId="1111283915" sldId="281"/>
            <ac:picMk id="6" creationId="{2E65A106-C3B2-9331-393F-2D1C235C2B52}"/>
          </ac:picMkLst>
        </pc:picChg>
      </pc:sldChg>
      <pc:sldChg chg="addSp modSp mod modTransition">
        <pc:chgData name="Myriam Bensaid" userId="6732edbd-cc17-4b25-8fa6-040ea5375654" providerId="ADAL" clId="{4109DC55-63F4-4DE6-80D0-92457929DA0F}" dt="2025-05-16T10:50:14.694" v="924" actId="171"/>
        <pc:sldMkLst>
          <pc:docMk/>
          <pc:sldMk cId="623530343" sldId="282"/>
        </pc:sldMkLst>
        <pc:spChg chg="mod">
          <ac:chgData name="Myriam Bensaid" userId="6732edbd-cc17-4b25-8fa6-040ea5375654" providerId="ADAL" clId="{4109DC55-63F4-4DE6-80D0-92457929DA0F}" dt="2025-05-16T10:50:04.796" v="914" actId="207"/>
          <ac:spMkLst>
            <pc:docMk/>
            <pc:sldMk cId="623530343" sldId="282"/>
            <ac:spMk id="2" creationId="{8161F992-1C47-FBE0-513F-211E5B327084}"/>
          </ac:spMkLst>
        </pc:spChg>
        <pc:spChg chg="add mod ord">
          <ac:chgData name="Myriam Bensaid" userId="6732edbd-cc17-4b25-8fa6-040ea5375654" providerId="ADAL" clId="{4109DC55-63F4-4DE6-80D0-92457929DA0F}" dt="2025-05-16T10:50:14.694" v="924" actId="171"/>
          <ac:spMkLst>
            <pc:docMk/>
            <pc:sldMk cId="623530343" sldId="282"/>
            <ac:spMk id="14" creationId="{3362BAC5-D254-486B-2FD3-A859C71B58FB}"/>
          </ac:spMkLst>
        </pc:spChg>
        <pc:picChg chg="add mod ord">
          <ac:chgData name="Myriam Bensaid" userId="6732edbd-cc17-4b25-8fa6-040ea5375654" providerId="ADAL" clId="{4109DC55-63F4-4DE6-80D0-92457929DA0F}" dt="2025-05-16T10:17:17.706" v="394" actId="167"/>
          <ac:picMkLst>
            <pc:docMk/>
            <pc:sldMk cId="623530343" sldId="282"/>
            <ac:picMk id="3" creationId="{BDF004C5-3BD2-1AF2-2534-51C518B8D63B}"/>
          </ac:picMkLst>
        </pc:picChg>
        <pc:picChg chg="mod">
          <ac:chgData name="Myriam Bensaid" userId="6732edbd-cc17-4b25-8fa6-040ea5375654" providerId="ADAL" clId="{4109DC55-63F4-4DE6-80D0-92457929DA0F}" dt="2025-05-16T10:19:43.322" v="420"/>
          <ac:picMkLst>
            <pc:docMk/>
            <pc:sldMk cId="623530343" sldId="282"/>
            <ac:picMk id="4" creationId="{21062C98-7513-8881-F4FA-8E48C18BA7B5}"/>
          </ac:picMkLst>
        </pc:picChg>
        <pc:picChg chg="mod">
          <ac:chgData name="Myriam Bensaid" userId="6732edbd-cc17-4b25-8fa6-040ea5375654" providerId="ADAL" clId="{4109DC55-63F4-4DE6-80D0-92457929DA0F}" dt="2025-05-16T10:19:43.322" v="420"/>
          <ac:picMkLst>
            <pc:docMk/>
            <pc:sldMk cId="623530343" sldId="282"/>
            <ac:picMk id="5" creationId="{CEC81EE9-7EE8-689C-538F-D3853E6000FF}"/>
          </ac:picMkLst>
        </pc:picChg>
      </pc:sldChg>
      <pc:sldChg chg="addSp modSp mod modTransition">
        <pc:chgData name="Myriam Bensaid" userId="6732edbd-cc17-4b25-8fa6-040ea5375654" providerId="ADAL" clId="{4109DC55-63F4-4DE6-80D0-92457929DA0F}" dt="2025-05-28T13:00:08.298" v="1473"/>
        <pc:sldMkLst>
          <pc:docMk/>
          <pc:sldMk cId="2970935995" sldId="283"/>
        </pc:sldMkLst>
        <pc:spChg chg="mod">
          <ac:chgData name="Myriam Bensaid" userId="6732edbd-cc17-4b25-8fa6-040ea5375654" providerId="ADAL" clId="{4109DC55-63F4-4DE6-80D0-92457929DA0F}" dt="2025-05-16T10:50:23.300" v="925" actId="207"/>
          <ac:spMkLst>
            <pc:docMk/>
            <pc:sldMk cId="2970935995" sldId="283"/>
            <ac:spMk id="2" creationId="{EE3639A1-9E75-4916-368E-C819DAB491A7}"/>
          </ac:spMkLst>
        </pc:spChg>
        <pc:spChg chg="mod">
          <ac:chgData name="Myriam Bensaid" userId="6732edbd-cc17-4b25-8fa6-040ea5375654" providerId="ADAL" clId="{4109DC55-63F4-4DE6-80D0-92457929DA0F}" dt="2025-05-16T10:50:23.300" v="925" actId="207"/>
          <ac:spMkLst>
            <pc:docMk/>
            <pc:sldMk cId="2970935995" sldId="283"/>
            <ac:spMk id="3" creationId="{766CF4DD-B5BD-7775-B526-4F04D9F10E94}"/>
          </ac:spMkLst>
        </pc:spChg>
        <pc:spChg chg="add mod">
          <ac:chgData name="Myriam Bensaid" userId="6732edbd-cc17-4b25-8fa6-040ea5375654" providerId="ADAL" clId="{4109DC55-63F4-4DE6-80D0-92457929DA0F}" dt="2025-05-28T13:00:08.298" v="1473"/>
          <ac:spMkLst>
            <pc:docMk/>
            <pc:sldMk cId="2970935995" sldId="283"/>
            <ac:spMk id="7" creationId="{F9B147C0-6F76-4332-E0F0-CADC93392A3F}"/>
          </ac:spMkLst>
        </pc:spChg>
        <pc:spChg chg="add mod ord">
          <ac:chgData name="Myriam Bensaid" userId="6732edbd-cc17-4b25-8fa6-040ea5375654" providerId="ADAL" clId="{4109DC55-63F4-4DE6-80D0-92457929DA0F}" dt="2025-05-16T10:50:33.464" v="930" actId="14100"/>
          <ac:spMkLst>
            <pc:docMk/>
            <pc:sldMk cId="2970935995" sldId="283"/>
            <ac:spMk id="8" creationId="{A9CFE21F-9A39-0838-82C2-12222AB986A7}"/>
          </ac:spMkLst>
        </pc:spChg>
        <pc:picChg chg="mod">
          <ac:chgData name="Myriam Bensaid" userId="6732edbd-cc17-4b25-8fa6-040ea5375654" providerId="ADAL" clId="{4109DC55-63F4-4DE6-80D0-92457929DA0F}" dt="2025-05-16T10:19:35.411" v="419"/>
          <ac:picMkLst>
            <pc:docMk/>
            <pc:sldMk cId="2970935995" sldId="283"/>
            <ac:picMk id="4" creationId="{592DF540-0690-9FA1-1DB3-B2B162758808}"/>
          </ac:picMkLst>
        </pc:picChg>
        <pc:picChg chg="mod">
          <ac:chgData name="Myriam Bensaid" userId="6732edbd-cc17-4b25-8fa6-040ea5375654" providerId="ADAL" clId="{4109DC55-63F4-4DE6-80D0-92457929DA0F}" dt="2025-05-16T10:19:35.411" v="419"/>
          <ac:picMkLst>
            <pc:docMk/>
            <pc:sldMk cId="2970935995" sldId="283"/>
            <ac:picMk id="5" creationId="{240EE812-20E5-1D94-6E89-F1CDFCC631EF}"/>
          </ac:picMkLst>
        </pc:picChg>
        <pc:picChg chg="add mod ord">
          <ac:chgData name="Myriam Bensaid" userId="6732edbd-cc17-4b25-8fa6-040ea5375654" providerId="ADAL" clId="{4109DC55-63F4-4DE6-80D0-92457929DA0F}" dt="2025-05-16T10:17:22.921" v="396" actId="167"/>
          <ac:picMkLst>
            <pc:docMk/>
            <pc:sldMk cId="2970935995" sldId="283"/>
            <ac:picMk id="6" creationId="{9CAAE90C-9520-91B1-8694-AF764850C1C7}"/>
          </ac:picMkLst>
        </pc:picChg>
      </pc:sldChg>
      <pc:sldChg chg="addSp delSp modSp mod ord modTransition">
        <pc:chgData name="Myriam Bensaid" userId="6732edbd-cc17-4b25-8fa6-040ea5375654" providerId="ADAL" clId="{4109DC55-63F4-4DE6-80D0-92457929DA0F}" dt="2025-05-28T12:59:37.075" v="1461"/>
        <pc:sldMkLst>
          <pc:docMk/>
          <pc:sldMk cId="1555216939" sldId="284"/>
        </pc:sldMkLst>
        <pc:spChg chg="mod">
          <ac:chgData name="Myriam Bensaid" userId="6732edbd-cc17-4b25-8fa6-040ea5375654" providerId="ADAL" clId="{4109DC55-63F4-4DE6-80D0-92457929DA0F}" dt="2025-05-16T10:41:29.083" v="797" actId="207"/>
          <ac:spMkLst>
            <pc:docMk/>
            <pc:sldMk cId="1555216939" sldId="284"/>
            <ac:spMk id="2" creationId="{90025A88-BEB9-29CB-6D31-589711254313}"/>
          </ac:spMkLst>
        </pc:spChg>
        <pc:spChg chg="mod">
          <ac:chgData name="Myriam Bensaid" userId="6732edbd-cc17-4b25-8fa6-040ea5375654" providerId="ADAL" clId="{4109DC55-63F4-4DE6-80D0-92457929DA0F}" dt="2025-05-16T10:41:44.853" v="803" actId="1037"/>
          <ac:spMkLst>
            <pc:docMk/>
            <pc:sldMk cId="1555216939" sldId="284"/>
            <ac:spMk id="3" creationId="{93957559-F6C0-5FFF-ADE6-5467768627CD}"/>
          </ac:spMkLst>
        </pc:spChg>
        <pc:spChg chg="add mod">
          <ac:chgData name="Myriam Bensaid" userId="6732edbd-cc17-4b25-8fa6-040ea5375654" providerId="ADAL" clId="{4109DC55-63F4-4DE6-80D0-92457929DA0F}" dt="2025-05-28T12:59:37.075" v="1461"/>
          <ac:spMkLst>
            <pc:docMk/>
            <pc:sldMk cId="1555216939" sldId="284"/>
            <ac:spMk id="9" creationId="{A0B9154E-E94C-AB5E-6007-7F291BD9E671}"/>
          </ac:spMkLst>
        </pc:spChg>
        <pc:spChg chg="add mod ord">
          <ac:chgData name="Myriam Bensaid" userId="6732edbd-cc17-4b25-8fa6-040ea5375654" providerId="ADAL" clId="{4109DC55-63F4-4DE6-80D0-92457929DA0F}" dt="2025-05-16T10:46:00.578" v="844" actId="14100"/>
          <ac:spMkLst>
            <pc:docMk/>
            <pc:sldMk cId="1555216939" sldId="284"/>
            <ac:spMk id="11" creationId="{837F0A46-54E7-7468-1059-D69C61106F78}"/>
          </ac:spMkLst>
        </pc:spChg>
        <pc:picChg chg="mod">
          <ac:chgData name="Myriam Bensaid" userId="6732edbd-cc17-4b25-8fa6-040ea5375654" providerId="ADAL" clId="{4109DC55-63F4-4DE6-80D0-92457929DA0F}" dt="2025-05-16T10:29:54.214" v="482"/>
          <ac:picMkLst>
            <pc:docMk/>
            <pc:sldMk cId="1555216939" sldId="284"/>
            <ac:picMk id="4" creationId="{B1412E7A-8A49-492F-5FF7-05DDB1A90855}"/>
          </ac:picMkLst>
        </pc:picChg>
        <pc:picChg chg="add mod ord">
          <ac:chgData name="Myriam Bensaid" userId="6732edbd-cc17-4b25-8fa6-040ea5375654" providerId="ADAL" clId="{4109DC55-63F4-4DE6-80D0-92457929DA0F}" dt="2025-05-16T10:14:33.070" v="355" actId="167"/>
          <ac:picMkLst>
            <pc:docMk/>
            <pc:sldMk cId="1555216939" sldId="284"/>
            <ac:picMk id="5" creationId="{A4D3C274-5713-7310-A8AC-519273709283}"/>
          </ac:picMkLst>
        </pc:picChg>
        <pc:picChg chg="mod">
          <ac:chgData name="Myriam Bensaid" userId="6732edbd-cc17-4b25-8fa6-040ea5375654" providerId="ADAL" clId="{4109DC55-63F4-4DE6-80D0-92457929DA0F}" dt="2025-05-16T10:14:28.786" v="353"/>
          <ac:picMkLst>
            <pc:docMk/>
            <pc:sldMk cId="1555216939" sldId="284"/>
            <ac:picMk id="7" creationId="{0DB28736-D0B0-E23E-1D5D-C29FD42658A3}"/>
          </ac:picMkLst>
        </pc:picChg>
        <pc:picChg chg="mod">
          <ac:chgData name="Myriam Bensaid" userId="6732edbd-cc17-4b25-8fa6-040ea5375654" providerId="ADAL" clId="{4109DC55-63F4-4DE6-80D0-92457929DA0F}" dt="2025-05-16T10:14:28.786" v="353"/>
          <ac:picMkLst>
            <pc:docMk/>
            <pc:sldMk cId="1555216939" sldId="284"/>
            <ac:picMk id="8" creationId="{361FC315-579F-2F68-7DAD-9F7DE1F88FAA}"/>
          </ac:picMkLst>
        </pc:picChg>
      </pc:sldChg>
      <pc:sldChg chg="addSp delSp modSp add mod">
        <pc:chgData name="Myriam Bensaid" userId="6732edbd-cc17-4b25-8fa6-040ea5375654" providerId="ADAL" clId="{4109DC55-63F4-4DE6-80D0-92457929DA0F}" dt="2025-05-28T13:00:34.422" v="1481" actId="478"/>
        <pc:sldMkLst>
          <pc:docMk/>
          <pc:sldMk cId="1085405391" sldId="285"/>
        </pc:sldMkLst>
        <pc:spChg chg="add mod">
          <ac:chgData name="Myriam Bensaid" userId="6732edbd-cc17-4b25-8fa6-040ea5375654" providerId="ADAL" clId="{4109DC55-63F4-4DE6-80D0-92457929DA0F}" dt="2025-05-16T11:03:28.599" v="1155"/>
          <ac:spMkLst>
            <pc:docMk/>
            <pc:sldMk cId="1085405391" sldId="285"/>
            <ac:spMk id="10" creationId="{A11BE4D9-2490-EFBC-7842-6BCAC8563F32}"/>
          </ac:spMkLst>
        </pc:spChg>
        <pc:spChg chg="add mod">
          <ac:chgData name="Myriam Bensaid" userId="6732edbd-cc17-4b25-8fa6-040ea5375654" providerId="ADAL" clId="{4109DC55-63F4-4DE6-80D0-92457929DA0F}" dt="2025-05-16T11:03:52.080" v="1185" actId="403"/>
          <ac:spMkLst>
            <pc:docMk/>
            <pc:sldMk cId="1085405391" sldId="285"/>
            <ac:spMk id="11" creationId="{157E226E-D6F6-EF88-18C6-0589661F23AB}"/>
          </ac:spMkLst>
        </pc:spChg>
        <pc:picChg chg="mod">
          <ac:chgData name="Myriam Bensaid" userId="6732edbd-cc17-4b25-8fa6-040ea5375654" providerId="ADAL" clId="{4109DC55-63F4-4DE6-80D0-92457929DA0F}" dt="2025-05-16T11:02:42.998" v="1154"/>
          <ac:picMkLst>
            <pc:docMk/>
            <pc:sldMk cId="1085405391" sldId="285"/>
            <ac:picMk id="4" creationId="{AFFDD90A-9439-28C1-DB69-EF87A1D170FA}"/>
          </ac:picMkLst>
        </pc:picChg>
        <pc:picChg chg="add mod">
          <ac:chgData name="Myriam Bensaid" userId="6732edbd-cc17-4b25-8fa6-040ea5375654" providerId="ADAL" clId="{4109DC55-63F4-4DE6-80D0-92457929DA0F}" dt="2025-05-16T11:02:42.998" v="1154"/>
          <ac:picMkLst>
            <pc:docMk/>
            <pc:sldMk cId="1085405391" sldId="285"/>
            <ac:picMk id="9" creationId="{3A258B14-CBEE-C59C-7129-142A9291470C}"/>
          </ac:picMkLst>
        </pc:picChg>
      </pc:sldChg>
      <pc:sldChg chg="add del">
        <pc:chgData name="Myriam Bensaid" userId="6732edbd-cc17-4b25-8fa6-040ea5375654" providerId="ADAL" clId="{4109DC55-63F4-4DE6-80D0-92457929DA0F}" dt="2025-05-16T10:37:05.560" v="555"/>
        <pc:sldMkLst>
          <pc:docMk/>
          <pc:sldMk cId="1319959989" sldId="285"/>
        </pc:sldMkLst>
      </pc:sldChg>
      <pc:sldMasterChg chg="modTransition modSldLayout">
        <pc:chgData name="Myriam Bensaid" userId="6732edbd-cc17-4b25-8fa6-040ea5375654" providerId="ADAL" clId="{4109DC55-63F4-4DE6-80D0-92457929DA0F}" dt="2025-05-16T10:45:23.376" v="843"/>
        <pc:sldMasterMkLst>
          <pc:docMk/>
          <pc:sldMasterMk cId="3071127875" sldId="2147483648"/>
        </pc:sldMasterMkLst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3310491181" sldId="2147483649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3841795644" sldId="2147483650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3466923455" sldId="2147483651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3747632232" sldId="2147483652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2611866596" sldId="2147483653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3395854097" sldId="2147483654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4040201302" sldId="2147483655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2706407263" sldId="2147483656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1610903340" sldId="2147483657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4172787210" sldId="2147483658"/>
          </pc:sldLayoutMkLst>
        </pc:sldLayoutChg>
        <pc:sldLayoutChg chg="modTransition">
          <pc:chgData name="Myriam Bensaid" userId="6732edbd-cc17-4b25-8fa6-040ea5375654" providerId="ADAL" clId="{4109DC55-63F4-4DE6-80D0-92457929DA0F}" dt="2025-05-16T10:45:23.376" v="843"/>
          <pc:sldLayoutMkLst>
            <pc:docMk/>
            <pc:sldMasterMk cId="3071127875" sldId="2147483648"/>
            <pc:sldLayoutMk cId="1902177510" sldId="2147483659"/>
          </pc:sldLayoutMkLst>
        </pc:sldLayoutChg>
      </pc:sldMasterChg>
    </pc:docChg>
  </pc:docChgLst>
  <pc:docChgLst>
    <pc:chgData name="Myriam Bensaid" userId="6732edbd-cc17-4b25-8fa6-040ea5375654" providerId="ADAL" clId="{1FCB8825-89EA-45CA-B598-43A62F83B1E9}"/>
    <pc:docChg chg="modSld">
      <pc:chgData name="Myriam Bensaid" userId="6732edbd-cc17-4b25-8fa6-040ea5375654" providerId="ADAL" clId="{1FCB8825-89EA-45CA-B598-43A62F83B1E9}" dt="2025-04-17T16:58:14.282" v="0" actId="14100"/>
      <pc:docMkLst>
        <pc:docMk/>
      </pc:docMkLst>
      <pc:sldChg chg="modSp mod">
        <pc:chgData name="Myriam Bensaid" userId="6732edbd-cc17-4b25-8fa6-040ea5375654" providerId="ADAL" clId="{1FCB8825-89EA-45CA-B598-43A62F83B1E9}" dt="2025-04-17T16:58:14.282" v="0" actId="14100"/>
        <pc:sldMkLst>
          <pc:docMk/>
          <pc:sldMk cId="3784089036" sldId="256"/>
        </pc:sldMkLst>
      </pc:sldChg>
    </pc:docChg>
  </pc:docChgLst>
  <pc:docChgLst>
    <pc:chgData name="Myriam Bensaid" userId="6732edbd-cc17-4b25-8fa6-040ea5375654" providerId="ADAL" clId="{9EF41607-4297-425F-B820-F9B0D3A9B5E2}"/>
    <pc:docChg chg="undo redo custSel addSld delSld modSld sldOrd">
      <pc:chgData name="Myriam Bensaid" userId="6732edbd-cc17-4b25-8fa6-040ea5375654" providerId="ADAL" clId="{9EF41607-4297-425F-B820-F9B0D3A9B5E2}" dt="2025-05-13T12:05:49.036" v="2877" actId="47"/>
      <pc:docMkLst>
        <pc:docMk/>
      </pc:docMkLst>
      <pc:sldChg chg="addSp delSp modSp mod">
        <pc:chgData name="Myriam Bensaid" userId="6732edbd-cc17-4b25-8fa6-040ea5375654" providerId="ADAL" clId="{9EF41607-4297-425F-B820-F9B0D3A9B5E2}" dt="2025-05-13T11:59:58.527" v="2864" actId="14100"/>
        <pc:sldMkLst>
          <pc:docMk/>
          <pc:sldMk cId="3784089036" sldId="256"/>
        </pc:sldMkLst>
        <pc:spChg chg="mod">
          <ac:chgData name="Myriam Bensaid" userId="6732edbd-cc17-4b25-8fa6-040ea5375654" providerId="ADAL" clId="{9EF41607-4297-425F-B820-F9B0D3A9B5E2}" dt="2025-05-13T10:35:04.244" v="1855" actId="1035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Myriam Bensaid" userId="6732edbd-cc17-4b25-8fa6-040ea5375654" providerId="ADAL" clId="{9EF41607-4297-425F-B820-F9B0D3A9B5E2}" dt="2025-05-13T11:59:58.527" v="2864" actId="14100"/>
          <ac:spMkLst>
            <pc:docMk/>
            <pc:sldMk cId="3784089036" sldId="256"/>
            <ac:spMk id="3" creationId="{00000000-0000-0000-0000-000000000000}"/>
          </ac:spMkLst>
        </pc:spChg>
        <pc:spChg chg="add mod">
          <ac:chgData name="Myriam Bensaid" userId="6732edbd-cc17-4b25-8fa6-040ea5375654" providerId="ADAL" clId="{9EF41607-4297-425F-B820-F9B0D3A9B5E2}" dt="2025-05-13T10:54:53.404" v="2109" actId="20577"/>
          <ac:spMkLst>
            <pc:docMk/>
            <pc:sldMk cId="3784089036" sldId="256"/>
            <ac:spMk id="11" creationId="{0DAC06B7-388D-6A29-16FD-BEECA7ADB120}"/>
          </ac:spMkLst>
        </pc:spChg>
        <pc:spChg chg="add mod">
          <ac:chgData name="Myriam Bensaid" userId="6732edbd-cc17-4b25-8fa6-040ea5375654" providerId="ADAL" clId="{9EF41607-4297-425F-B820-F9B0D3A9B5E2}" dt="2025-05-13T10:57:54.929" v="2335" actId="14100"/>
          <ac:spMkLst>
            <pc:docMk/>
            <pc:sldMk cId="3784089036" sldId="256"/>
            <ac:spMk id="14" creationId="{0963C5F4-48CC-1912-E859-BE1F87659271}"/>
          </ac:spMkLst>
        </pc:spChg>
        <pc:picChg chg="mod">
          <ac:chgData name="Myriam Bensaid" userId="6732edbd-cc17-4b25-8fa6-040ea5375654" providerId="ADAL" clId="{9EF41607-4297-425F-B820-F9B0D3A9B5E2}" dt="2025-05-13T10:34:08.278" v="1740"/>
          <ac:picMkLst>
            <pc:docMk/>
            <pc:sldMk cId="3784089036" sldId="256"/>
            <ac:picMk id="7" creationId="{55F952E4-955F-8A0A-4F32-18478370EF8D}"/>
          </ac:picMkLst>
        </pc:picChg>
        <pc:picChg chg="add mod">
          <ac:chgData name="Myriam Bensaid" userId="6732edbd-cc17-4b25-8fa6-040ea5375654" providerId="ADAL" clId="{9EF41607-4297-425F-B820-F9B0D3A9B5E2}" dt="2025-05-13T10:53:38.367" v="2047" actId="1037"/>
          <ac:picMkLst>
            <pc:docMk/>
            <pc:sldMk cId="3784089036" sldId="256"/>
            <ac:picMk id="13" creationId="{7C3BE7AC-4391-D2EA-4FAD-BF06E8910B31}"/>
          </ac:picMkLst>
        </pc:picChg>
      </pc:sldChg>
      <pc:sldChg chg="addSp delSp modSp mod">
        <pc:chgData name="Myriam Bensaid" userId="6732edbd-cc17-4b25-8fa6-040ea5375654" providerId="ADAL" clId="{9EF41607-4297-425F-B820-F9B0D3A9B5E2}" dt="2025-05-13T12:04:22.742" v="2876"/>
        <pc:sldMkLst>
          <pc:docMk/>
          <pc:sldMk cId="2747738135" sldId="257"/>
        </pc:sldMkLst>
        <pc:spChg chg="mod">
          <ac:chgData name="Myriam Bensaid" userId="6732edbd-cc17-4b25-8fa6-040ea5375654" providerId="ADAL" clId="{9EF41607-4297-425F-B820-F9B0D3A9B5E2}" dt="2025-05-13T12:04:01.341" v="2872" actId="20577"/>
          <ac:spMkLst>
            <pc:docMk/>
            <pc:sldMk cId="2747738135" sldId="257"/>
            <ac:spMk id="2" creationId="{B795DD2E-8DA8-00D9-D8AD-A43EAFF5E2EE}"/>
          </ac:spMkLst>
        </pc:spChg>
        <pc:picChg chg="add mod ord">
          <ac:chgData name="Myriam Bensaid" userId="6732edbd-cc17-4b25-8fa6-040ea5375654" providerId="ADAL" clId="{9EF41607-4297-425F-B820-F9B0D3A9B5E2}" dt="2025-05-12T21:19:38.443" v="1048" actId="1076"/>
          <ac:picMkLst>
            <pc:docMk/>
            <pc:sldMk cId="2747738135" sldId="257"/>
            <ac:picMk id="7" creationId="{9A2BE67D-2C9B-A472-7F01-3622E5CBA413}"/>
          </ac:picMkLst>
        </pc:picChg>
        <pc:picChg chg="add mod ord">
          <ac:chgData name="Myriam Bensaid" userId="6732edbd-cc17-4b25-8fa6-040ea5375654" providerId="ADAL" clId="{9EF41607-4297-425F-B820-F9B0D3A9B5E2}" dt="2025-05-12T21:19:31.934" v="1047" actId="1076"/>
          <ac:picMkLst>
            <pc:docMk/>
            <pc:sldMk cId="2747738135" sldId="257"/>
            <ac:picMk id="8" creationId="{AEE63AE5-E744-3A3A-3B55-C5195431B617}"/>
          </ac:picMkLst>
        </pc:picChg>
      </pc:sldChg>
      <pc:sldChg chg="addSp modSp mod modNotesTx">
        <pc:chgData name="Myriam Bensaid" userId="6732edbd-cc17-4b25-8fa6-040ea5375654" providerId="ADAL" clId="{9EF41607-4297-425F-B820-F9B0D3A9B5E2}" dt="2025-05-13T11:44:46.320" v="2521" actId="20577"/>
        <pc:sldMkLst>
          <pc:docMk/>
          <pc:sldMk cId="3497336989" sldId="258"/>
        </pc:sldMkLst>
      </pc:sldChg>
      <pc:sldChg chg="addSp delSp modSp mod modNotesTx">
        <pc:chgData name="Myriam Bensaid" userId="6732edbd-cc17-4b25-8fa6-040ea5375654" providerId="ADAL" clId="{9EF41607-4297-425F-B820-F9B0D3A9B5E2}" dt="2025-05-13T11:45:41.957" v="2547" actId="20577"/>
        <pc:sldMkLst>
          <pc:docMk/>
          <pc:sldMk cId="3287384019" sldId="259"/>
        </pc:sldMkLst>
      </pc:sldChg>
      <pc:sldChg chg="addSp modSp mod modNotesTx">
        <pc:chgData name="Myriam Bensaid" userId="6732edbd-cc17-4b25-8fa6-040ea5375654" providerId="ADAL" clId="{9EF41607-4297-425F-B820-F9B0D3A9B5E2}" dt="2025-05-13T11:46:03.712" v="2575" actId="20577"/>
        <pc:sldMkLst>
          <pc:docMk/>
          <pc:sldMk cId="3179145733" sldId="260"/>
        </pc:sldMkLst>
        <pc:picChg chg="add mod ord">
          <ac:chgData name="Myriam Bensaid" userId="6732edbd-cc17-4b25-8fa6-040ea5375654" providerId="ADAL" clId="{9EF41607-4297-425F-B820-F9B0D3A9B5E2}" dt="2025-05-12T21:20:23.327" v="1054" actId="167"/>
          <ac:picMkLst>
            <pc:docMk/>
            <pc:sldMk cId="3179145733" sldId="260"/>
            <ac:picMk id="4" creationId="{82E3BF42-7A0E-581A-F0DB-BA9A44EE3AAC}"/>
          </ac:picMkLst>
        </pc:picChg>
        <pc:picChg chg="add mod ord">
          <ac:chgData name="Myriam Bensaid" userId="6732edbd-cc17-4b25-8fa6-040ea5375654" providerId="ADAL" clId="{9EF41607-4297-425F-B820-F9B0D3A9B5E2}" dt="2025-05-12T21:20:23.327" v="1054" actId="167"/>
          <ac:picMkLst>
            <pc:docMk/>
            <pc:sldMk cId="3179145733" sldId="260"/>
            <ac:picMk id="5" creationId="{FA6DE95D-5232-3E3B-1B10-30498B158310}"/>
          </ac:picMkLst>
        </pc:picChg>
      </pc:sldChg>
      <pc:sldChg chg="addSp modSp mod modNotesTx">
        <pc:chgData name="Myriam Bensaid" userId="6732edbd-cc17-4b25-8fa6-040ea5375654" providerId="ADAL" clId="{9EF41607-4297-425F-B820-F9B0D3A9B5E2}" dt="2025-05-13T11:48:14.082" v="2607" actId="5793"/>
        <pc:sldMkLst>
          <pc:docMk/>
          <pc:sldMk cId="964759020" sldId="261"/>
        </pc:sldMkLst>
        <pc:picChg chg="add mod ord">
          <ac:chgData name="Myriam Bensaid" userId="6732edbd-cc17-4b25-8fa6-040ea5375654" providerId="ADAL" clId="{9EF41607-4297-425F-B820-F9B0D3A9B5E2}" dt="2025-05-12T21:20:32.588" v="1056" actId="167"/>
          <ac:picMkLst>
            <pc:docMk/>
            <pc:sldMk cId="964759020" sldId="261"/>
            <ac:picMk id="4" creationId="{A24024A3-2FE5-44BA-B82B-1D8F0330E2C5}"/>
          </ac:picMkLst>
        </pc:picChg>
        <pc:picChg chg="add mod ord">
          <ac:chgData name="Myriam Bensaid" userId="6732edbd-cc17-4b25-8fa6-040ea5375654" providerId="ADAL" clId="{9EF41607-4297-425F-B820-F9B0D3A9B5E2}" dt="2025-05-12T21:20:32.588" v="1056" actId="167"/>
          <ac:picMkLst>
            <pc:docMk/>
            <pc:sldMk cId="964759020" sldId="261"/>
            <ac:picMk id="5" creationId="{2BE4C435-B5A7-2BF5-AD60-0090CBDFB48F}"/>
          </ac:picMkLst>
        </pc:picChg>
      </pc:sldChg>
      <pc:sldChg chg="addSp modSp del mod modShow">
        <pc:chgData name="Myriam Bensaid" userId="6732edbd-cc17-4b25-8fa6-040ea5375654" providerId="ADAL" clId="{9EF41607-4297-425F-B820-F9B0D3A9B5E2}" dt="2025-05-13T12:05:49.036" v="2877" actId="47"/>
        <pc:sldMkLst>
          <pc:docMk/>
          <pc:sldMk cId="2572991978" sldId="262"/>
        </pc:sldMkLst>
      </pc:sldChg>
      <pc:sldChg chg="addSp modSp mod">
        <pc:chgData name="Myriam Bensaid" userId="6732edbd-cc17-4b25-8fa6-040ea5375654" providerId="ADAL" clId="{9EF41607-4297-425F-B820-F9B0D3A9B5E2}" dt="2025-05-13T11:49:30.348" v="2625" actId="20577"/>
        <pc:sldMkLst>
          <pc:docMk/>
          <pc:sldMk cId="1876133328" sldId="263"/>
        </pc:sldMkLst>
        <pc:spChg chg="mod">
          <ac:chgData name="Myriam Bensaid" userId="6732edbd-cc17-4b25-8fa6-040ea5375654" providerId="ADAL" clId="{9EF41607-4297-425F-B820-F9B0D3A9B5E2}" dt="2025-05-13T11:49:30.348" v="2625" actId="20577"/>
          <ac:spMkLst>
            <pc:docMk/>
            <pc:sldMk cId="1876133328" sldId="263"/>
            <ac:spMk id="2" creationId="{37EA3F49-9A50-A15D-E2EB-16646E8B3EC6}"/>
          </ac:spMkLst>
        </pc:spChg>
        <pc:picChg chg="add mod ord">
          <ac:chgData name="Myriam Bensaid" userId="6732edbd-cc17-4b25-8fa6-040ea5375654" providerId="ADAL" clId="{9EF41607-4297-425F-B820-F9B0D3A9B5E2}" dt="2025-05-12T21:20:52.271" v="1060" actId="167"/>
          <ac:picMkLst>
            <pc:docMk/>
            <pc:sldMk cId="1876133328" sldId="263"/>
            <ac:picMk id="4" creationId="{8B308EE6-3415-ED7E-A261-B636D7E22E9B}"/>
          </ac:picMkLst>
        </pc:picChg>
        <pc:picChg chg="add mod ord">
          <ac:chgData name="Myriam Bensaid" userId="6732edbd-cc17-4b25-8fa6-040ea5375654" providerId="ADAL" clId="{9EF41607-4297-425F-B820-F9B0D3A9B5E2}" dt="2025-05-12T21:20:52.271" v="1060" actId="167"/>
          <ac:picMkLst>
            <pc:docMk/>
            <pc:sldMk cId="1876133328" sldId="263"/>
            <ac:picMk id="5" creationId="{43CC9BB5-2590-E1C9-0146-78EF31617939}"/>
          </ac:picMkLst>
        </pc:picChg>
      </pc:sldChg>
      <pc:sldChg chg="addSp delSp modSp mod">
        <pc:chgData name="Myriam Bensaid" userId="6732edbd-cc17-4b25-8fa6-040ea5375654" providerId="ADAL" clId="{9EF41607-4297-425F-B820-F9B0D3A9B5E2}" dt="2025-05-13T11:50:31.334" v="2626" actId="478"/>
        <pc:sldMkLst>
          <pc:docMk/>
          <pc:sldMk cId="1007892645" sldId="264"/>
        </pc:sldMkLst>
        <pc:picChg chg="add mod ord">
          <ac:chgData name="Myriam Bensaid" userId="6732edbd-cc17-4b25-8fa6-040ea5375654" providerId="ADAL" clId="{9EF41607-4297-425F-B820-F9B0D3A9B5E2}" dt="2025-05-12T21:21:20.753" v="1066" actId="167"/>
          <ac:picMkLst>
            <pc:docMk/>
            <pc:sldMk cId="1007892645" sldId="264"/>
            <ac:picMk id="4" creationId="{886B8F1D-6C3E-4CC3-CE78-148582FDDD45}"/>
          </ac:picMkLst>
        </pc:picChg>
        <pc:picChg chg="add mod ord">
          <ac:chgData name="Myriam Bensaid" userId="6732edbd-cc17-4b25-8fa6-040ea5375654" providerId="ADAL" clId="{9EF41607-4297-425F-B820-F9B0D3A9B5E2}" dt="2025-05-12T21:21:20.753" v="1066" actId="167"/>
          <ac:picMkLst>
            <pc:docMk/>
            <pc:sldMk cId="1007892645" sldId="264"/>
            <ac:picMk id="5" creationId="{B8CDE003-8505-3F58-37A2-050EB005BF0B}"/>
          </ac:picMkLst>
        </pc:picChg>
      </pc:sldChg>
      <pc:sldChg chg="addSp modSp mod">
        <pc:chgData name="Myriam Bensaid" userId="6732edbd-cc17-4b25-8fa6-040ea5375654" providerId="ADAL" clId="{9EF41607-4297-425F-B820-F9B0D3A9B5E2}" dt="2025-05-12T21:21:26.848" v="1068" actId="167"/>
        <pc:sldMkLst>
          <pc:docMk/>
          <pc:sldMk cId="398091348" sldId="265"/>
        </pc:sldMkLst>
      </pc:sldChg>
      <pc:sldChg chg="addSp modSp mod modNotesTx">
        <pc:chgData name="Myriam Bensaid" userId="6732edbd-cc17-4b25-8fa6-040ea5375654" providerId="ADAL" clId="{9EF41607-4297-425F-B820-F9B0D3A9B5E2}" dt="2025-05-13T11:56:26.045" v="2760" actId="20577"/>
        <pc:sldMkLst>
          <pc:docMk/>
          <pc:sldMk cId="1466491715" sldId="266"/>
        </pc:sldMkLst>
        <pc:picChg chg="add mod ord">
          <ac:chgData name="Myriam Bensaid" userId="6732edbd-cc17-4b25-8fa6-040ea5375654" providerId="ADAL" clId="{9EF41607-4297-425F-B820-F9B0D3A9B5E2}" dt="2025-05-12T21:22:02.705" v="1078" actId="167"/>
          <ac:picMkLst>
            <pc:docMk/>
            <pc:sldMk cId="1466491715" sldId="266"/>
            <ac:picMk id="4" creationId="{45C78A00-5CC0-B0AF-97B4-7EEFC4B7012F}"/>
          </ac:picMkLst>
        </pc:picChg>
      </pc:sldChg>
      <pc:sldChg chg="addSp modSp del mod">
        <pc:chgData name="Myriam Bensaid" userId="6732edbd-cc17-4b25-8fa6-040ea5375654" providerId="ADAL" clId="{9EF41607-4297-425F-B820-F9B0D3A9B5E2}" dt="2025-05-13T10:07:07.542" v="1682" actId="47"/>
        <pc:sldMkLst>
          <pc:docMk/>
          <pc:sldMk cId="2335391542" sldId="267"/>
        </pc:sldMkLst>
      </pc:sldChg>
      <pc:sldChg chg="addSp modSp del mod">
        <pc:chgData name="Myriam Bensaid" userId="6732edbd-cc17-4b25-8fa6-040ea5375654" providerId="ADAL" clId="{9EF41607-4297-425F-B820-F9B0D3A9B5E2}" dt="2025-05-12T22:02:04.850" v="1334" actId="47"/>
        <pc:sldMkLst>
          <pc:docMk/>
          <pc:sldMk cId="1889526354" sldId="268"/>
        </pc:sldMkLst>
      </pc:sldChg>
      <pc:sldChg chg="addSp modSp mod">
        <pc:chgData name="Myriam Bensaid" userId="6732edbd-cc17-4b25-8fa6-040ea5375654" providerId="ADAL" clId="{9EF41607-4297-425F-B820-F9B0D3A9B5E2}" dt="2025-05-12T22:02:30.838" v="1357" actId="1035"/>
        <pc:sldMkLst>
          <pc:docMk/>
          <pc:sldMk cId="3106357947" sldId="269"/>
        </pc:sldMkLst>
        <pc:picChg chg="add mod ord">
          <ac:chgData name="Myriam Bensaid" userId="6732edbd-cc17-4b25-8fa6-040ea5375654" providerId="ADAL" clId="{9EF41607-4297-425F-B820-F9B0D3A9B5E2}" dt="2025-05-12T21:22:28.232" v="1084" actId="167"/>
          <ac:picMkLst>
            <pc:docMk/>
            <pc:sldMk cId="3106357947" sldId="269"/>
            <ac:picMk id="3" creationId="{0F82FC74-DDF8-BDC9-8F6C-3DA8E2A870F7}"/>
          </ac:picMkLst>
        </pc:picChg>
        <pc:picChg chg="mod">
          <ac:chgData name="Myriam Bensaid" userId="6732edbd-cc17-4b25-8fa6-040ea5375654" providerId="ADAL" clId="{9EF41607-4297-425F-B820-F9B0D3A9B5E2}" dt="2025-05-12T22:02:30.838" v="1357" actId="1035"/>
          <ac:picMkLst>
            <pc:docMk/>
            <pc:sldMk cId="3106357947" sldId="269"/>
            <ac:picMk id="4" creationId="{EAA35AC4-7A37-2F6E-5A3F-AA331D6C2618}"/>
          </ac:picMkLst>
        </pc:picChg>
        <pc:picChg chg="add mod ord">
          <ac:chgData name="Myriam Bensaid" userId="6732edbd-cc17-4b25-8fa6-040ea5375654" providerId="ADAL" clId="{9EF41607-4297-425F-B820-F9B0D3A9B5E2}" dt="2025-05-12T21:22:28.232" v="1084" actId="167"/>
          <ac:picMkLst>
            <pc:docMk/>
            <pc:sldMk cId="3106357947" sldId="269"/>
            <ac:picMk id="5" creationId="{D1BD0679-032D-6430-6611-C0A0801656DF}"/>
          </ac:picMkLst>
        </pc:picChg>
      </pc:sldChg>
      <pc:sldChg chg="addSp modSp mod">
        <pc:chgData name="Myriam Bensaid" userId="6732edbd-cc17-4b25-8fa6-040ea5375654" providerId="ADAL" clId="{9EF41607-4297-425F-B820-F9B0D3A9B5E2}" dt="2025-05-12T21:21:35.020" v="1070" actId="167"/>
        <pc:sldMkLst>
          <pc:docMk/>
          <pc:sldMk cId="2848038673" sldId="270"/>
        </pc:sldMkLst>
        <pc:picChg chg="add mod ord">
          <ac:chgData name="Myriam Bensaid" userId="6732edbd-cc17-4b25-8fa6-040ea5375654" providerId="ADAL" clId="{9EF41607-4297-425F-B820-F9B0D3A9B5E2}" dt="2025-05-12T21:21:35.020" v="1070" actId="167"/>
          <ac:picMkLst>
            <pc:docMk/>
            <pc:sldMk cId="2848038673" sldId="270"/>
            <ac:picMk id="4" creationId="{CB3470AA-2B90-9B41-E38F-3B46465D5715}"/>
          </ac:picMkLst>
        </pc:picChg>
        <pc:picChg chg="add mod ord">
          <ac:chgData name="Myriam Bensaid" userId="6732edbd-cc17-4b25-8fa6-040ea5375654" providerId="ADAL" clId="{9EF41607-4297-425F-B820-F9B0D3A9B5E2}" dt="2025-05-12T21:21:35.020" v="1070" actId="167"/>
          <ac:picMkLst>
            <pc:docMk/>
            <pc:sldMk cId="2848038673" sldId="270"/>
            <ac:picMk id="5" creationId="{E50BA902-ABA9-35B5-A3F4-AEAE5432D5C6}"/>
          </ac:picMkLst>
        </pc:picChg>
      </pc:sldChg>
      <pc:sldChg chg="addSp modSp mod">
        <pc:chgData name="Myriam Bensaid" userId="6732edbd-cc17-4b25-8fa6-040ea5375654" providerId="ADAL" clId="{9EF41607-4297-425F-B820-F9B0D3A9B5E2}" dt="2025-05-12T21:21:45.559" v="1074" actId="167"/>
        <pc:sldMkLst>
          <pc:docMk/>
          <pc:sldMk cId="3104885242" sldId="271"/>
        </pc:sldMkLst>
        <pc:picChg chg="add mod ord">
          <ac:chgData name="Myriam Bensaid" userId="6732edbd-cc17-4b25-8fa6-040ea5375654" providerId="ADAL" clId="{9EF41607-4297-425F-B820-F9B0D3A9B5E2}" dt="2025-05-12T21:21:45.559" v="1074" actId="167"/>
          <ac:picMkLst>
            <pc:docMk/>
            <pc:sldMk cId="3104885242" sldId="271"/>
            <ac:picMk id="4" creationId="{8892D093-AA23-ED26-C385-7A6AE1C58F3D}"/>
          </ac:picMkLst>
        </pc:picChg>
        <pc:picChg chg="add mod ord">
          <ac:chgData name="Myriam Bensaid" userId="6732edbd-cc17-4b25-8fa6-040ea5375654" providerId="ADAL" clId="{9EF41607-4297-425F-B820-F9B0D3A9B5E2}" dt="2025-05-12T21:21:45.559" v="1074" actId="167"/>
          <ac:picMkLst>
            <pc:docMk/>
            <pc:sldMk cId="3104885242" sldId="271"/>
            <ac:picMk id="5" creationId="{4D433BE0-FC82-35A5-1CA6-7817C1A1CA79}"/>
          </ac:picMkLst>
        </pc:picChg>
      </pc:sldChg>
      <pc:sldChg chg="addSp modSp mod">
        <pc:chgData name="Myriam Bensaid" userId="6732edbd-cc17-4b25-8fa6-040ea5375654" providerId="ADAL" clId="{9EF41607-4297-425F-B820-F9B0D3A9B5E2}" dt="2025-05-13T11:50:54.882" v="2627" actId="6549"/>
        <pc:sldMkLst>
          <pc:docMk/>
          <pc:sldMk cId="2251917429" sldId="272"/>
        </pc:sldMkLst>
      </pc:sldChg>
      <pc:sldChg chg="addSp modSp mod">
        <pc:chgData name="Myriam Bensaid" userId="6732edbd-cc17-4b25-8fa6-040ea5375654" providerId="ADAL" clId="{9EF41607-4297-425F-B820-F9B0D3A9B5E2}" dt="2025-05-12T21:21:50.089" v="1076" actId="167"/>
        <pc:sldMkLst>
          <pc:docMk/>
          <pc:sldMk cId="1168645551" sldId="273"/>
        </pc:sldMkLst>
      </pc:sldChg>
      <pc:sldChg chg="addSp delSp modSp mod modNotesTx">
        <pc:chgData name="Myriam Bensaid" userId="6732edbd-cc17-4b25-8fa6-040ea5375654" providerId="ADAL" clId="{9EF41607-4297-425F-B820-F9B0D3A9B5E2}" dt="2025-05-13T07:17:48.889" v="1681" actId="20577"/>
        <pc:sldMkLst>
          <pc:docMk/>
          <pc:sldMk cId="3581169715" sldId="274"/>
        </pc:sldMkLst>
      </pc:sldChg>
      <pc:sldChg chg="addSp modSp mod">
        <pc:chgData name="Myriam Bensaid" userId="6732edbd-cc17-4b25-8fa6-040ea5375654" providerId="ADAL" clId="{9EF41607-4297-425F-B820-F9B0D3A9B5E2}" dt="2025-05-12T21:22:42.375" v="1088" actId="167"/>
        <pc:sldMkLst>
          <pc:docMk/>
          <pc:sldMk cId="3730856263" sldId="275"/>
        </pc:sldMkLst>
      </pc:sldChg>
      <pc:sldChg chg="addSp modSp mod">
        <pc:chgData name="Myriam Bensaid" userId="6732edbd-cc17-4b25-8fa6-040ea5375654" providerId="ADAL" clId="{9EF41607-4297-425F-B820-F9B0D3A9B5E2}" dt="2025-05-13T10:50:49.278" v="1907" actId="14826"/>
        <pc:sldMkLst>
          <pc:docMk/>
          <pc:sldMk cId="852785038" sldId="276"/>
        </pc:sldMkLst>
      </pc:sldChg>
      <pc:sldChg chg="addSp modSp mod">
        <pc:chgData name="Myriam Bensaid" userId="6732edbd-cc17-4b25-8fa6-040ea5375654" providerId="ADAL" clId="{9EF41607-4297-425F-B820-F9B0D3A9B5E2}" dt="2025-05-12T21:22:57.001" v="1092" actId="167"/>
        <pc:sldMkLst>
          <pc:docMk/>
          <pc:sldMk cId="3951666606" sldId="277"/>
        </pc:sldMkLst>
        <pc:picChg chg="add mod ord">
          <ac:chgData name="Myriam Bensaid" userId="6732edbd-cc17-4b25-8fa6-040ea5375654" providerId="ADAL" clId="{9EF41607-4297-425F-B820-F9B0D3A9B5E2}" dt="2025-05-12T21:22:57.001" v="1092" actId="167"/>
          <ac:picMkLst>
            <pc:docMk/>
            <pc:sldMk cId="3951666606" sldId="277"/>
            <ac:picMk id="3" creationId="{C826BAB3-5C97-6D0F-FA87-D16E0BD7D2B1}"/>
          </ac:picMkLst>
        </pc:picChg>
        <pc:picChg chg="add mod ord">
          <ac:chgData name="Myriam Bensaid" userId="6732edbd-cc17-4b25-8fa6-040ea5375654" providerId="ADAL" clId="{9EF41607-4297-425F-B820-F9B0D3A9B5E2}" dt="2025-05-12T21:22:57.001" v="1092" actId="167"/>
          <ac:picMkLst>
            <pc:docMk/>
            <pc:sldMk cId="3951666606" sldId="277"/>
            <ac:picMk id="4" creationId="{2C82BF07-7B84-2DEF-D1F2-1C35944D9886}"/>
          </ac:picMkLst>
        </pc:picChg>
      </pc:sldChg>
      <pc:sldChg chg="addSp delSp modSp mod">
        <pc:chgData name="Myriam Bensaid" userId="6732edbd-cc17-4b25-8fa6-040ea5375654" providerId="ADAL" clId="{9EF41607-4297-425F-B820-F9B0D3A9B5E2}" dt="2025-05-12T21:21:09.920" v="1064" actId="167"/>
        <pc:sldMkLst>
          <pc:docMk/>
          <pc:sldMk cId="203898375" sldId="278"/>
        </pc:sldMkLst>
        <pc:picChg chg="add mod ord">
          <ac:chgData name="Myriam Bensaid" userId="6732edbd-cc17-4b25-8fa6-040ea5375654" providerId="ADAL" clId="{9EF41607-4297-425F-B820-F9B0D3A9B5E2}" dt="2025-05-12T21:21:09.920" v="1064" actId="167"/>
          <ac:picMkLst>
            <pc:docMk/>
            <pc:sldMk cId="203898375" sldId="278"/>
            <ac:picMk id="4" creationId="{FF22985F-7B62-ADC6-BE9F-1712544E3A3A}"/>
          </ac:picMkLst>
        </pc:picChg>
        <pc:picChg chg="add mod ord">
          <ac:chgData name="Myriam Bensaid" userId="6732edbd-cc17-4b25-8fa6-040ea5375654" providerId="ADAL" clId="{9EF41607-4297-425F-B820-F9B0D3A9B5E2}" dt="2025-05-12T21:21:09.920" v="1064" actId="167"/>
          <ac:picMkLst>
            <pc:docMk/>
            <pc:sldMk cId="203898375" sldId="278"/>
            <ac:picMk id="6" creationId="{387CECFB-DBE3-3F2B-5E2B-A004DE779CD6}"/>
          </ac:picMkLst>
        </pc:picChg>
      </pc:sldChg>
      <pc:sldChg chg="addSp modSp del mod">
        <pc:chgData name="Myriam Bensaid" userId="6732edbd-cc17-4b25-8fa6-040ea5375654" providerId="ADAL" clId="{9EF41607-4297-425F-B820-F9B0D3A9B5E2}" dt="2025-05-13T11:41:20.872" v="2341" actId="47"/>
        <pc:sldMkLst>
          <pc:docMk/>
          <pc:sldMk cId="4185814877" sldId="279"/>
        </pc:sldMkLst>
      </pc:sldChg>
      <pc:sldChg chg="add">
        <pc:chgData name="Myriam Bensaid" userId="6732edbd-cc17-4b25-8fa6-040ea5375654" providerId="ADAL" clId="{9EF41607-4297-425F-B820-F9B0D3A9B5E2}" dt="2025-05-13T07:08:09.751" v="1368" actId="2890"/>
        <pc:sldMkLst>
          <pc:docMk/>
          <pc:sldMk cId="12991851" sldId="280"/>
        </pc:sldMkLst>
      </pc:sldChg>
      <pc:sldChg chg="modSp mod ord modNotesTx">
        <pc:chgData name="Myriam Bensaid" userId="6732edbd-cc17-4b25-8fa6-040ea5375654" providerId="ADAL" clId="{9EF41607-4297-425F-B820-F9B0D3A9B5E2}" dt="2025-05-13T11:54:24.816" v="2699" actId="20577"/>
        <pc:sldMkLst>
          <pc:docMk/>
          <pc:sldMk cId="1111283915" sldId="281"/>
        </pc:sldMkLst>
        <pc:spChg chg="mod">
          <ac:chgData name="Myriam Bensaid" userId="6732edbd-cc17-4b25-8fa6-040ea5375654" providerId="ADAL" clId="{9EF41607-4297-425F-B820-F9B0D3A9B5E2}" dt="2025-05-13T11:52:11.965" v="2648" actId="20577"/>
          <ac:spMkLst>
            <pc:docMk/>
            <pc:sldMk cId="1111283915" sldId="281"/>
            <ac:spMk id="2" creationId="{EB4C13E9-7ADA-8D17-3AFF-165995A77559}"/>
          </ac:spMkLst>
        </pc:spChg>
        <pc:spChg chg="mod">
          <ac:chgData name="Myriam Bensaid" userId="6732edbd-cc17-4b25-8fa6-040ea5375654" providerId="ADAL" clId="{9EF41607-4297-425F-B820-F9B0D3A9B5E2}" dt="2025-05-13T10:52:05.940" v="1942" actId="1035"/>
          <ac:spMkLst>
            <pc:docMk/>
            <pc:sldMk cId="1111283915" sldId="281"/>
            <ac:spMk id="3" creationId="{D8FF151B-ED03-6BCD-4B4D-1ED989A56F1E}"/>
          </ac:spMkLst>
        </pc:spChg>
      </pc:sldChg>
      <pc:sldChg chg="modSp mod modNotesTx">
        <pc:chgData name="Myriam Bensaid" userId="6732edbd-cc17-4b25-8fa6-040ea5375654" providerId="ADAL" clId="{9EF41607-4297-425F-B820-F9B0D3A9B5E2}" dt="2025-05-13T11:57:04.042" v="2788" actId="20577"/>
        <pc:sldMkLst>
          <pc:docMk/>
          <pc:sldMk cId="623530343" sldId="282"/>
        </pc:sldMkLst>
      </pc:sldChg>
      <pc:sldChg chg="modNotesTx">
        <pc:chgData name="Myriam Bensaid" userId="6732edbd-cc17-4b25-8fa6-040ea5375654" providerId="ADAL" clId="{9EF41607-4297-425F-B820-F9B0D3A9B5E2}" dt="2025-05-13T11:57:49.838" v="2838" actId="20577"/>
        <pc:sldMkLst>
          <pc:docMk/>
          <pc:sldMk cId="2970935995" sldId="283"/>
        </pc:sldMkLst>
      </pc:sldChg>
      <pc:sldChg chg="add modNotesTx">
        <pc:chgData name="Myriam Bensaid" userId="6732edbd-cc17-4b25-8fa6-040ea5375654" providerId="ADAL" clId="{9EF41607-4297-425F-B820-F9B0D3A9B5E2}" dt="2025-05-13T11:43:44.235" v="2459" actId="20577"/>
        <pc:sldMkLst>
          <pc:docMk/>
          <pc:sldMk cId="1555216939" sldId="284"/>
        </pc:sldMkLst>
      </pc:sldChg>
    </pc:docChg>
  </pc:docChgLst>
  <pc:docChgLst>
    <pc:chgData name="Ibrahim Fridjine" userId="S::ibrahim.fridjine@etu.cyu.fr::67dc31e2-e662-4518-b469-c9f45de4918e" providerId="AD" clId="Web-{06C21F31-8398-3105-B8A4-EC3A20E195E4}"/>
    <pc:docChg chg="addSld delSld modSld sldOrd modSection">
      <pc:chgData name="Ibrahim Fridjine" userId="S::ibrahim.fridjine@etu.cyu.fr::67dc31e2-e662-4518-b469-c9f45de4918e" providerId="AD" clId="Web-{06C21F31-8398-3105-B8A4-EC3A20E195E4}" dt="2025-06-09T21:24:13.317" v="357" actId="20577"/>
      <pc:docMkLst>
        <pc:docMk/>
      </pc:docMkLst>
      <pc:sldChg chg="ord">
        <pc:chgData name="Ibrahim Fridjine" userId="S::ibrahim.fridjine@etu.cyu.fr::67dc31e2-e662-4518-b469-c9f45de4918e" providerId="AD" clId="Web-{06C21F31-8398-3105-B8A4-EC3A20E195E4}" dt="2025-06-09T17:32:06.865" v="172"/>
        <pc:sldMkLst>
          <pc:docMk/>
          <pc:sldMk cId="964759020" sldId="261"/>
        </pc:sldMkLst>
      </pc:sldChg>
      <pc:sldChg chg="addSp delSp modSp">
        <pc:chgData name="Ibrahim Fridjine" userId="S::ibrahim.fridjine@etu.cyu.fr::67dc31e2-e662-4518-b469-c9f45de4918e" providerId="AD" clId="Web-{06C21F31-8398-3105-B8A4-EC3A20E195E4}" dt="2025-06-09T19:43:01.325" v="176" actId="20577"/>
        <pc:sldMkLst>
          <pc:docMk/>
          <pc:sldMk cId="852785038" sldId="276"/>
        </pc:sldMkLst>
      </pc:sldChg>
      <pc:sldChg chg="addSp delSp modSp">
        <pc:chgData name="Ibrahim Fridjine" userId="S::ibrahim.fridjine@etu.cyu.fr::67dc31e2-e662-4518-b469-c9f45de4918e" providerId="AD" clId="Web-{06C21F31-8398-3105-B8A4-EC3A20E195E4}" dt="2025-06-09T21:24:13.317" v="357" actId="20577"/>
        <pc:sldMkLst>
          <pc:docMk/>
          <pc:sldMk cId="3832222315" sldId="291"/>
        </pc:sldMkLst>
        <pc:spChg chg="mod">
          <ac:chgData name="Ibrahim Fridjine" userId="S::ibrahim.fridjine@etu.cyu.fr::67dc31e2-e662-4518-b469-c9f45de4918e" providerId="AD" clId="Web-{06C21F31-8398-3105-B8A4-EC3A20E195E4}" dt="2025-06-09T21:11:47.265" v="274" actId="20577"/>
          <ac:spMkLst>
            <pc:docMk/>
            <pc:sldMk cId="3832222315" sldId="291"/>
            <ac:spMk id="2" creationId="{643CE25B-01F2-369E-32AC-9AD806AB71F3}"/>
          </ac:spMkLst>
        </pc:spChg>
        <pc:spChg chg="mod">
          <ac:chgData name="Ibrahim Fridjine" userId="S::ibrahim.fridjine@etu.cyu.fr::67dc31e2-e662-4518-b469-c9f45de4918e" providerId="AD" clId="Web-{06C21F31-8398-3105-B8A4-EC3A20E195E4}" dt="2025-06-09T21:24:13.317" v="357" actId="20577"/>
          <ac:spMkLst>
            <pc:docMk/>
            <pc:sldMk cId="3832222315" sldId="291"/>
            <ac:spMk id="3" creationId="{FEE3054A-9A76-4BB2-CB18-30F385DA8E17}"/>
          </ac:spMkLst>
        </pc:spChg>
        <pc:spChg chg="mod">
          <ac:chgData name="Ibrahim Fridjine" userId="S::ibrahim.fridjine@etu.cyu.fr::67dc31e2-e662-4518-b469-c9f45de4918e" providerId="AD" clId="Web-{06C21F31-8398-3105-B8A4-EC3A20E195E4}" dt="2025-06-09T20:59:34.472" v="186" actId="1076"/>
          <ac:spMkLst>
            <pc:docMk/>
            <pc:sldMk cId="3832222315" sldId="291"/>
            <ac:spMk id="8" creationId="{6E03E6F8-F013-5253-D573-7EF17C3D1D3E}"/>
          </ac:spMkLst>
        </pc:spChg>
        <pc:spChg chg="add mod">
          <ac:chgData name="Ibrahim Fridjine" userId="S::ibrahim.fridjine@etu.cyu.fr::67dc31e2-e662-4518-b469-c9f45de4918e" providerId="AD" clId="Web-{06C21F31-8398-3105-B8A4-EC3A20E195E4}" dt="2025-06-09T21:13:02.221" v="329" actId="20577"/>
          <ac:spMkLst>
            <pc:docMk/>
            <pc:sldMk cId="3832222315" sldId="291"/>
            <ac:spMk id="14" creationId="{714F50B3-E573-22C7-DB58-EAF09EED7359}"/>
          </ac:spMkLst>
        </pc:spChg>
        <pc:grpChg chg="mod">
          <ac:chgData name="Ibrahim Fridjine" userId="S::ibrahim.fridjine@etu.cyu.fr::67dc31e2-e662-4518-b469-c9f45de4918e" providerId="AD" clId="Web-{06C21F31-8398-3105-B8A4-EC3A20E195E4}" dt="2025-06-09T21:11:18.405" v="270" actId="1076"/>
          <ac:grpSpMkLst>
            <pc:docMk/>
            <pc:sldMk cId="3832222315" sldId="291"/>
            <ac:grpSpMk id="11" creationId="{9D5A2FD9-1059-FFEE-8E1F-E18948D6F90E}"/>
          </ac:grpSpMkLst>
        </pc:grpChg>
        <pc:picChg chg="add mod">
          <ac:chgData name="Ibrahim Fridjine" userId="S::ibrahim.fridjine@etu.cyu.fr::67dc31e2-e662-4518-b469-c9f45de4918e" providerId="AD" clId="Web-{06C21F31-8398-3105-B8A4-EC3A20E195E4}" dt="2025-06-09T21:11:21.936" v="271" actId="1076"/>
          <ac:picMkLst>
            <pc:docMk/>
            <pc:sldMk cId="3832222315" sldId="291"/>
            <ac:picMk id="13" creationId="{EB52AD4A-FE52-EB97-1563-2085F1F00CF6}"/>
          </ac:picMkLst>
        </pc:picChg>
      </pc:sldChg>
      <pc:sldChg chg="new del ord">
        <pc:chgData name="Ibrahim Fridjine" userId="S::ibrahim.fridjine@etu.cyu.fr::67dc31e2-e662-4518-b469-c9f45de4918e" providerId="AD" clId="Web-{06C21F31-8398-3105-B8A4-EC3A20E195E4}" dt="2025-06-09T16:23:48.463" v="4"/>
        <pc:sldMkLst>
          <pc:docMk/>
          <pc:sldMk cId="68609165" sldId="293"/>
        </pc:sldMkLst>
      </pc:sldChg>
      <pc:sldChg chg="addSp delSp modSp add replId">
        <pc:chgData name="Ibrahim Fridjine" userId="S::ibrahim.fridjine@etu.cyu.fr::67dc31e2-e662-4518-b469-c9f45de4918e" providerId="AD" clId="Web-{06C21F31-8398-3105-B8A4-EC3A20E195E4}" dt="2025-06-09T16:38:12.233" v="105" actId="20577"/>
        <pc:sldMkLst>
          <pc:docMk/>
          <pc:sldMk cId="1515967042" sldId="293"/>
        </pc:sldMkLst>
        <pc:spChg chg="mod">
          <ac:chgData name="Ibrahim Fridjine" userId="S::ibrahim.fridjine@etu.cyu.fr::67dc31e2-e662-4518-b469-c9f45de4918e" providerId="AD" clId="Web-{06C21F31-8398-3105-B8A4-EC3A20E195E4}" dt="2025-06-09T16:26:25.953" v="22" actId="20577"/>
          <ac:spMkLst>
            <pc:docMk/>
            <pc:sldMk cId="1515967042" sldId="293"/>
            <ac:spMk id="2" creationId="{78C38555-4830-45C1-85DA-9D4E246E6B56}"/>
          </ac:spMkLst>
        </pc:spChg>
        <pc:spChg chg="mod">
          <ac:chgData name="Ibrahim Fridjine" userId="S::ibrahim.fridjine@etu.cyu.fr::67dc31e2-e662-4518-b469-c9f45de4918e" providerId="AD" clId="Web-{06C21F31-8398-3105-B8A4-EC3A20E195E4}" dt="2025-06-09T16:38:12.233" v="105" actId="20577"/>
          <ac:spMkLst>
            <pc:docMk/>
            <pc:sldMk cId="1515967042" sldId="293"/>
            <ac:spMk id="3" creationId="{D0F249DB-E775-197C-C3CA-40E835444BC9}"/>
          </ac:spMkLst>
        </pc:spChg>
        <pc:picChg chg="add del">
          <ac:chgData name="Ibrahim Fridjine" userId="S::ibrahim.fridjine@etu.cyu.fr::67dc31e2-e662-4518-b469-c9f45de4918e" providerId="AD" clId="Web-{06C21F31-8398-3105-B8A4-EC3A20E195E4}" dt="2025-06-09T16:34:54.549" v="77"/>
          <ac:picMkLst>
            <pc:docMk/>
            <pc:sldMk cId="1515967042" sldId="293"/>
            <ac:picMk id="6" creationId="{1C23C07A-2D65-6B10-8D80-079B19E5A45C}"/>
          </ac:picMkLst>
        </pc:picChg>
      </pc:sldChg>
      <pc:sldChg chg="add del replId">
        <pc:chgData name="Ibrahim Fridjine" userId="S::ibrahim.fridjine@etu.cyu.fr::67dc31e2-e662-4518-b469-c9f45de4918e" providerId="AD" clId="Web-{06C21F31-8398-3105-B8A4-EC3A20E195E4}" dt="2025-06-09T16:32:20.325" v="51"/>
        <pc:sldMkLst>
          <pc:docMk/>
          <pc:sldMk cId="976310" sldId="294"/>
        </pc:sldMkLst>
      </pc:sldChg>
      <pc:sldChg chg="add del replId">
        <pc:chgData name="Ibrahim Fridjine" userId="S::ibrahim.fridjine@etu.cyu.fr::67dc31e2-e662-4518-b469-c9f45de4918e" providerId="AD" clId="Web-{06C21F31-8398-3105-B8A4-EC3A20E195E4}" dt="2025-06-09T16:32:14.919" v="49"/>
        <pc:sldMkLst>
          <pc:docMk/>
          <pc:sldMk cId="89744209" sldId="294"/>
        </pc:sldMkLst>
      </pc:sldChg>
      <pc:sldChg chg="add del replId">
        <pc:chgData name="Ibrahim Fridjine" userId="S::ibrahim.fridjine@etu.cyu.fr::67dc31e2-e662-4518-b469-c9f45de4918e" providerId="AD" clId="Web-{06C21F31-8398-3105-B8A4-EC3A20E195E4}" dt="2025-06-09T16:32:34.794" v="53"/>
        <pc:sldMkLst>
          <pc:docMk/>
          <pc:sldMk cId="636460820" sldId="294"/>
        </pc:sldMkLst>
      </pc:sldChg>
      <pc:sldChg chg="new del">
        <pc:chgData name="Ibrahim Fridjine" userId="S::ibrahim.fridjine@etu.cyu.fr::67dc31e2-e662-4518-b469-c9f45de4918e" providerId="AD" clId="Web-{06C21F31-8398-3105-B8A4-EC3A20E195E4}" dt="2025-06-09T16:44:55.419" v="108"/>
        <pc:sldMkLst>
          <pc:docMk/>
          <pc:sldMk cId="3515472876" sldId="294"/>
        </pc:sldMkLst>
      </pc:sldChg>
    </pc:docChg>
  </pc:docChgLst>
  <pc:docChgLst>
    <pc:chgData name="Myriam Bensaid" userId="6732edbd-cc17-4b25-8fa6-040ea5375654" providerId="ADAL" clId="{A44C5648-C0EB-6942-B0FD-C3BAFEE32E4C}"/>
    <pc:docChg chg="undo custSel modSld">
      <pc:chgData name="Myriam Bensaid" userId="6732edbd-cc17-4b25-8fa6-040ea5375654" providerId="ADAL" clId="{A44C5648-C0EB-6942-B0FD-C3BAFEE32E4C}" dt="2025-06-10T20:51:11.445" v="32" actId="14826"/>
      <pc:docMkLst>
        <pc:docMk/>
      </pc:docMkLst>
      <pc:sldChg chg="modSp">
        <pc:chgData name="Myriam Bensaid" userId="6732edbd-cc17-4b25-8fa6-040ea5375654" providerId="ADAL" clId="{A44C5648-C0EB-6942-B0FD-C3BAFEE32E4C}" dt="2025-06-10T20:51:11.445" v="32" actId="14826"/>
        <pc:sldMkLst>
          <pc:docMk/>
          <pc:sldMk cId="3106357947" sldId="269"/>
        </pc:sldMkLst>
        <pc:picChg chg="mod">
          <ac:chgData name="Myriam Bensaid" userId="6732edbd-cc17-4b25-8fa6-040ea5375654" providerId="ADAL" clId="{A44C5648-C0EB-6942-B0FD-C3BAFEE32E4C}" dt="2025-06-10T20:51:11.445" v="32" actId="14826"/>
          <ac:picMkLst>
            <pc:docMk/>
            <pc:sldMk cId="3106357947" sldId="269"/>
            <ac:picMk id="4" creationId="{EAA35AC4-7A37-2F6E-5A3F-AA331D6C2618}"/>
          </ac:picMkLst>
        </pc:picChg>
      </pc:sldChg>
      <pc:sldChg chg="addSp delSp modSp">
        <pc:chgData name="Myriam Bensaid" userId="6732edbd-cc17-4b25-8fa6-040ea5375654" providerId="ADAL" clId="{A44C5648-C0EB-6942-B0FD-C3BAFEE32E4C}" dt="2025-06-10T08:31:17.025" v="28" actId="14826"/>
        <pc:sldMkLst>
          <pc:docMk/>
          <pc:sldMk cId="12991851" sldId="280"/>
        </pc:sldMkLst>
      </pc:sldChg>
    </pc:docChg>
  </pc:docChgLst>
  <pc:docChgLst>
    <pc:chgData name="Tom Jaffrain" userId="S::tom.jaffrain@etu.cyu.fr::3465d130-e37b-4363-a46a-94c5b2166a36" providerId="AD" clId="Web-{B2422616-7A29-87AA-3FA0-A5F5BE43F076}"/>
    <pc:docChg chg="modSld sldOrd">
      <pc:chgData name="Tom Jaffrain" userId="S::tom.jaffrain@etu.cyu.fr::3465d130-e37b-4363-a46a-94c5b2166a36" providerId="AD" clId="Web-{B2422616-7A29-87AA-3FA0-A5F5BE43F076}" dt="2025-06-10T20:43:30.332" v="3" actId="1076"/>
      <pc:docMkLst>
        <pc:docMk/>
      </pc:docMkLst>
      <pc:sldChg chg="modSp">
        <pc:chgData name="Tom Jaffrain" userId="S::tom.jaffrain@etu.cyu.fr::3465d130-e37b-4363-a46a-94c5b2166a36" providerId="AD" clId="Web-{B2422616-7A29-87AA-3FA0-A5F5BE43F076}" dt="2025-06-10T20:43:30.332" v="3" actId="1076"/>
        <pc:sldMkLst>
          <pc:docMk/>
          <pc:sldMk cId="3784089036" sldId="256"/>
        </pc:sldMkLst>
        <pc:spChg chg="mod">
          <ac:chgData name="Tom Jaffrain" userId="S::tom.jaffrain@etu.cyu.fr::3465d130-e37b-4363-a46a-94c5b2166a36" providerId="AD" clId="Web-{B2422616-7A29-87AA-3FA0-A5F5BE43F076}" dt="2025-06-10T20:43:30.332" v="3" actId="1076"/>
          <ac:spMkLst>
            <pc:docMk/>
            <pc:sldMk cId="3784089036" sldId="256"/>
            <ac:spMk id="14" creationId="{0963C5F4-48CC-1912-E859-BE1F87659271}"/>
          </ac:spMkLst>
        </pc:spChg>
      </pc:sldChg>
      <pc:sldChg chg="ord">
        <pc:chgData name="Tom Jaffrain" userId="S::tom.jaffrain@etu.cyu.fr::3465d130-e37b-4363-a46a-94c5b2166a36" providerId="AD" clId="Web-{B2422616-7A29-87AA-3FA0-A5F5BE43F076}" dt="2025-06-10T17:42:39.534" v="0"/>
        <pc:sldMkLst>
          <pc:docMk/>
          <pc:sldMk cId="3287384019" sldId="259"/>
        </pc:sldMkLst>
      </pc:sldChg>
      <pc:sldChg chg="modSp">
        <pc:chgData name="Tom Jaffrain" userId="S::tom.jaffrain@etu.cyu.fr::3465d130-e37b-4363-a46a-94c5b2166a36" providerId="AD" clId="Web-{B2422616-7A29-87AA-3FA0-A5F5BE43F076}" dt="2025-06-10T18:01:45.194" v="1" actId="1076"/>
        <pc:sldMkLst>
          <pc:docMk/>
          <pc:sldMk cId="1466491715" sldId="266"/>
        </pc:sldMkLst>
      </pc:sldChg>
    </pc:docChg>
  </pc:docChgLst>
  <pc:docChgLst>
    <pc:chgData name="Myriam Bensaid" userId="6732edbd-cc17-4b25-8fa6-040ea5375654" providerId="ADAL" clId="{CE7EDB13-91C2-AB45-8A0C-EF0A6606A348}"/>
    <pc:docChg chg="undo custSel delSld modSld modSection">
      <pc:chgData name="Myriam Bensaid" userId="6732edbd-cc17-4b25-8fa6-040ea5375654" providerId="ADAL" clId="{CE7EDB13-91C2-AB45-8A0C-EF0A6606A348}" dt="2025-06-18T16:05:24.391" v="42" actId="1076"/>
      <pc:docMkLst>
        <pc:docMk/>
      </pc:docMkLst>
      <pc:sldChg chg="modSp">
        <pc:chgData name="Myriam Bensaid" userId="6732edbd-cc17-4b25-8fa6-040ea5375654" providerId="ADAL" clId="{CE7EDB13-91C2-AB45-8A0C-EF0A6606A348}" dt="2025-06-18T16:05:24.391" v="42" actId="1076"/>
        <pc:sldMkLst>
          <pc:docMk/>
          <pc:sldMk cId="3784089036" sldId="256"/>
        </pc:sldMkLst>
        <pc:spChg chg="mod">
          <ac:chgData name="Myriam Bensaid" userId="6732edbd-cc17-4b25-8fa6-040ea5375654" providerId="ADAL" clId="{CE7EDB13-91C2-AB45-8A0C-EF0A6606A348}" dt="2025-06-18T16:05:24.391" v="42" actId="1076"/>
          <ac:spMkLst>
            <pc:docMk/>
            <pc:sldMk cId="3784089036" sldId="256"/>
            <ac:spMk id="11" creationId="{0DAC06B7-388D-6A29-16FD-BEECA7ADB120}"/>
          </ac:spMkLst>
        </pc:spChg>
      </pc:sldChg>
      <pc:sldChg chg="del">
        <pc:chgData name="Myriam Bensaid" userId="6732edbd-cc17-4b25-8fa6-040ea5375654" providerId="ADAL" clId="{CE7EDB13-91C2-AB45-8A0C-EF0A6606A348}" dt="2025-06-18T10:55:59.600" v="0" actId="2696"/>
        <pc:sldMkLst>
          <pc:docMk/>
          <pc:sldMk cId="3497336989" sldId="258"/>
        </pc:sldMkLst>
      </pc:sldChg>
      <pc:sldChg chg="del">
        <pc:chgData name="Myriam Bensaid" userId="6732edbd-cc17-4b25-8fa6-040ea5375654" providerId="ADAL" clId="{CE7EDB13-91C2-AB45-8A0C-EF0A6606A348}" dt="2025-06-18T10:56:04.981" v="1" actId="2696"/>
        <pc:sldMkLst>
          <pc:docMk/>
          <pc:sldMk cId="3287384019" sldId="259"/>
        </pc:sldMkLst>
      </pc:sldChg>
      <pc:sldChg chg="del">
        <pc:chgData name="Myriam Bensaid" userId="6732edbd-cc17-4b25-8fa6-040ea5375654" providerId="ADAL" clId="{CE7EDB13-91C2-AB45-8A0C-EF0A6606A348}" dt="2025-06-18T10:56:49.608" v="2" actId="2696"/>
        <pc:sldMkLst>
          <pc:docMk/>
          <pc:sldMk cId="3581169715" sldId="274"/>
        </pc:sldMkLst>
      </pc:sldChg>
      <pc:sldChg chg="del">
        <pc:chgData name="Myriam Bensaid" userId="6732edbd-cc17-4b25-8fa6-040ea5375654" providerId="ADAL" clId="{CE7EDB13-91C2-AB45-8A0C-EF0A6606A348}" dt="2025-06-18T10:56:51.372" v="3" actId="2696"/>
        <pc:sldMkLst>
          <pc:docMk/>
          <pc:sldMk cId="12991851" sldId="280"/>
        </pc:sldMkLst>
      </pc:sldChg>
      <pc:sldChg chg="del">
        <pc:chgData name="Myriam Bensaid" userId="6732edbd-cc17-4b25-8fa6-040ea5375654" providerId="ADAL" clId="{CE7EDB13-91C2-AB45-8A0C-EF0A6606A348}" dt="2025-06-18T10:56:53.820" v="4" actId="2696"/>
        <pc:sldMkLst>
          <pc:docMk/>
          <pc:sldMk cId="1519378309" sldId="294"/>
        </pc:sldMkLst>
      </pc:sldChg>
    </pc:docChg>
  </pc:docChgLst>
  <pc:docChgLst>
    <pc:chgData name="Tom Jaffrain" userId="S::tom.jaffrain@etu.cyu.fr::3465d130-e37b-4363-a46a-94c5b2166a36" providerId="AD" clId="Web-{3C6D0889-88A7-9AA0-F705-15086E840856}"/>
    <pc:docChg chg="modSld">
      <pc:chgData name="Tom Jaffrain" userId="S::tom.jaffrain@etu.cyu.fr::3465d130-e37b-4363-a46a-94c5b2166a36" providerId="AD" clId="Web-{3C6D0889-88A7-9AA0-F705-15086E840856}" dt="2025-06-04T16:49:17.191" v="9" actId="1076"/>
      <pc:docMkLst>
        <pc:docMk/>
      </pc:docMkLst>
      <pc:sldChg chg="modSp">
        <pc:chgData name="Tom Jaffrain" userId="S::tom.jaffrain@etu.cyu.fr::3465d130-e37b-4363-a46a-94c5b2166a36" providerId="AD" clId="Web-{3C6D0889-88A7-9AA0-F705-15086E840856}" dt="2025-06-04T16:49:17.191" v="9" actId="1076"/>
        <pc:sldMkLst>
          <pc:docMk/>
          <pc:sldMk cId="3179145733" sldId="260"/>
        </pc:sldMkLst>
        <pc:spChg chg="mod">
          <ac:chgData name="Tom Jaffrain" userId="S::tom.jaffrain@etu.cyu.fr::3465d130-e37b-4363-a46a-94c5b2166a36" providerId="AD" clId="Web-{3C6D0889-88A7-9AA0-F705-15086E840856}" dt="2025-06-04T16:49:17.191" v="9" actId="1076"/>
          <ac:spMkLst>
            <pc:docMk/>
            <pc:sldMk cId="3179145733" sldId="260"/>
            <ac:spMk id="10" creationId="{6373EE6E-C87F-ED88-35B7-F7522A9B6416}"/>
          </ac:spMkLst>
        </pc:spChg>
      </pc:sldChg>
    </pc:docChg>
  </pc:docChgLst>
  <pc:docChgLst>
    <pc:chgData name="Tom Jaffrain" userId="S::tom.jaffrain@etu.cyu.fr::3465d130-e37b-4363-a46a-94c5b2166a36" providerId="AD" clId="Web-{4C7E62A3-D037-274B-2FB4-8BFC861896D2}"/>
    <pc:docChg chg="addSld modSld">
      <pc:chgData name="Tom Jaffrain" userId="S::tom.jaffrain@etu.cyu.fr::3465d130-e37b-4363-a46a-94c5b2166a36" providerId="AD" clId="Web-{4C7E62A3-D037-274B-2FB4-8BFC861896D2}" dt="2025-06-02T17:18:21.167" v="3"/>
      <pc:docMkLst>
        <pc:docMk/>
      </pc:docMkLst>
      <pc:sldChg chg="addSp delSp modSp new">
        <pc:chgData name="Tom Jaffrain" userId="S::tom.jaffrain@etu.cyu.fr::3465d130-e37b-4363-a46a-94c5b2166a36" providerId="AD" clId="Web-{4C7E62A3-D037-274B-2FB4-8BFC861896D2}" dt="2025-06-02T17:18:21.167" v="3"/>
        <pc:sldMkLst>
          <pc:docMk/>
          <pc:sldMk cId="1211474811" sldId="289"/>
        </pc:sldMkLst>
      </pc:sldChg>
    </pc:docChg>
  </pc:docChgLst>
  <pc:docChgLst>
    <pc:chgData name="Ibrahim Fridjine" userId="S::ibrahim.fridjine@etu.cyu.fr::67dc31e2-e662-4518-b469-c9f45de4918e" providerId="AD" clId="Web-{0DB2F8E0-731D-CCE8-42C9-F445C1529F63}"/>
    <pc:docChg chg="modSld">
      <pc:chgData name="Ibrahim Fridjine" userId="S::ibrahim.fridjine@etu.cyu.fr::67dc31e2-e662-4518-b469-c9f45de4918e" providerId="AD" clId="Web-{0DB2F8E0-731D-CCE8-42C9-F445C1529F63}" dt="2025-06-04T10:04:15.156" v="5" actId="1076"/>
      <pc:docMkLst>
        <pc:docMk/>
      </pc:docMkLst>
      <pc:sldChg chg="modSp">
        <pc:chgData name="Ibrahim Fridjine" userId="S::ibrahim.fridjine@etu.cyu.fr::67dc31e2-e662-4518-b469-c9f45de4918e" providerId="AD" clId="Web-{0DB2F8E0-731D-CCE8-42C9-F445C1529F63}" dt="2025-06-04T10:04:15.156" v="5" actId="1076"/>
        <pc:sldMkLst>
          <pc:docMk/>
          <pc:sldMk cId="3832222315" sldId="291"/>
        </pc:sldMkLst>
        <pc:picChg chg="mod modCrop">
          <ac:chgData name="Ibrahim Fridjine" userId="S::ibrahim.fridjine@etu.cyu.fr::67dc31e2-e662-4518-b469-c9f45de4918e" providerId="AD" clId="Web-{0DB2F8E0-731D-CCE8-42C9-F445C1529F63}" dt="2025-06-04T10:04:15.156" v="5" actId="1076"/>
          <ac:picMkLst>
            <pc:docMk/>
            <pc:sldMk cId="3832222315" sldId="291"/>
            <ac:picMk id="9" creationId="{A12BF25D-F4C9-A18D-F0DC-057FFD092430}"/>
          </ac:picMkLst>
        </pc:picChg>
        <pc:picChg chg="mod">
          <ac:chgData name="Ibrahim Fridjine" userId="S::ibrahim.fridjine@etu.cyu.fr::67dc31e2-e662-4518-b469-c9f45de4918e" providerId="AD" clId="Web-{0DB2F8E0-731D-CCE8-42C9-F445C1529F63}" dt="2025-06-04T10:04:12.578" v="4" actId="1076"/>
          <ac:picMkLst>
            <pc:docMk/>
            <pc:sldMk cId="3832222315" sldId="291"/>
            <ac:picMk id="12" creationId="{8383D55F-0010-180E-5849-D0F5AB18D8C1}"/>
          </ac:picMkLst>
        </pc:picChg>
      </pc:sldChg>
    </pc:docChg>
  </pc:docChgLst>
  <pc:docChgLst>
    <pc:chgData name="Maria-Danielle Boula" userId="S::maria-danielle.boula@etu.cyu.fr::859cf926-bdfd-4a6e-8ea5-01bbdb4ec499" providerId="AD" clId="Web-{2C249599-F59E-FB0D-7CD7-287D13F90F45}"/>
    <pc:docChg chg="modSld">
      <pc:chgData name="Maria-Danielle Boula" userId="S::maria-danielle.boula@etu.cyu.fr::859cf926-bdfd-4a6e-8ea5-01bbdb4ec499" providerId="AD" clId="Web-{2C249599-F59E-FB0D-7CD7-287D13F90F45}" dt="2025-06-04T13:43:10.410" v="5" actId="14100"/>
      <pc:docMkLst>
        <pc:docMk/>
      </pc:docMkLst>
    </pc:docChg>
  </pc:docChgLst>
  <pc:docChgLst>
    <pc:chgData name="Maria-Danielle Boula" userId="S::maria-danielle.boula@etu.cyu.fr::859cf926-bdfd-4a6e-8ea5-01bbdb4ec499" providerId="AD" clId="Web-{84871631-F3F1-9485-5462-8610FD375EB4}"/>
    <pc:docChg chg="addSld modSld sldOrd">
      <pc:chgData name="Maria-Danielle Boula" userId="S::maria-danielle.boula@etu.cyu.fr::859cf926-bdfd-4a6e-8ea5-01bbdb4ec499" providerId="AD" clId="Web-{84871631-F3F1-9485-5462-8610FD375EB4}" dt="2025-05-13T10:41:09.631" v="250" actId="20577"/>
      <pc:docMkLst>
        <pc:docMk/>
      </pc:docMkLst>
      <pc:sldChg chg="modSp">
        <pc:chgData name="Maria-Danielle Boula" userId="S::maria-danielle.boula@etu.cyu.fr::859cf926-bdfd-4a6e-8ea5-01bbdb4ec499" providerId="AD" clId="Web-{84871631-F3F1-9485-5462-8610FD375EB4}" dt="2025-05-13T10:03:41.568" v="1" actId="20577"/>
        <pc:sldMkLst>
          <pc:docMk/>
          <pc:sldMk cId="2335391542" sldId="267"/>
        </pc:sldMkLst>
      </pc:sldChg>
      <pc:sldChg chg="modSp add replId">
        <pc:chgData name="Maria-Danielle Boula" userId="S::maria-danielle.boula@etu.cyu.fr::859cf926-bdfd-4a6e-8ea5-01bbdb4ec499" providerId="AD" clId="Web-{84871631-F3F1-9485-5462-8610FD375EB4}" dt="2025-05-13T10:41:09.631" v="250" actId="20577"/>
        <pc:sldMkLst>
          <pc:docMk/>
          <pc:sldMk cId="1111283915" sldId="281"/>
        </pc:sldMkLst>
        <pc:spChg chg="mod">
          <ac:chgData name="Maria-Danielle Boula" userId="S::maria-danielle.boula@etu.cyu.fr::859cf926-bdfd-4a6e-8ea5-01bbdb4ec499" providerId="AD" clId="Web-{84871631-F3F1-9485-5462-8610FD375EB4}" dt="2025-05-13T10:39:41.690" v="213" actId="20577"/>
          <ac:spMkLst>
            <pc:docMk/>
            <pc:sldMk cId="1111283915" sldId="281"/>
            <ac:spMk id="2" creationId="{EB4C13E9-7ADA-8D17-3AFF-165995A77559}"/>
          </ac:spMkLst>
        </pc:spChg>
        <pc:spChg chg="mod">
          <ac:chgData name="Maria-Danielle Boula" userId="S::maria-danielle.boula@etu.cyu.fr::859cf926-bdfd-4a6e-8ea5-01bbdb4ec499" providerId="AD" clId="Web-{84871631-F3F1-9485-5462-8610FD375EB4}" dt="2025-05-13T10:41:09.631" v="250" actId="20577"/>
          <ac:spMkLst>
            <pc:docMk/>
            <pc:sldMk cId="1111283915" sldId="281"/>
            <ac:spMk id="3" creationId="{D8FF151B-ED03-6BCD-4B4D-1ED989A56F1E}"/>
          </ac:spMkLst>
        </pc:spChg>
      </pc:sldChg>
      <pc:sldChg chg="add replId">
        <pc:chgData name="Maria-Danielle Boula" userId="S::maria-danielle.boula@etu.cyu.fr::859cf926-bdfd-4a6e-8ea5-01bbdb4ec499" providerId="AD" clId="Web-{84871631-F3F1-9485-5462-8610FD375EB4}" dt="2025-05-13T10:19:16.748" v="75"/>
        <pc:sldMkLst>
          <pc:docMk/>
          <pc:sldMk cId="2970935995" sldId="283"/>
        </pc:sldMkLst>
      </pc:sldChg>
    </pc:docChg>
  </pc:docChgLst>
  <pc:docChgLst>
    <pc:chgData name="Tom Jaffrain" userId="S::tom.jaffrain@etu.cyu.fr::3465d130-e37b-4363-a46a-94c5b2166a36" providerId="AD" clId="Web-{B45AE089-C0C8-45EF-AAF9-3D92D1EF5AA4}"/>
    <pc:docChg chg="modSld">
      <pc:chgData name="Tom Jaffrain" userId="S::tom.jaffrain@etu.cyu.fr::3465d130-e37b-4363-a46a-94c5b2166a36" providerId="AD" clId="Web-{B45AE089-C0C8-45EF-AAF9-3D92D1EF5AA4}" dt="2025-06-04T22:53:13.112" v="569" actId="1076"/>
      <pc:docMkLst>
        <pc:docMk/>
      </pc:docMkLst>
      <pc:sldChg chg="addSp delSp modSp">
        <pc:chgData name="Tom Jaffrain" userId="S::tom.jaffrain@etu.cyu.fr::3465d130-e37b-4363-a46a-94c5b2166a36" providerId="AD" clId="Web-{B45AE089-C0C8-45EF-AAF9-3D92D1EF5AA4}" dt="2025-06-04T22:21:59.098" v="460" actId="1076"/>
        <pc:sldMkLst>
          <pc:docMk/>
          <pc:sldMk cId="3179145733" sldId="260"/>
        </pc:sldMkLst>
        <pc:spChg chg="add mod">
          <ac:chgData name="Tom Jaffrain" userId="S::tom.jaffrain@etu.cyu.fr::3465d130-e37b-4363-a46a-94c5b2166a36" providerId="AD" clId="Web-{B45AE089-C0C8-45EF-AAF9-3D92D1EF5AA4}" dt="2025-06-04T18:58:31.487" v="309" actId="20577"/>
          <ac:spMkLst>
            <pc:docMk/>
            <pc:sldMk cId="3179145733" sldId="260"/>
            <ac:spMk id="2" creationId="{62CC58B4-2B92-BEEA-4F6A-74276D0B0AB6}"/>
          </ac:spMkLst>
        </pc:spChg>
        <pc:spChg chg="add mod">
          <ac:chgData name="Tom Jaffrain" userId="S::tom.jaffrain@etu.cyu.fr::3465d130-e37b-4363-a46a-94c5b2166a36" providerId="AD" clId="Web-{B45AE089-C0C8-45EF-AAF9-3D92D1EF5AA4}" dt="2025-06-04T19:00:13.679" v="337" actId="1076"/>
          <ac:spMkLst>
            <pc:docMk/>
            <pc:sldMk cId="3179145733" sldId="260"/>
            <ac:spMk id="8" creationId="{D35083F9-9A9B-DEEF-3F87-A8F0D6C82D7C}"/>
          </ac:spMkLst>
        </pc:spChg>
        <pc:spChg chg="mod">
          <ac:chgData name="Tom Jaffrain" userId="S::tom.jaffrain@etu.cyu.fr::3465d130-e37b-4363-a46a-94c5b2166a36" providerId="AD" clId="Web-{B45AE089-C0C8-45EF-AAF9-3D92D1EF5AA4}" dt="2025-06-04T17:12:38.755" v="45" actId="14100"/>
          <ac:spMkLst>
            <pc:docMk/>
            <pc:sldMk cId="3179145733" sldId="260"/>
            <ac:spMk id="10" creationId="{6373EE6E-C87F-ED88-35B7-F7522A9B6416}"/>
          </ac:spMkLst>
        </pc:spChg>
        <pc:spChg chg="add mod">
          <ac:chgData name="Tom Jaffrain" userId="S::tom.jaffrain@etu.cyu.fr::3465d130-e37b-4363-a46a-94c5b2166a36" providerId="AD" clId="Web-{B45AE089-C0C8-45EF-AAF9-3D92D1EF5AA4}" dt="2025-06-04T22:06:49.821" v="404" actId="14100"/>
          <ac:spMkLst>
            <pc:docMk/>
            <pc:sldMk cId="3179145733" sldId="260"/>
            <ac:spMk id="14" creationId="{C6D02D42-6A62-EFFC-DD03-81E64D68AD6D}"/>
          </ac:spMkLst>
        </pc:spChg>
        <pc:spChg chg="add mod">
          <ac:chgData name="Tom Jaffrain" userId="S::tom.jaffrain@etu.cyu.fr::3465d130-e37b-4363-a46a-94c5b2166a36" providerId="AD" clId="Web-{B45AE089-C0C8-45EF-AAF9-3D92D1EF5AA4}" dt="2025-06-04T18:55:14.701" v="260" actId="1076"/>
          <ac:spMkLst>
            <pc:docMk/>
            <pc:sldMk cId="3179145733" sldId="260"/>
            <ac:spMk id="15" creationId="{AC46925F-9DC1-6D2E-30C7-EE081E6AF08E}"/>
          </ac:spMkLst>
        </pc:spChg>
        <pc:spChg chg="add mod">
          <ac:chgData name="Tom Jaffrain" userId="S::tom.jaffrain@etu.cyu.fr::3465d130-e37b-4363-a46a-94c5b2166a36" providerId="AD" clId="Web-{B45AE089-C0C8-45EF-AAF9-3D92D1EF5AA4}" dt="2025-06-04T18:58:40.284" v="310" actId="1076"/>
          <ac:spMkLst>
            <pc:docMk/>
            <pc:sldMk cId="3179145733" sldId="260"/>
            <ac:spMk id="16" creationId="{20BCC228-9BF6-C0BA-585C-D6B851CBDC1F}"/>
          </ac:spMkLst>
        </pc:spChg>
        <pc:spChg chg="add mod">
          <ac:chgData name="Tom Jaffrain" userId="S::tom.jaffrain@etu.cyu.fr::3465d130-e37b-4363-a46a-94c5b2166a36" providerId="AD" clId="Web-{B45AE089-C0C8-45EF-AAF9-3D92D1EF5AA4}" dt="2025-06-04T22:09:33.029" v="439" actId="20577"/>
          <ac:spMkLst>
            <pc:docMk/>
            <pc:sldMk cId="3179145733" sldId="260"/>
            <ac:spMk id="18" creationId="{2D8D260A-856A-63AE-E7BD-5757A965FC68}"/>
          </ac:spMkLst>
        </pc:spChg>
        <pc:spChg chg="add mod">
          <ac:chgData name="Tom Jaffrain" userId="S::tom.jaffrain@etu.cyu.fr::3465d130-e37b-4363-a46a-94c5b2166a36" providerId="AD" clId="Web-{B45AE089-C0C8-45EF-AAF9-3D92D1EF5AA4}" dt="2025-06-04T18:55:21.357" v="263" actId="1076"/>
          <ac:spMkLst>
            <pc:docMk/>
            <pc:sldMk cId="3179145733" sldId="260"/>
            <ac:spMk id="26" creationId="{20C8F26B-149E-24F8-2ADA-76FEE108BAAD}"/>
          </ac:spMkLst>
        </pc:spChg>
        <pc:picChg chg="ord">
          <ac:chgData name="Tom Jaffrain" userId="S::tom.jaffrain@etu.cyu.fr::3465d130-e37b-4363-a46a-94c5b2166a36" providerId="AD" clId="Web-{B45AE089-C0C8-45EF-AAF9-3D92D1EF5AA4}" dt="2025-06-04T17:13:27.773" v="52"/>
          <ac:picMkLst>
            <pc:docMk/>
            <pc:sldMk cId="3179145733" sldId="260"/>
            <ac:picMk id="4" creationId="{82E3BF42-7A0E-581A-F0DB-BA9A44EE3AAC}"/>
          </ac:picMkLst>
        </pc:picChg>
        <pc:picChg chg="mod">
          <ac:chgData name="Tom Jaffrain" userId="S::tom.jaffrain@etu.cyu.fr::3465d130-e37b-4363-a46a-94c5b2166a36" providerId="AD" clId="Web-{B45AE089-C0C8-45EF-AAF9-3D92D1EF5AA4}" dt="2025-06-04T18:59:18.035" v="323" actId="1076"/>
          <ac:picMkLst>
            <pc:docMk/>
            <pc:sldMk cId="3179145733" sldId="260"/>
            <ac:picMk id="6" creationId="{73F0BED5-23B3-86BE-90AD-7FE358027CA5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21:58:12.428" v="378" actId="1076"/>
          <ac:picMkLst>
            <pc:docMk/>
            <pc:sldMk cId="3179145733" sldId="260"/>
            <ac:picMk id="12" creationId="{EA54FAAD-BE6F-9E7A-7912-7868AF3A383A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21:58:10.193" v="377" actId="1076"/>
          <ac:picMkLst>
            <pc:docMk/>
            <pc:sldMk cId="3179145733" sldId="260"/>
            <ac:picMk id="13" creationId="{458F6466-322A-ACCF-26AF-6AB4635710AE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18:55:16.451" v="261" actId="1076"/>
          <ac:picMkLst>
            <pc:docMk/>
            <pc:sldMk cId="3179145733" sldId="260"/>
            <ac:picMk id="17" creationId="{2435EAC0-8CAF-25CD-DFFD-2F11E01E3B5D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18:55:24.545" v="264" actId="1076"/>
          <ac:picMkLst>
            <pc:docMk/>
            <pc:sldMk cId="3179145733" sldId="260"/>
            <ac:picMk id="25" creationId="{511218BD-4AEF-F4CB-32D2-8C071BA20BC4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22:08:01.948" v="418" actId="1076"/>
          <ac:picMkLst>
            <pc:docMk/>
            <pc:sldMk cId="3179145733" sldId="260"/>
            <ac:picMk id="27" creationId="{0D3E7D7B-1013-2105-A16C-98E61255E217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22:21:52.692" v="458" actId="1076"/>
          <ac:picMkLst>
            <pc:docMk/>
            <pc:sldMk cId="3179145733" sldId="260"/>
            <ac:picMk id="28" creationId="{7F035EA5-42EB-8432-036E-9820826B8230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22:21:59.098" v="460" actId="1076"/>
          <ac:picMkLst>
            <pc:docMk/>
            <pc:sldMk cId="3179145733" sldId="260"/>
            <ac:picMk id="29" creationId="{FE8E8250-7EFB-EC28-8213-F9A0CC73A99E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22:06:03.958" v="381" actId="1076"/>
          <ac:picMkLst>
            <pc:docMk/>
            <pc:sldMk cId="3179145733" sldId="260"/>
            <ac:picMk id="39" creationId="{C3B0A726-5621-CDF7-3D52-B811BB5C6507}"/>
          </ac:picMkLst>
        </pc:picChg>
        <pc:picChg chg="add mod">
          <ac:chgData name="Tom Jaffrain" userId="S::tom.jaffrain@etu.cyu.fr::3465d130-e37b-4363-a46a-94c5b2166a36" providerId="AD" clId="Web-{B45AE089-C0C8-45EF-AAF9-3D92D1EF5AA4}" dt="2025-06-04T19:00:39.992" v="345" actId="1076"/>
          <ac:picMkLst>
            <pc:docMk/>
            <pc:sldMk cId="3179145733" sldId="260"/>
            <ac:picMk id="40" creationId="{BABE09B7-88BA-3355-E90A-1C71DDD64A59}"/>
          </ac:picMkLst>
        </pc:picChg>
      </pc:sldChg>
      <pc:sldChg chg="addSp delSp modSp">
        <pc:chgData name="Tom Jaffrain" userId="S::tom.jaffrain@etu.cyu.fr::3465d130-e37b-4363-a46a-94c5b2166a36" providerId="AD" clId="Web-{B45AE089-C0C8-45EF-AAF9-3D92D1EF5AA4}" dt="2025-06-04T22:53:13.112" v="569" actId="1076"/>
        <pc:sldMkLst>
          <pc:docMk/>
          <pc:sldMk cId="964759020" sldId="261"/>
        </pc:sldMkLst>
        <pc:spChg chg="mod">
          <ac:chgData name="Tom Jaffrain" userId="S::tom.jaffrain@etu.cyu.fr::3465d130-e37b-4363-a46a-94c5b2166a36" providerId="AD" clId="Web-{B45AE089-C0C8-45EF-AAF9-3D92D1EF5AA4}" dt="2025-06-04T22:41:41.580" v="469" actId="1076"/>
          <ac:spMkLst>
            <pc:docMk/>
            <pc:sldMk cId="964759020" sldId="261"/>
            <ac:spMk id="2" creationId="{02986AA0-88F8-8FE4-6D20-ED3656B191A4}"/>
          </ac:spMkLst>
        </pc:spChg>
        <pc:spChg chg="mod">
          <ac:chgData name="Tom Jaffrain" userId="S::tom.jaffrain@etu.cyu.fr::3465d130-e37b-4363-a46a-94c5b2166a36" providerId="AD" clId="Web-{B45AE089-C0C8-45EF-AAF9-3D92D1EF5AA4}" dt="2025-06-04T22:41:51.768" v="471" actId="20577"/>
          <ac:spMkLst>
            <pc:docMk/>
            <pc:sldMk cId="964759020" sldId="261"/>
            <ac:spMk id="10" creationId="{DD65A6B5-A6DF-6A28-D8FD-598B60090692}"/>
          </ac:spMkLst>
        </pc:spChg>
        <pc:spChg chg="add mod">
          <ac:chgData name="Tom Jaffrain" userId="S::tom.jaffrain@etu.cyu.fr::3465d130-e37b-4363-a46a-94c5b2166a36" providerId="AD" clId="Web-{B45AE089-C0C8-45EF-AAF9-3D92D1EF5AA4}" dt="2025-06-04T22:42:40.691" v="482" actId="1076"/>
          <ac:spMkLst>
            <pc:docMk/>
            <pc:sldMk cId="964759020" sldId="261"/>
            <ac:spMk id="13" creationId="{590E8D28-D844-016F-2DAF-7DD82E45D7DB}"/>
          </ac:spMkLst>
        </pc:spChg>
        <pc:spChg chg="add mod">
          <ac:chgData name="Tom Jaffrain" userId="S::tom.jaffrain@etu.cyu.fr::3465d130-e37b-4363-a46a-94c5b2166a36" providerId="AD" clId="Web-{B45AE089-C0C8-45EF-AAF9-3D92D1EF5AA4}" dt="2025-06-04T22:42:47.067" v="483"/>
          <ac:spMkLst>
            <pc:docMk/>
            <pc:sldMk cId="964759020" sldId="261"/>
            <ac:spMk id="14" creationId="{BC66F75F-1A52-A3D9-97BB-590BDC38B9A4}"/>
          </ac:spMkLst>
        </pc:spChg>
        <pc:spChg chg="add mod">
          <ac:chgData name="Tom Jaffrain" userId="S::tom.jaffrain@etu.cyu.fr::3465d130-e37b-4363-a46a-94c5b2166a36" providerId="AD" clId="Web-{B45AE089-C0C8-45EF-AAF9-3D92D1EF5AA4}" dt="2025-06-04T22:49:08.786" v="529" actId="20577"/>
          <ac:spMkLst>
            <pc:docMk/>
            <pc:sldMk cId="964759020" sldId="261"/>
            <ac:spMk id="15" creationId="{843B05CE-926D-F797-6D4B-B18669948410}"/>
          </ac:spMkLst>
        </pc:spChg>
        <pc:spChg chg="add mod">
          <ac:chgData name="Tom Jaffrain" userId="S::tom.jaffrain@etu.cyu.fr::3465d130-e37b-4363-a46a-94c5b2166a36" providerId="AD" clId="Web-{B45AE089-C0C8-45EF-AAF9-3D92D1EF5AA4}" dt="2025-06-04T22:49:04.723" v="528" actId="20577"/>
          <ac:spMkLst>
            <pc:docMk/>
            <pc:sldMk cId="964759020" sldId="261"/>
            <ac:spMk id="16" creationId="{4CE35637-4BB9-57F7-6C04-A453E37768FF}"/>
          </ac:spMkLst>
        </pc:spChg>
        <pc:spChg chg="add mod">
          <ac:chgData name="Tom Jaffrain" userId="S::tom.jaffrain@etu.cyu.fr::3465d130-e37b-4363-a46a-94c5b2166a36" providerId="AD" clId="Web-{B45AE089-C0C8-45EF-AAF9-3D92D1EF5AA4}" dt="2025-06-04T22:53:13.112" v="569" actId="1076"/>
          <ac:spMkLst>
            <pc:docMk/>
            <pc:sldMk cId="964759020" sldId="261"/>
            <ac:spMk id="18" creationId="{3F1728D2-7884-6A3D-1A7C-84DBE63963AE}"/>
          </ac:spMkLst>
        </pc:spChg>
        <pc:picChg chg="add mod">
          <ac:chgData name="Tom Jaffrain" userId="S::tom.jaffrain@etu.cyu.fr::3465d130-e37b-4363-a46a-94c5b2166a36" providerId="AD" clId="Web-{B45AE089-C0C8-45EF-AAF9-3D92D1EF5AA4}" dt="2025-06-04T22:49:44.130" v="534" actId="1076"/>
          <ac:picMkLst>
            <pc:docMk/>
            <pc:sldMk cId="964759020" sldId="261"/>
            <ac:picMk id="17" creationId="{C5978029-FB89-29AB-4462-9825C4720171}"/>
          </ac:picMkLst>
        </pc:picChg>
      </pc:sldChg>
    </pc:docChg>
  </pc:docChgLst>
  <pc:docChgLst>
    <pc:chgData name="Myriam Bensaid" userId="6732edbd-cc17-4b25-8fa6-040ea5375654" providerId="ADAL" clId="{D29A8B04-6E75-4585-B700-533AC27E937A}"/>
    <pc:docChg chg="undo custSel addSld modSld sldOrd">
      <pc:chgData name="Myriam Bensaid" userId="6732edbd-cc17-4b25-8fa6-040ea5375654" providerId="ADAL" clId="{D29A8B04-6E75-4585-B700-533AC27E937A}" dt="2025-03-18T11:58:37.994" v="458" actId="1076"/>
      <pc:docMkLst>
        <pc:docMk/>
      </pc:docMkLst>
      <pc:sldChg chg="addSp delSp modSp mod">
        <pc:chgData name="Myriam Bensaid" userId="6732edbd-cc17-4b25-8fa6-040ea5375654" providerId="ADAL" clId="{D29A8B04-6E75-4585-B700-533AC27E937A}" dt="2025-03-18T11:55:18.157" v="376" actId="1035"/>
        <pc:sldMkLst>
          <pc:docMk/>
          <pc:sldMk cId="3784089036" sldId="256"/>
        </pc:sldMkLst>
      </pc:sldChg>
      <pc:sldChg chg="addSp delSp modSp new mod">
        <pc:chgData name="Myriam Bensaid" userId="6732edbd-cc17-4b25-8fa6-040ea5375654" providerId="ADAL" clId="{D29A8B04-6E75-4585-B700-533AC27E937A}" dt="2025-03-18T11:55:59.933" v="379" actId="1076"/>
        <pc:sldMkLst>
          <pc:docMk/>
          <pc:sldMk cId="2747738135" sldId="257"/>
        </pc:sldMkLst>
      </pc:sldChg>
      <pc:sldChg chg="addSp delSp modSp new mod">
        <pc:chgData name="Myriam Bensaid" userId="6732edbd-cc17-4b25-8fa6-040ea5375654" providerId="ADAL" clId="{D29A8B04-6E75-4585-B700-533AC27E937A}" dt="2025-03-18T11:52:20.697" v="305" actId="1076"/>
        <pc:sldMkLst>
          <pc:docMk/>
          <pc:sldMk cId="3497336989" sldId="258"/>
        </pc:sldMkLst>
      </pc:sldChg>
      <pc:sldChg chg="modSp new mod">
        <pc:chgData name="Myriam Bensaid" userId="6732edbd-cc17-4b25-8fa6-040ea5375654" providerId="ADAL" clId="{D29A8B04-6E75-4585-B700-533AC27E937A}" dt="2025-03-18T11:56:07.543" v="406" actId="20577"/>
        <pc:sldMkLst>
          <pc:docMk/>
          <pc:sldMk cId="3287384019" sldId="259"/>
        </pc:sldMkLst>
      </pc:sldChg>
      <pc:sldChg chg="modSp new mod">
        <pc:chgData name="Myriam Bensaid" userId="6732edbd-cc17-4b25-8fa6-040ea5375654" providerId="ADAL" clId="{D29A8B04-6E75-4585-B700-533AC27E937A}" dt="2025-03-18T11:49:35.085" v="162" actId="20577"/>
        <pc:sldMkLst>
          <pc:docMk/>
          <pc:sldMk cId="3179145733" sldId="260"/>
        </pc:sldMkLst>
      </pc:sldChg>
      <pc:sldChg chg="modSp new mod">
        <pc:chgData name="Myriam Bensaid" userId="6732edbd-cc17-4b25-8fa6-040ea5375654" providerId="ADAL" clId="{D29A8B04-6E75-4585-B700-533AC27E937A}" dt="2025-03-18T11:49:47.613" v="183" actId="20577"/>
        <pc:sldMkLst>
          <pc:docMk/>
          <pc:sldMk cId="964759020" sldId="261"/>
        </pc:sldMkLst>
      </pc:sldChg>
      <pc:sldChg chg="addSp delSp modSp new mod">
        <pc:chgData name="Myriam Bensaid" userId="6732edbd-cc17-4b25-8fa6-040ea5375654" providerId="ADAL" clId="{D29A8B04-6E75-4585-B700-533AC27E937A}" dt="2025-03-18T11:56:51.829" v="413" actId="1076"/>
        <pc:sldMkLst>
          <pc:docMk/>
          <pc:sldMk cId="2572991978" sldId="262"/>
        </pc:sldMkLst>
      </pc:sldChg>
      <pc:sldChg chg="addSp delSp modSp new mod">
        <pc:chgData name="Myriam Bensaid" userId="6732edbd-cc17-4b25-8fa6-040ea5375654" providerId="ADAL" clId="{D29A8B04-6E75-4585-B700-533AC27E937A}" dt="2025-03-18T11:57:00.629" v="415" actId="478"/>
        <pc:sldMkLst>
          <pc:docMk/>
          <pc:sldMk cId="1876133328" sldId="263"/>
        </pc:sldMkLst>
      </pc:sldChg>
      <pc:sldChg chg="modSp new mod">
        <pc:chgData name="Myriam Bensaid" userId="6732edbd-cc17-4b25-8fa6-040ea5375654" providerId="ADAL" clId="{D29A8B04-6E75-4585-B700-533AC27E937A}" dt="2025-03-18T11:53:19.060" v="311" actId="20577"/>
        <pc:sldMkLst>
          <pc:docMk/>
          <pc:sldMk cId="1007892645" sldId="264"/>
        </pc:sldMkLst>
      </pc:sldChg>
      <pc:sldChg chg="modSp new mod ord">
        <pc:chgData name="Myriam Bensaid" userId="6732edbd-cc17-4b25-8fa6-040ea5375654" providerId="ADAL" clId="{D29A8B04-6E75-4585-B700-533AC27E937A}" dt="2025-03-18T11:53:57.405" v="346" actId="20577"/>
        <pc:sldMkLst>
          <pc:docMk/>
          <pc:sldMk cId="398091348" sldId="265"/>
        </pc:sldMkLst>
      </pc:sldChg>
      <pc:sldChg chg="modSp new mod">
        <pc:chgData name="Myriam Bensaid" userId="6732edbd-cc17-4b25-8fa6-040ea5375654" providerId="ADAL" clId="{D29A8B04-6E75-4585-B700-533AC27E937A}" dt="2025-03-18T11:57:25.688" v="439" actId="313"/>
        <pc:sldMkLst>
          <pc:docMk/>
          <pc:sldMk cId="1466491715" sldId="266"/>
        </pc:sldMkLst>
      </pc:sldChg>
      <pc:sldChg chg="modSp new mod">
        <pc:chgData name="Myriam Bensaid" userId="6732edbd-cc17-4b25-8fa6-040ea5375654" providerId="ADAL" clId="{D29A8B04-6E75-4585-B700-533AC27E937A}" dt="2025-03-18T11:52:55.501" v="308" actId="20577"/>
        <pc:sldMkLst>
          <pc:docMk/>
          <pc:sldMk cId="2335391542" sldId="267"/>
        </pc:sldMkLst>
      </pc:sldChg>
      <pc:sldChg chg="addSp delSp modSp new mod">
        <pc:chgData name="Myriam Bensaid" userId="6732edbd-cc17-4b25-8fa6-040ea5375654" providerId="ADAL" clId="{D29A8B04-6E75-4585-B700-533AC27E937A}" dt="2025-03-18T11:58:22.796" v="455" actId="478"/>
        <pc:sldMkLst>
          <pc:docMk/>
          <pc:sldMk cId="1889526354" sldId="268"/>
        </pc:sldMkLst>
      </pc:sldChg>
      <pc:sldChg chg="addSp delSp modSp new mod">
        <pc:chgData name="Myriam Bensaid" userId="6732edbd-cc17-4b25-8fa6-040ea5375654" providerId="ADAL" clId="{D29A8B04-6E75-4585-B700-533AC27E937A}" dt="2025-03-18T11:58:37.994" v="458" actId="1076"/>
        <pc:sldMkLst>
          <pc:docMk/>
          <pc:sldMk cId="3106357947" sldId="269"/>
        </pc:sldMkLst>
      </pc:sldChg>
      <pc:sldChg chg="modSp add mod">
        <pc:chgData name="Myriam Bensaid" userId="6732edbd-cc17-4b25-8fa6-040ea5375654" providerId="ADAL" clId="{D29A8B04-6E75-4585-B700-533AC27E937A}" dt="2025-03-18T11:53:32.237" v="315"/>
        <pc:sldMkLst>
          <pc:docMk/>
          <pc:sldMk cId="2848038673" sldId="270"/>
        </pc:sldMkLst>
      </pc:sldChg>
      <pc:sldChg chg="modSp add mod">
        <pc:chgData name="Myriam Bensaid" userId="6732edbd-cc17-4b25-8fa6-040ea5375654" providerId="ADAL" clId="{D29A8B04-6E75-4585-B700-533AC27E937A}" dt="2025-03-18T11:53:45.638" v="319" actId="20577"/>
        <pc:sldMkLst>
          <pc:docMk/>
          <pc:sldMk cId="3104885242" sldId="271"/>
        </pc:sldMkLst>
      </pc:sldChg>
      <pc:sldChg chg="modSp add mod ord">
        <pc:chgData name="Myriam Bensaid" userId="6732edbd-cc17-4b25-8fa6-040ea5375654" providerId="ADAL" clId="{D29A8B04-6E75-4585-B700-533AC27E937A}" dt="2025-03-18T11:54:05.692" v="351" actId="20577"/>
        <pc:sldMkLst>
          <pc:docMk/>
          <pc:sldMk cId="2251917429" sldId="272"/>
        </pc:sldMkLst>
      </pc:sldChg>
      <pc:sldChg chg="modSp add mod ord">
        <pc:chgData name="Myriam Bensaid" userId="6732edbd-cc17-4b25-8fa6-040ea5375654" providerId="ADAL" clId="{D29A8B04-6E75-4585-B700-533AC27E937A}" dt="2025-03-18T11:54:18.855" v="356" actId="20577"/>
        <pc:sldMkLst>
          <pc:docMk/>
          <pc:sldMk cId="1168645551" sldId="273"/>
        </pc:sldMkLst>
      </pc:sldChg>
    </pc:docChg>
  </pc:docChgLst>
  <pc:docChgLst>
    <pc:chgData name="Maria-Danielle Boula" userId="S::maria-danielle.boula@etu.cyu.fr::859cf926-bdfd-4a6e-8ea5-01bbdb4ec499" providerId="AD" clId="Web-{FCEA4617-2F31-B745-A0D0-464BD5E6653C}"/>
    <pc:docChg chg="modSld sldOrd">
      <pc:chgData name="Maria-Danielle Boula" userId="S::maria-danielle.boula@etu.cyu.fr::859cf926-bdfd-4a6e-8ea5-01bbdb4ec499" providerId="AD" clId="Web-{FCEA4617-2F31-B745-A0D0-464BD5E6653C}" dt="2025-06-10T10:54:05.431" v="151" actId="20577"/>
      <pc:docMkLst>
        <pc:docMk/>
      </pc:docMkLst>
      <pc:sldChg chg="modSp">
        <pc:chgData name="Maria-Danielle Boula" userId="S::maria-danielle.boula@etu.cyu.fr::859cf926-bdfd-4a6e-8ea5-01bbdb4ec499" providerId="AD" clId="Web-{FCEA4617-2F31-B745-A0D0-464BD5E6653C}" dt="2025-06-09T21:54:56.037" v="11" actId="20577"/>
        <pc:sldMkLst>
          <pc:docMk/>
          <pc:sldMk cId="3104885242" sldId="271"/>
        </pc:sldMkLst>
      </pc:sldChg>
      <pc:sldChg chg="modSp">
        <pc:chgData name="Maria-Danielle Boula" userId="S::maria-danielle.boula@etu.cyu.fr::859cf926-bdfd-4a6e-8ea5-01bbdb4ec499" providerId="AD" clId="Web-{FCEA4617-2F31-B745-A0D0-464BD5E6653C}" dt="2025-06-10T10:54:05.431" v="151" actId="20577"/>
        <pc:sldMkLst>
          <pc:docMk/>
          <pc:sldMk cId="1111283915" sldId="281"/>
        </pc:sldMkLst>
        <pc:spChg chg="mod">
          <ac:chgData name="Maria-Danielle Boula" userId="S::maria-danielle.boula@etu.cyu.fr::859cf926-bdfd-4a6e-8ea5-01bbdb4ec499" providerId="AD" clId="Web-{FCEA4617-2F31-B745-A0D0-464BD5E6653C}" dt="2025-06-10T10:54:05.431" v="151" actId="20577"/>
          <ac:spMkLst>
            <pc:docMk/>
            <pc:sldMk cId="1111283915" sldId="281"/>
            <ac:spMk id="3" creationId="{D8FF151B-ED03-6BCD-4B4D-1ED989A56F1E}"/>
          </ac:spMkLst>
        </pc:spChg>
      </pc:sldChg>
      <pc:sldChg chg="ord">
        <pc:chgData name="Maria-Danielle Boula" userId="S::maria-danielle.boula@etu.cyu.fr::859cf926-bdfd-4a6e-8ea5-01bbdb4ec499" providerId="AD" clId="Web-{FCEA4617-2F31-B745-A0D0-464BD5E6653C}" dt="2025-06-09T21:44:23.827" v="2"/>
        <pc:sldMkLst>
          <pc:docMk/>
          <pc:sldMk cId="623530343" sldId="282"/>
        </pc:sldMkLst>
      </pc:sldChg>
    </pc:docChg>
  </pc:docChgLst>
  <pc:docChgLst>
    <pc:chgData name="Myriam Bensaid" userId="6732edbd-cc17-4b25-8fa6-040ea5375654" providerId="ADAL" clId="{CD7C4134-9D10-442A-A8CD-763B142F9A25}"/>
    <pc:docChg chg="undo custSel modSld">
      <pc:chgData name="Myriam Bensaid" userId="6732edbd-cc17-4b25-8fa6-040ea5375654" providerId="ADAL" clId="{CD7C4134-9D10-442A-A8CD-763B142F9A25}" dt="2025-05-04T16:32:22.610" v="318" actId="2711"/>
      <pc:docMkLst>
        <pc:docMk/>
      </pc:docMkLst>
      <pc:sldChg chg="addSp delSp modSp mod">
        <pc:chgData name="Myriam Bensaid" userId="6732edbd-cc17-4b25-8fa6-040ea5375654" providerId="ADAL" clId="{CD7C4134-9D10-442A-A8CD-763B142F9A25}" dt="2025-04-27T17:20:56.185" v="298" actId="207"/>
        <pc:sldMkLst>
          <pc:docMk/>
          <pc:sldMk cId="3784089036" sldId="256"/>
        </pc:sldMkLst>
        <pc:spChg chg="mod">
          <ac:chgData name="Myriam Bensaid" userId="6732edbd-cc17-4b25-8fa6-040ea5375654" providerId="ADAL" clId="{CD7C4134-9D10-442A-A8CD-763B142F9A25}" dt="2025-04-27T17:20:56.185" v="298" actId="207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Myriam Bensaid" userId="6732edbd-cc17-4b25-8fa6-040ea5375654" providerId="ADAL" clId="{CD7C4134-9D10-442A-A8CD-763B142F9A25}" dt="2025-04-27T17:20:56.185" v="298" actId="207"/>
          <ac:spMkLst>
            <pc:docMk/>
            <pc:sldMk cId="3784089036" sldId="256"/>
            <ac:spMk id="3" creationId="{00000000-0000-0000-0000-000000000000}"/>
          </ac:spMkLst>
        </pc:spChg>
      </pc:sldChg>
      <pc:sldChg chg="modSp mod">
        <pc:chgData name="Myriam Bensaid" userId="6732edbd-cc17-4b25-8fa6-040ea5375654" providerId="ADAL" clId="{CD7C4134-9D10-442A-A8CD-763B142F9A25}" dt="2025-05-04T16:29:15.854" v="303" actId="2711"/>
        <pc:sldMkLst>
          <pc:docMk/>
          <pc:sldMk cId="3497336989" sldId="258"/>
        </pc:sldMkLst>
      </pc:sldChg>
      <pc:sldChg chg="modSp mod">
        <pc:chgData name="Myriam Bensaid" userId="6732edbd-cc17-4b25-8fa6-040ea5375654" providerId="ADAL" clId="{CD7C4134-9D10-442A-A8CD-763B142F9A25}" dt="2025-05-04T16:29:48.439" v="305" actId="2711"/>
        <pc:sldMkLst>
          <pc:docMk/>
          <pc:sldMk cId="3179145733" sldId="260"/>
        </pc:sldMkLst>
      </pc:sldChg>
      <pc:sldChg chg="modSp mod">
        <pc:chgData name="Myriam Bensaid" userId="6732edbd-cc17-4b25-8fa6-040ea5375654" providerId="ADAL" clId="{CD7C4134-9D10-442A-A8CD-763B142F9A25}" dt="2025-05-04T16:30:09.336" v="307" actId="2711"/>
        <pc:sldMkLst>
          <pc:docMk/>
          <pc:sldMk cId="2572991978" sldId="262"/>
        </pc:sldMkLst>
      </pc:sldChg>
      <pc:sldChg chg="modSp mod">
        <pc:chgData name="Myriam Bensaid" userId="6732edbd-cc17-4b25-8fa6-040ea5375654" providerId="ADAL" clId="{CD7C4134-9D10-442A-A8CD-763B142F9A25}" dt="2025-05-04T16:30:36.218" v="308" actId="2711"/>
        <pc:sldMkLst>
          <pc:docMk/>
          <pc:sldMk cId="1876133328" sldId="263"/>
        </pc:sldMkLst>
        <pc:spChg chg="mod">
          <ac:chgData name="Myriam Bensaid" userId="6732edbd-cc17-4b25-8fa6-040ea5375654" providerId="ADAL" clId="{CD7C4134-9D10-442A-A8CD-763B142F9A25}" dt="2025-05-04T16:30:36.218" v="308" actId="2711"/>
          <ac:spMkLst>
            <pc:docMk/>
            <pc:sldMk cId="1876133328" sldId="263"/>
            <ac:spMk id="2" creationId="{37EA3F49-9A50-A15D-E2EB-16646E8B3EC6}"/>
          </ac:spMkLst>
        </pc:spChg>
        <pc:spChg chg="mod">
          <ac:chgData name="Myriam Bensaid" userId="6732edbd-cc17-4b25-8fa6-040ea5375654" providerId="ADAL" clId="{CD7C4134-9D10-442A-A8CD-763B142F9A25}" dt="2025-05-04T16:30:36.218" v="308" actId="2711"/>
          <ac:spMkLst>
            <pc:docMk/>
            <pc:sldMk cId="1876133328" sldId="263"/>
            <ac:spMk id="3" creationId="{1332E0F8-DFC6-D437-14C1-61D7C3C2730F}"/>
          </ac:spMkLst>
        </pc:spChg>
      </pc:sldChg>
      <pc:sldChg chg="modSp mod">
        <pc:chgData name="Myriam Bensaid" userId="6732edbd-cc17-4b25-8fa6-040ea5375654" providerId="ADAL" clId="{CD7C4134-9D10-442A-A8CD-763B142F9A25}" dt="2025-05-04T16:30:58.414" v="310" actId="2711"/>
        <pc:sldMkLst>
          <pc:docMk/>
          <pc:sldMk cId="398091348" sldId="265"/>
        </pc:sldMkLst>
      </pc:sldChg>
      <pc:sldChg chg="modSp mod">
        <pc:chgData name="Myriam Bensaid" userId="6732edbd-cc17-4b25-8fa6-040ea5375654" providerId="ADAL" clId="{CD7C4134-9D10-442A-A8CD-763B142F9A25}" dt="2025-05-04T16:31:59.209" v="316" actId="2711"/>
        <pc:sldMkLst>
          <pc:docMk/>
          <pc:sldMk cId="2335391542" sldId="267"/>
        </pc:sldMkLst>
      </pc:sldChg>
      <pc:sldChg chg="modSp mod">
        <pc:chgData name="Myriam Bensaid" userId="6732edbd-cc17-4b25-8fa6-040ea5375654" providerId="ADAL" clId="{CD7C4134-9D10-442A-A8CD-763B142F9A25}" dt="2025-05-04T16:32:13.495" v="317" actId="2711"/>
        <pc:sldMkLst>
          <pc:docMk/>
          <pc:sldMk cId="1889526354" sldId="268"/>
        </pc:sldMkLst>
      </pc:sldChg>
      <pc:sldChg chg="modSp mod">
        <pc:chgData name="Myriam Bensaid" userId="6732edbd-cc17-4b25-8fa6-040ea5375654" providerId="ADAL" clId="{CD7C4134-9D10-442A-A8CD-763B142F9A25}" dt="2025-05-04T16:32:22.610" v="318" actId="2711"/>
        <pc:sldMkLst>
          <pc:docMk/>
          <pc:sldMk cId="3106357947" sldId="269"/>
        </pc:sldMkLst>
        <pc:spChg chg="mod">
          <ac:chgData name="Myriam Bensaid" userId="6732edbd-cc17-4b25-8fa6-040ea5375654" providerId="ADAL" clId="{CD7C4134-9D10-442A-A8CD-763B142F9A25}" dt="2025-05-04T16:32:22.610" v="318" actId="2711"/>
          <ac:spMkLst>
            <pc:docMk/>
            <pc:sldMk cId="3106357947" sldId="269"/>
            <ac:spMk id="2" creationId="{3D52B480-FFEE-1C9B-E56F-DABF44392FB5}"/>
          </ac:spMkLst>
        </pc:spChg>
      </pc:sldChg>
      <pc:sldChg chg="modSp mod">
        <pc:chgData name="Myriam Bensaid" userId="6732edbd-cc17-4b25-8fa6-040ea5375654" providerId="ADAL" clId="{CD7C4134-9D10-442A-A8CD-763B142F9A25}" dt="2025-05-04T16:31:08.959" v="311" actId="2711"/>
        <pc:sldMkLst>
          <pc:docMk/>
          <pc:sldMk cId="2848038673" sldId="270"/>
        </pc:sldMkLst>
        <pc:spChg chg="mod">
          <ac:chgData name="Myriam Bensaid" userId="6732edbd-cc17-4b25-8fa6-040ea5375654" providerId="ADAL" clId="{CD7C4134-9D10-442A-A8CD-763B142F9A25}" dt="2025-05-04T16:31:08.959" v="311" actId="2711"/>
          <ac:spMkLst>
            <pc:docMk/>
            <pc:sldMk cId="2848038673" sldId="270"/>
            <ac:spMk id="2" creationId="{01A536B6-2D1F-96B6-0C27-DCC4C399200A}"/>
          </ac:spMkLst>
        </pc:spChg>
        <pc:spChg chg="mod">
          <ac:chgData name="Myriam Bensaid" userId="6732edbd-cc17-4b25-8fa6-040ea5375654" providerId="ADAL" clId="{CD7C4134-9D10-442A-A8CD-763B142F9A25}" dt="2025-05-04T16:31:08.959" v="311" actId="2711"/>
          <ac:spMkLst>
            <pc:docMk/>
            <pc:sldMk cId="2848038673" sldId="270"/>
            <ac:spMk id="3" creationId="{B7F4B988-7AEA-4C36-1A1A-E8FAABE7DF9A}"/>
          </ac:spMkLst>
        </pc:spChg>
      </pc:sldChg>
      <pc:sldChg chg="modSp mod">
        <pc:chgData name="Myriam Bensaid" userId="6732edbd-cc17-4b25-8fa6-040ea5375654" providerId="ADAL" clId="{CD7C4134-9D10-442A-A8CD-763B142F9A25}" dt="2025-05-04T16:31:35.461" v="313" actId="2711"/>
        <pc:sldMkLst>
          <pc:docMk/>
          <pc:sldMk cId="3104885242" sldId="271"/>
        </pc:sldMkLst>
        <pc:spChg chg="mod">
          <ac:chgData name="Myriam Bensaid" userId="6732edbd-cc17-4b25-8fa6-040ea5375654" providerId="ADAL" clId="{CD7C4134-9D10-442A-A8CD-763B142F9A25}" dt="2025-05-04T16:31:35.461" v="313" actId="2711"/>
          <ac:spMkLst>
            <pc:docMk/>
            <pc:sldMk cId="3104885242" sldId="271"/>
            <ac:spMk id="2" creationId="{6F29AFE0-5DC7-C401-13C6-AAF45CACE33D}"/>
          </ac:spMkLst>
        </pc:spChg>
        <pc:spChg chg="mod">
          <ac:chgData name="Myriam Bensaid" userId="6732edbd-cc17-4b25-8fa6-040ea5375654" providerId="ADAL" clId="{CD7C4134-9D10-442A-A8CD-763B142F9A25}" dt="2025-05-04T16:31:35.461" v="313" actId="2711"/>
          <ac:spMkLst>
            <pc:docMk/>
            <pc:sldMk cId="3104885242" sldId="271"/>
            <ac:spMk id="3" creationId="{D8C76DFD-637B-4FC2-620E-D853A51F7D2F}"/>
          </ac:spMkLst>
        </pc:spChg>
      </pc:sldChg>
      <pc:sldChg chg="modSp mod">
        <pc:chgData name="Myriam Bensaid" userId="6732edbd-cc17-4b25-8fa6-040ea5375654" providerId="ADAL" clId="{CD7C4134-9D10-442A-A8CD-763B142F9A25}" dt="2025-05-04T16:31:26.126" v="312" actId="2711"/>
        <pc:sldMkLst>
          <pc:docMk/>
          <pc:sldMk cId="2251917429" sldId="272"/>
        </pc:sldMkLst>
      </pc:sldChg>
      <pc:sldChg chg="modSp mod">
        <pc:chgData name="Myriam Bensaid" userId="6732edbd-cc17-4b25-8fa6-040ea5375654" providerId="ADAL" clId="{CD7C4134-9D10-442A-A8CD-763B142F9A25}" dt="2025-05-04T16:31:42.867" v="314" actId="2711"/>
        <pc:sldMkLst>
          <pc:docMk/>
          <pc:sldMk cId="1168645551" sldId="273"/>
        </pc:sldMkLst>
      </pc:sldChg>
    </pc:docChg>
  </pc:docChgLst>
  <pc:docChgLst>
    <pc:chgData name="Tom Jaffrain" userId="3465d130-e37b-4363-a46a-94c5b2166a36" providerId="ADAL" clId="{0057D465-E266-8149-8CED-CB6388A43C89}"/>
    <pc:docChg chg="undo custSel modSld">
      <pc:chgData name="Tom Jaffrain" userId="3465d130-e37b-4363-a46a-94c5b2166a36" providerId="ADAL" clId="{0057D465-E266-8149-8CED-CB6388A43C89}" dt="2025-05-13T10:59:37.448" v="21" actId="1076"/>
      <pc:docMkLst>
        <pc:docMk/>
      </pc:docMkLst>
      <pc:sldChg chg="modSp">
        <pc:chgData name="Tom Jaffrain" userId="3465d130-e37b-4363-a46a-94c5b2166a36" providerId="ADAL" clId="{0057D465-E266-8149-8CED-CB6388A43C89}" dt="2025-05-13T10:59:37.448" v="21" actId="1076"/>
        <pc:sldMkLst>
          <pc:docMk/>
          <pc:sldMk cId="1466491715" sldId="266"/>
        </pc:sldMkLst>
      </pc:sldChg>
    </pc:docChg>
  </pc:docChgLst>
  <pc:docChgLst>
    <pc:chgData name="Tom Jaffrain" userId="S::tom.jaffrain@etu.cyu.fr::3465d130-e37b-4363-a46a-94c5b2166a36" providerId="AD" clId="Web-{BBFCDF26-52BB-E359-29C5-3D467655A5F8}"/>
    <pc:docChg chg="modSld">
      <pc:chgData name="Tom Jaffrain" userId="S::tom.jaffrain@etu.cyu.fr::3465d130-e37b-4363-a46a-94c5b2166a36" providerId="AD" clId="Web-{BBFCDF26-52BB-E359-29C5-3D467655A5F8}" dt="2025-05-12T21:16:44.666" v="595" actId="1076"/>
      <pc:docMkLst>
        <pc:docMk/>
      </pc:docMkLst>
      <pc:sldChg chg="modSp">
        <pc:chgData name="Tom Jaffrain" userId="S::tom.jaffrain@etu.cyu.fr::3465d130-e37b-4363-a46a-94c5b2166a36" providerId="AD" clId="Web-{BBFCDF26-52BB-E359-29C5-3D467655A5F8}" dt="2025-05-12T21:16:44.666" v="595" actId="1076"/>
        <pc:sldMkLst>
          <pc:docMk/>
          <pc:sldMk cId="2747738135" sldId="257"/>
        </pc:sldMkLst>
        <pc:picChg chg="mod">
          <ac:chgData name="Tom Jaffrain" userId="S::tom.jaffrain@etu.cyu.fr::3465d130-e37b-4363-a46a-94c5b2166a36" providerId="AD" clId="Web-{BBFCDF26-52BB-E359-29C5-3D467655A5F8}" dt="2025-05-12T21:16:44.666" v="595" actId="1076"/>
          <ac:picMkLst>
            <pc:docMk/>
            <pc:sldMk cId="2747738135" sldId="257"/>
            <ac:picMk id="7" creationId="{9A2BE67D-2C9B-A472-7F01-3622E5CBA413}"/>
          </ac:picMkLst>
        </pc:picChg>
      </pc:sldChg>
      <pc:sldChg chg="modSp">
        <pc:chgData name="Tom Jaffrain" userId="S::tom.jaffrain@etu.cyu.fr::3465d130-e37b-4363-a46a-94c5b2166a36" providerId="AD" clId="Web-{BBFCDF26-52BB-E359-29C5-3D467655A5F8}" dt="2025-05-12T20:01:34.459" v="253" actId="20577"/>
        <pc:sldMkLst>
          <pc:docMk/>
          <pc:sldMk cId="1007892645" sldId="264"/>
        </pc:sldMkLst>
        <pc:spChg chg="mod">
          <ac:chgData name="Tom Jaffrain" userId="S::tom.jaffrain@etu.cyu.fr::3465d130-e37b-4363-a46a-94c5b2166a36" providerId="AD" clId="Web-{BBFCDF26-52BB-E359-29C5-3D467655A5F8}" dt="2025-05-12T20:01:30.912" v="252" actId="20577"/>
          <ac:spMkLst>
            <pc:docMk/>
            <pc:sldMk cId="1007892645" sldId="264"/>
            <ac:spMk id="2" creationId="{98D36A97-A078-A963-8D60-293C715D7846}"/>
          </ac:spMkLst>
        </pc:spChg>
        <pc:spChg chg="mod">
          <ac:chgData name="Tom Jaffrain" userId="S::tom.jaffrain@etu.cyu.fr::3465d130-e37b-4363-a46a-94c5b2166a36" providerId="AD" clId="Web-{BBFCDF26-52BB-E359-29C5-3D467655A5F8}" dt="2025-05-12T20:01:34.459" v="253" actId="20577"/>
          <ac:spMkLst>
            <pc:docMk/>
            <pc:sldMk cId="1007892645" sldId="264"/>
            <ac:spMk id="3" creationId="{0EB42B8E-31EC-E928-C8B8-48D5BCF2577B}"/>
          </ac:spMkLst>
        </pc:spChg>
      </pc:sldChg>
      <pc:sldChg chg="modSp">
        <pc:chgData name="Tom Jaffrain" userId="S::tom.jaffrain@etu.cyu.fr::3465d130-e37b-4363-a46a-94c5b2166a36" providerId="AD" clId="Web-{BBFCDF26-52BB-E359-29C5-3D467655A5F8}" dt="2025-05-12T20:48:28.254" v="475" actId="20577"/>
        <pc:sldMkLst>
          <pc:docMk/>
          <pc:sldMk cId="398091348" sldId="265"/>
        </pc:sldMkLst>
      </pc:sldChg>
      <pc:sldChg chg="modSp">
        <pc:chgData name="Tom Jaffrain" userId="S::tom.jaffrain@etu.cyu.fr::3465d130-e37b-4363-a46a-94c5b2166a36" providerId="AD" clId="Web-{BBFCDF26-52BB-E359-29C5-3D467655A5F8}" dt="2025-05-12T20:58:58.289" v="593" actId="1076"/>
        <pc:sldMkLst>
          <pc:docMk/>
          <pc:sldMk cId="1466491715" sldId="266"/>
        </pc:sldMkLst>
      </pc:sldChg>
      <pc:sldChg chg="modSp">
        <pc:chgData name="Tom Jaffrain" userId="S::tom.jaffrain@etu.cyu.fr::3465d130-e37b-4363-a46a-94c5b2166a36" providerId="AD" clId="Web-{BBFCDF26-52BB-E359-29C5-3D467655A5F8}" dt="2025-05-12T20:58:50.820" v="592" actId="20577"/>
        <pc:sldMkLst>
          <pc:docMk/>
          <pc:sldMk cId="1168645551" sldId="273"/>
        </pc:sldMkLst>
      </pc:sldChg>
    </pc:docChg>
  </pc:docChgLst>
  <pc:docChgLst>
    <pc:chgData name="Ibrahim Fridjine" userId="S::ibrahim.fridjine@etu.cyu.fr::67dc31e2-e662-4518-b469-c9f45de4918e" providerId="AD" clId="Web-{46362A42-390B-92D4-13DD-A5FE3C7E58E1}"/>
    <pc:docChg chg="addSld delSld modSld sldOrd">
      <pc:chgData name="Ibrahim Fridjine" userId="S::ibrahim.fridjine@etu.cyu.fr::67dc31e2-e662-4518-b469-c9f45de4918e" providerId="AD" clId="Web-{46362A42-390B-92D4-13DD-A5FE3C7E58E1}" dt="2025-06-03T17:22:34.094" v="235" actId="1076"/>
      <pc:docMkLst>
        <pc:docMk/>
      </pc:docMkLst>
      <pc:sldChg chg="modSp">
        <pc:chgData name="Ibrahim Fridjine" userId="S::ibrahim.fridjine@etu.cyu.fr::67dc31e2-e662-4518-b469-c9f45de4918e" providerId="AD" clId="Web-{46362A42-390B-92D4-13DD-A5FE3C7E58E1}" dt="2025-06-03T17:22:34.094" v="235" actId="1076"/>
        <pc:sldMkLst>
          <pc:docMk/>
          <pc:sldMk cId="852785038" sldId="276"/>
        </pc:sldMkLst>
      </pc:sldChg>
      <pc:sldChg chg="modSp">
        <pc:chgData name="Ibrahim Fridjine" userId="S::ibrahim.fridjine@etu.cyu.fr::67dc31e2-e662-4518-b469-c9f45de4918e" providerId="AD" clId="Web-{46362A42-390B-92D4-13DD-A5FE3C7E58E1}" dt="2025-06-03T16:56:04.452" v="230" actId="20577"/>
        <pc:sldMkLst>
          <pc:docMk/>
          <pc:sldMk cId="2970935995" sldId="283"/>
        </pc:sldMkLst>
        <pc:spChg chg="mod">
          <ac:chgData name="Ibrahim Fridjine" userId="S::ibrahim.fridjine@etu.cyu.fr::67dc31e2-e662-4518-b469-c9f45de4918e" providerId="AD" clId="Web-{46362A42-390B-92D4-13DD-A5FE3C7E58E1}" dt="2025-06-03T16:56:04.452" v="230" actId="20577"/>
          <ac:spMkLst>
            <pc:docMk/>
            <pc:sldMk cId="2970935995" sldId="283"/>
            <ac:spMk id="3" creationId="{766CF4DD-B5BD-7775-B526-4F04D9F10E94}"/>
          </ac:spMkLst>
        </pc:spChg>
      </pc:sldChg>
      <pc:sldChg chg="del">
        <pc:chgData name="Ibrahim Fridjine" userId="S::ibrahim.fridjine@etu.cyu.fr::67dc31e2-e662-4518-b469-c9f45de4918e" providerId="AD" clId="Web-{46362A42-390B-92D4-13DD-A5FE3C7E58E1}" dt="2025-06-03T16:50:36.307" v="156"/>
        <pc:sldMkLst>
          <pc:docMk/>
          <pc:sldMk cId="3322585812" sldId="286"/>
        </pc:sldMkLst>
      </pc:sldChg>
      <pc:sldChg chg="delSp modSp del">
        <pc:chgData name="Ibrahim Fridjine" userId="S::ibrahim.fridjine@etu.cyu.fr::67dc31e2-e662-4518-b469-c9f45de4918e" providerId="AD" clId="Web-{46362A42-390B-92D4-13DD-A5FE3C7E58E1}" dt="2025-06-03T16:53:46.865" v="215"/>
        <pc:sldMkLst>
          <pc:docMk/>
          <pc:sldMk cId="1793229043" sldId="288"/>
        </pc:sldMkLst>
      </pc:sldChg>
      <pc:sldChg chg="addSp modSp add ord replId">
        <pc:chgData name="Ibrahim Fridjine" userId="S::ibrahim.fridjine@etu.cyu.fr::67dc31e2-e662-4518-b469-c9f45de4918e" providerId="AD" clId="Web-{46362A42-390B-92D4-13DD-A5FE3C7E58E1}" dt="2025-06-03T16:55:20.621" v="225"/>
        <pc:sldMkLst>
          <pc:docMk/>
          <pc:sldMk cId="252730288" sldId="289"/>
        </pc:sldMkLst>
      </pc:sldChg>
      <pc:sldChg chg="addSp delSp modSp add ord replId">
        <pc:chgData name="Ibrahim Fridjine" userId="S::ibrahim.fridjine@etu.cyu.fr::67dc31e2-e662-4518-b469-c9f45de4918e" providerId="AD" clId="Web-{46362A42-390B-92D4-13DD-A5FE3C7E58E1}" dt="2025-06-03T16:55:47.638" v="227"/>
        <pc:sldMkLst>
          <pc:docMk/>
          <pc:sldMk cId="1884257811" sldId="290"/>
        </pc:sldMkLst>
      </pc:sldChg>
    </pc:docChg>
  </pc:docChgLst>
  <pc:docChgLst>
    <pc:chgData name="Ibrahim Fridjine" userId="S::ibrahim.fridjine@etu.cyu.fr::67dc31e2-e662-4518-b469-c9f45de4918e" providerId="AD" clId="Web-{8F337EF2-50BD-DED4-2B0B-3983050F7478}"/>
    <pc:docChg chg="addSld modSld">
      <pc:chgData name="Ibrahim Fridjine" userId="S::ibrahim.fridjine@etu.cyu.fr::67dc31e2-e662-4518-b469-c9f45de4918e" providerId="AD" clId="Web-{8F337EF2-50BD-DED4-2B0B-3983050F7478}" dt="2025-05-30T09:08:03.342" v="4"/>
      <pc:docMkLst>
        <pc:docMk/>
      </pc:docMkLst>
      <pc:sldChg chg="modSp">
        <pc:chgData name="Ibrahim Fridjine" userId="S::ibrahim.fridjine@etu.cyu.fr::67dc31e2-e662-4518-b469-c9f45de4918e" providerId="AD" clId="Web-{8F337EF2-50BD-DED4-2B0B-3983050F7478}" dt="2025-05-30T08:17:47.299" v="2" actId="20577"/>
        <pc:sldMkLst>
          <pc:docMk/>
          <pc:sldMk cId="1007892645" sldId="264"/>
        </pc:sldMkLst>
      </pc:sldChg>
      <pc:sldChg chg="new">
        <pc:chgData name="Ibrahim Fridjine" userId="S::ibrahim.fridjine@etu.cyu.fr::67dc31e2-e662-4518-b469-c9f45de4918e" providerId="AD" clId="Web-{8F337EF2-50BD-DED4-2B0B-3983050F7478}" dt="2025-05-30T09:08:00.655" v="3"/>
        <pc:sldMkLst>
          <pc:docMk/>
          <pc:sldMk cId="386852836" sldId="286"/>
        </pc:sldMkLst>
      </pc:sldChg>
      <pc:sldChg chg="new">
        <pc:chgData name="Ibrahim Fridjine" userId="S::ibrahim.fridjine@etu.cyu.fr::67dc31e2-e662-4518-b469-c9f45de4918e" providerId="AD" clId="Web-{8F337EF2-50BD-DED4-2B0B-3983050F7478}" dt="2025-05-30T09:08:03.342" v="4"/>
        <pc:sldMkLst>
          <pc:docMk/>
          <pc:sldMk cId="493950129" sldId="287"/>
        </pc:sldMkLst>
      </pc:sldChg>
    </pc:docChg>
  </pc:docChgLst>
  <pc:docChgLst>
    <pc:chgData name="Myriam Bensaid" userId="6732edbd-cc17-4b25-8fa6-040ea5375654" providerId="ADAL" clId="{9A5BD218-9DC6-451E-A97E-C00E59B2DC8B}"/>
    <pc:docChg chg="undo custSel delSld modSld">
      <pc:chgData name="Myriam Bensaid" userId="6732edbd-cc17-4b25-8fa6-040ea5375654" providerId="ADAL" clId="{9A5BD218-9DC6-451E-A97E-C00E59B2DC8B}" dt="2025-05-30T09:18:35.301" v="6" actId="21"/>
      <pc:docMkLst>
        <pc:docMk/>
      </pc:docMkLst>
      <pc:sldChg chg="modSp mod">
        <pc:chgData name="Myriam Bensaid" userId="6732edbd-cc17-4b25-8fa6-040ea5375654" providerId="ADAL" clId="{9A5BD218-9DC6-451E-A97E-C00E59B2DC8B}" dt="2025-05-30T09:18:35.301" v="6" actId="21"/>
        <pc:sldMkLst>
          <pc:docMk/>
          <pc:sldMk cId="2747738135" sldId="257"/>
        </pc:sldMkLst>
        <pc:spChg chg="mod">
          <ac:chgData name="Myriam Bensaid" userId="6732edbd-cc17-4b25-8fa6-040ea5375654" providerId="ADAL" clId="{9A5BD218-9DC6-451E-A97E-C00E59B2DC8B}" dt="2025-05-30T09:18:35.301" v="6" actId="21"/>
          <ac:spMkLst>
            <pc:docMk/>
            <pc:sldMk cId="2747738135" sldId="257"/>
            <ac:spMk id="3" creationId="{C0F4B379-740F-DE6B-0DCC-7B24290E29AE}"/>
          </ac:spMkLst>
        </pc:spChg>
      </pc:sldChg>
      <pc:sldChg chg="addSp modSp">
        <pc:chgData name="Myriam Bensaid" userId="6732edbd-cc17-4b25-8fa6-040ea5375654" providerId="ADAL" clId="{9A5BD218-9DC6-451E-A97E-C00E59B2DC8B}" dt="2025-05-30T09:17:10.987" v="2"/>
        <pc:sldMkLst>
          <pc:docMk/>
          <pc:sldMk cId="623530343" sldId="282"/>
        </pc:sldMkLst>
        <pc:spChg chg="add mod">
          <ac:chgData name="Myriam Bensaid" userId="6732edbd-cc17-4b25-8fa6-040ea5375654" providerId="ADAL" clId="{9A5BD218-9DC6-451E-A97E-C00E59B2DC8B}" dt="2025-05-30T09:17:10.987" v="2"/>
          <ac:spMkLst>
            <pc:docMk/>
            <pc:sldMk cId="623530343" sldId="282"/>
            <ac:spMk id="13" creationId="{B9FB8A41-41ED-46C2-7485-F74ECC24B200}"/>
          </ac:spMkLst>
        </pc:spChg>
      </pc:sldChg>
      <pc:sldChg chg="del">
        <pc:chgData name="Myriam Bensaid" userId="6732edbd-cc17-4b25-8fa6-040ea5375654" providerId="ADAL" clId="{9A5BD218-9DC6-451E-A97E-C00E59B2DC8B}" dt="2025-05-30T09:08:32.818" v="1" actId="2696"/>
        <pc:sldMkLst>
          <pc:docMk/>
          <pc:sldMk cId="386852836" sldId="286"/>
        </pc:sldMkLst>
      </pc:sldChg>
      <pc:sldChg chg="del">
        <pc:chgData name="Myriam Bensaid" userId="6732edbd-cc17-4b25-8fa6-040ea5375654" providerId="ADAL" clId="{9A5BD218-9DC6-451E-A97E-C00E59B2DC8B}" dt="2025-05-30T09:08:29.780" v="0" actId="2696"/>
        <pc:sldMkLst>
          <pc:docMk/>
          <pc:sldMk cId="493950129" sldId="287"/>
        </pc:sldMkLst>
      </pc:sldChg>
    </pc:docChg>
  </pc:docChgLst>
  <pc:docChgLst>
    <pc:chgData name="Ibrahim Fridjine" userId="S::ibrahim.fridjine@etu.cyu.fr::67dc31e2-e662-4518-b469-c9f45de4918e" providerId="AD" clId="Web-{1DB5EC9F-9DAE-FEBF-9725-A4E3E9EB78FA}"/>
    <pc:docChg chg="addSld delSld modSld sldOrd modMainMaster">
      <pc:chgData name="Ibrahim Fridjine" userId="S::ibrahim.fridjine@etu.cyu.fr::67dc31e2-e662-4518-b469-c9f45de4918e" providerId="AD" clId="Web-{1DB5EC9F-9DAE-FEBF-9725-A4E3E9EB78FA}" dt="2025-06-02T16:04:55.683" v="180"/>
      <pc:docMkLst>
        <pc:docMk/>
      </pc:docMkLst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784089036" sldId="256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497336989" sldId="258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179145733" sldId="260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1876133328" sldId="263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1007892645" sldId="264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1466491715" sldId="266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106357947" sldId="269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2848038673" sldId="270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104885242" sldId="271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581169715" sldId="274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730856263" sldId="275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852785038" sldId="276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951666606" sldId="277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203898375" sldId="278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12991851" sldId="280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1111283915" sldId="281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623530343" sldId="282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2970935995" sldId="283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1555216939" sldId="284"/>
        </pc:sldMkLst>
      </pc:sldChg>
      <pc:sldChg chg="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1085405391" sldId="285"/>
        </pc:sldMkLst>
      </pc:sldChg>
      <pc:sldChg chg="addSp delSp modSp new mod or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3322585812" sldId="286"/>
        </pc:sldMkLst>
      </pc:sldChg>
      <pc:sldChg chg="new del">
        <pc:chgData name="Ibrahim Fridjine" userId="S::ibrahim.fridjine@etu.cyu.fr::67dc31e2-e662-4518-b469-c9f45de4918e" providerId="AD" clId="Web-{1DB5EC9F-9DAE-FEBF-9725-A4E3E9EB78FA}" dt="2025-06-02T15:36:57.251" v="129"/>
        <pc:sldMkLst>
          <pc:docMk/>
          <pc:sldMk cId="1863776083" sldId="287"/>
        </pc:sldMkLst>
      </pc:sldChg>
      <pc:sldChg chg="modSp add mod">
        <pc:chgData name="Ibrahim Fridjine" userId="S::ibrahim.fridjine@etu.cyu.fr::67dc31e2-e662-4518-b469-c9f45de4918e" providerId="AD" clId="Web-{1DB5EC9F-9DAE-FEBF-9725-A4E3E9EB78FA}" dt="2025-06-02T15:49:04.432" v="166"/>
        <pc:sldMkLst>
          <pc:docMk/>
          <pc:sldMk cId="1793229043" sldId="288"/>
        </pc:sldMkLst>
      </pc:sldChg>
      <pc:sldChg chg="addSp delSp modSp add del ord replId">
        <pc:chgData name="Ibrahim Fridjine" userId="S::ibrahim.fridjine@etu.cyu.fr::67dc31e2-e662-4518-b469-c9f45de4918e" providerId="AD" clId="Web-{1DB5EC9F-9DAE-FEBF-9725-A4E3E9EB78FA}" dt="2025-06-02T16:04:55.683" v="180"/>
        <pc:sldMkLst>
          <pc:docMk/>
          <pc:sldMk cId="3899679906" sldId="289"/>
        </pc:sldMkLst>
      </pc:sldChg>
      <pc:sldMasterChg chg="mod setBg modSldLayout">
        <pc:chgData name="Ibrahim Fridjine" userId="S::ibrahim.fridjine@etu.cyu.fr::67dc31e2-e662-4518-b469-c9f45de4918e" providerId="AD" clId="Web-{1DB5EC9F-9DAE-FEBF-9725-A4E3E9EB78FA}" dt="2025-06-02T15:49:04.432" v="166"/>
        <pc:sldMasterMkLst>
          <pc:docMk/>
          <pc:sldMasterMk cId="3071127875" sldId="2147483648"/>
        </pc:sldMasterMkLst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3310491181" sldId="2147483649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3841795644" sldId="2147483650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3466923455" sldId="2147483651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3747632232" sldId="2147483652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2611866596" sldId="2147483653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3395854097" sldId="2147483654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4040201302" sldId="2147483655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2706407263" sldId="2147483656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1610903340" sldId="2147483657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4172787210" sldId="2147483658"/>
          </pc:sldLayoutMkLst>
        </pc:sldLayoutChg>
        <pc:sldLayoutChg chg="mod">
          <pc:chgData name="Ibrahim Fridjine" userId="S::ibrahim.fridjine@etu.cyu.fr::67dc31e2-e662-4518-b469-c9f45de4918e" providerId="AD" clId="Web-{1DB5EC9F-9DAE-FEBF-9725-A4E3E9EB78FA}" dt="2025-06-02T15:49:04.432" v="166"/>
          <pc:sldLayoutMkLst>
            <pc:docMk/>
            <pc:sldMasterMk cId="3071127875" sldId="2147483648"/>
            <pc:sldLayoutMk cId="1902177510" sldId="2147483659"/>
          </pc:sldLayoutMkLst>
        </pc:sldLayoutChg>
      </pc:sldMasterChg>
    </pc:docChg>
  </pc:docChgLst>
  <pc:docChgLst>
    <pc:chgData name="Maria-Danielle Boula" userId="S::maria-danielle.boula@etu.cyu.fr::859cf926-bdfd-4a6e-8ea5-01bbdb4ec499" providerId="AD" clId="Web-{E45CA32F-9C1A-256B-BCEA-9581E1AFC6CF}"/>
    <pc:docChg chg="sldOrd">
      <pc:chgData name="Maria-Danielle Boula" userId="S::maria-danielle.boula@etu.cyu.fr::859cf926-bdfd-4a6e-8ea5-01bbdb4ec499" providerId="AD" clId="Web-{E45CA32F-9C1A-256B-BCEA-9581E1AFC6CF}" dt="2025-05-30T09:00:19.255" v="33"/>
      <pc:docMkLst>
        <pc:docMk/>
      </pc:docMkLst>
      <pc:sldChg chg="ord">
        <pc:chgData name="Maria-Danielle Boula" userId="S::maria-danielle.boula@etu.cyu.fr::859cf926-bdfd-4a6e-8ea5-01bbdb4ec499" providerId="AD" clId="Web-{E45CA32F-9C1A-256B-BCEA-9581E1AFC6CF}" dt="2025-05-30T08:59:00.690" v="29"/>
        <pc:sldMkLst>
          <pc:docMk/>
          <pc:sldMk cId="2848038673" sldId="270"/>
        </pc:sldMkLst>
      </pc:sldChg>
      <pc:sldChg chg="ord">
        <pc:chgData name="Maria-Danielle Boula" userId="S::maria-danielle.boula@etu.cyu.fr::859cf926-bdfd-4a6e-8ea5-01bbdb4ec499" providerId="AD" clId="Web-{E45CA32F-9C1A-256B-BCEA-9581E1AFC6CF}" dt="2025-05-30T08:59:01.159" v="31"/>
        <pc:sldMkLst>
          <pc:docMk/>
          <pc:sldMk cId="1111283915" sldId="281"/>
        </pc:sldMkLst>
      </pc:sldChg>
      <pc:sldChg chg="ord">
        <pc:chgData name="Maria-Danielle Boula" userId="S::maria-danielle.boula@etu.cyu.fr::859cf926-bdfd-4a6e-8ea5-01bbdb4ec499" providerId="AD" clId="Web-{E45CA32F-9C1A-256B-BCEA-9581E1AFC6CF}" dt="2025-05-30T09:00:19.255" v="33"/>
        <pc:sldMkLst>
          <pc:docMk/>
          <pc:sldMk cId="623530343" sldId="282"/>
        </pc:sldMkLst>
      </pc:sldChg>
    </pc:docChg>
  </pc:docChgLst>
  <pc:docChgLst>
    <pc:chgData name="Maria-Danielle Boula" userId="S::maria-danielle.boula@etu.cyu.fr::859cf926-bdfd-4a6e-8ea5-01bbdb4ec499" providerId="AD" clId="Web-{A5EDDA13-374F-85AD-582D-9ADA47D3FC12}"/>
    <pc:docChg chg="modSld">
      <pc:chgData name="Maria-Danielle Boula" userId="S::maria-danielle.boula@etu.cyu.fr::859cf926-bdfd-4a6e-8ea5-01bbdb4ec499" providerId="AD" clId="Web-{A5EDDA13-374F-85AD-582D-9ADA47D3FC12}" dt="2025-06-10T16:36:19.900" v="53" actId="20577"/>
      <pc:docMkLst>
        <pc:docMk/>
      </pc:docMkLst>
      <pc:sldChg chg="modSp">
        <pc:chgData name="Maria-Danielle Boula" userId="S::maria-danielle.boula@etu.cyu.fr::859cf926-bdfd-4a6e-8ea5-01bbdb4ec499" providerId="AD" clId="Web-{A5EDDA13-374F-85AD-582D-9ADA47D3FC12}" dt="2025-06-10T16:36:19.900" v="53" actId="20577"/>
        <pc:sldMkLst>
          <pc:docMk/>
          <pc:sldMk cId="2848038673" sldId="270"/>
        </pc:sldMkLst>
        <pc:spChg chg="mod">
          <ac:chgData name="Maria-Danielle Boula" userId="S::maria-danielle.boula@etu.cyu.fr::859cf926-bdfd-4a6e-8ea5-01bbdb4ec499" providerId="AD" clId="Web-{A5EDDA13-374F-85AD-582D-9ADA47D3FC12}" dt="2025-06-10T16:34:26.741" v="14" actId="20577"/>
          <ac:spMkLst>
            <pc:docMk/>
            <pc:sldMk cId="2848038673" sldId="270"/>
            <ac:spMk id="3" creationId="{B7F4B988-7AEA-4C36-1A1A-E8FAABE7DF9A}"/>
          </ac:spMkLst>
        </pc:spChg>
      </pc:sldChg>
    </pc:docChg>
  </pc:docChgLst>
  <pc:docChgLst>
    <pc:chgData name="Myriam Bensaid" userId="6732edbd-cc17-4b25-8fa6-040ea5375654" providerId="ADAL" clId="{870AB221-4971-4673-A983-CB8543CF5899}"/>
    <pc:docChg chg="undo custSel addSld modSld sldOrd">
      <pc:chgData name="Myriam Bensaid" userId="6732edbd-cc17-4b25-8fa6-040ea5375654" providerId="ADAL" clId="{870AB221-4971-4673-A983-CB8543CF5899}" dt="2025-05-09T15:13:30.266" v="622" actId="1076"/>
      <pc:docMkLst>
        <pc:docMk/>
      </pc:docMkLst>
      <pc:sldChg chg="modSp mod">
        <pc:chgData name="Myriam Bensaid" userId="6732edbd-cc17-4b25-8fa6-040ea5375654" providerId="ADAL" clId="{870AB221-4971-4673-A983-CB8543CF5899}" dt="2025-05-09T12:10:24.257" v="438" actId="1037"/>
        <pc:sldMkLst>
          <pc:docMk/>
          <pc:sldMk cId="2747738135" sldId="257"/>
        </pc:sldMkLst>
      </pc:sldChg>
      <pc:sldChg chg="modSp mod">
        <pc:chgData name="Myriam Bensaid" userId="6732edbd-cc17-4b25-8fa6-040ea5375654" providerId="ADAL" clId="{870AB221-4971-4673-A983-CB8543CF5899}" dt="2025-05-09T15:07:45.669" v="580" actId="27636"/>
        <pc:sldMkLst>
          <pc:docMk/>
          <pc:sldMk cId="3179145733" sldId="260"/>
        </pc:sldMkLst>
      </pc:sldChg>
      <pc:sldChg chg="addSp delSp modSp mod">
        <pc:chgData name="Myriam Bensaid" userId="6732edbd-cc17-4b25-8fa6-040ea5375654" providerId="ADAL" clId="{870AB221-4971-4673-A983-CB8543CF5899}" dt="2025-05-09T15:10:13.542" v="595" actId="478"/>
        <pc:sldMkLst>
          <pc:docMk/>
          <pc:sldMk cId="964759020" sldId="261"/>
        </pc:sldMkLst>
      </pc:sldChg>
      <pc:sldChg chg="modSp mod">
        <pc:chgData name="Myriam Bensaid" userId="6732edbd-cc17-4b25-8fa6-040ea5375654" providerId="ADAL" clId="{870AB221-4971-4673-A983-CB8543CF5899}" dt="2025-05-09T15:00:04.154" v="513" actId="123"/>
        <pc:sldMkLst>
          <pc:docMk/>
          <pc:sldMk cId="1876133328" sldId="263"/>
        </pc:sldMkLst>
        <pc:spChg chg="mod">
          <ac:chgData name="Myriam Bensaid" userId="6732edbd-cc17-4b25-8fa6-040ea5375654" providerId="ADAL" clId="{870AB221-4971-4673-A983-CB8543CF5899}" dt="2025-05-09T15:00:04.154" v="513" actId="123"/>
          <ac:spMkLst>
            <pc:docMk/>
            <pc:sldMk cId="1876133328" sldId="263"/>
            <ac:spMk id="3" creationId="{1332E0F8-DFC6-D437-14C1-61D7C3C2730F}"/>
          </ac:spMkLst>
        </pc:spChg>
      </pc:sldChg>
      <pc:sldChg chg="modSp mod">
        <pc:chgData name="Myriam Bensaid" userId="6732edbd-cc17-4b25-8fa6-040ea5375654" providerId="ADAL" clId="{870AB221-4971-4673-A983-CB8543CF5899}" dt="2025-05-09T15:00:46.919" v="525" actId="15"/>
        <pc:sldMkLst>
          <pc:docMk/>
          <pc:sldMk cId="1007892645" sldId="264"/>
        </pc:sldMkLst>
        <pc:spChg chg="mod">
          <ac:chgData name="Myriam Bensaid" userId="6732edbd-cc17-4b25-8fa6-040ea5375654" providerId="ADAL" clId="{870AB221-4971-4673-A983-CB8543CF5899}" dt="2025-05-09T15:00:46.919" v="525" actId="15"/>
          <ac:spMkLst>
            <pc:docMk/>
            <pc:sldMk cId="1007892645" sldId="264"/>
            <ac:spMk id="3" creationId="{0EB42B8E-31EC-E928-C8B8-48D5BCF2577B}"/>
          </ac:spMkLst>
        </pc:spChg>
      </pc:sldChg>
      <pc:sldChg chg="addSp delSp modSp mod modAnim">
        <pc:chgData name="Myriam Bensaid" userId="6732edbd-cc17-4b25-8fa6-040ea5375654" providerId="ADAL" clId="{870AB221-4971-4673-A983-CB8543CF5899}" dt="2025-05-09T14:51:43.849" v="480" actId="115"/>
        <pc:sldMkLst>
          <pc:docMk/>
          <pc:sldMk cId="1466491715" sldId="266"/>
        </pc:sldMkLst>
      </pc:sldChg>
      <pc:sldChg chg="modSp mod">
        <pc:chgData name="Myriam Bensaid" userId="6732edbd-cc17-4b25-8fa6-040ea5375654" providerId="ADAL" clId="{870AB221-4971-4673-A983-CB8543CF5899}" dt="2025-05-09T14:45:40.546" v="449" actId="20577"/>
        <pc:sldMkLst>
          <pc:docMk/>
          <pc:sldMk cId="1889526354" sldId="268"/>
        </pc:sldMkLst>
      </pc:sldChg>
      <pc:sldChg chg="addSp delSp modSp add mod ord">
        <pc:chgData name="Myriam Bensaid" userId="6732edbd-cc17-4b25-8fa6-040ea5375654" providerId="ADAL" clId="{870AB221-4971-4673-A983-CB8543CF5899}" dt="2025-05-09T10:53:47.859" v="27" actId="1076"/>
        <pc:sldMkLst>
          <pc:docMk/>
          <pc:sldMk cId="3581169715" sldId="274"/>
        </pc:sldMkLst>
      </pc:sldChg>
      <pc:sldChg chg="modSp add mod ord">
        <pc:chgData name="Myriam Bensaid" userId="6732edbd-cc17-4b25-8fa6-040ea5375654" providerId="ADAL" clId="{870AB221-4971-4673-A983-CB8543CF5899}" dt="2025-05-09T11:06:38.307" v="380" actId="20577"/>
        <pc:sldMkLst>
          <pc:docMk/>
          <pc:sldMk cId="3730856263" sldId="275"/>
        </pc:sldMkLst>
      </pc:sldChg>
      <pc:sldChg chg="addSp delSp modSp add mod">
        <pc:chgData name="Myriam Bensaid" userId="6732edbd-cc17-4b25-8fa6-040ea5375654" providerId="ADAL" clId="{870AB221-4971-4673-A983-CB8543CF5899}" dt="2025-05-09T14:49:50.788" v="469" actId="732"/>
        <pc:sldMkLst>
          <pc:docMk/>
          <pc:sldMk cId="852785038" sldId="276"/>
        </pc:sldMkLst>
      </pc:sldChg>
      <pc:sldChg chg="addSp delSp modSp add mod">
        <pc:chgData name="Myriam Bensaid" userId="6732edbd-cc17-4b25-8fa6-040ea5375654" providerId="ADAL" clId="{870AB221-4971-4673-A983-CB8543CF5899}" dt="2025-05-09T14:59:31.218" v="512" actId="27636"/>
        <pc:sldMkLst>
          <pc:docMk/>
          <pc:sldMk cId="3951666606" sldId="277"/>
        </pc:sldMkLst>
        <pc:spChg chg="mod">
          <ac:chgData name="Myriam Bensaid" userId="6732edbd-cc17-4b25-8fa6-040ea5375654" providerId="ADAL" clId="{870AB221-4971-4673-A983-CB8543CF5899}" dt="2025-05-09T14:59:31.218" v="512" actId="27636"/>
          <ac:spMkLst>
            <pc:docMk/>
            <pc:sldMk cId="3951666606" sldId="277"/>
            <ac:spMk id="2" creationId="{44E7FC00-D7C9-4366-FB89-C3BCF0D70E12}"/>
          </ac:spMkLst>
        </pc:spChg>
      </pc:sldChg>
      <pc:sldChg chg="addSp modSp add mod">
        <pc:chgData name="Myriam Bensaid" userId="6732edbd-cc17-4b25-8fa6-040ea5375654" providerId="ADAL" clId="{870AB221-4971-4673-A983-CB8543CF5899}" dt="2025-05-09T15:13:30.266" v="622" actId="1076"/>
        <pc:sldMkLst>
          <pc:docMk/>
          <pc:sldMk cId="203898375" sldId="278"/>
        </pc:sldMkLst>
        <pc:spChg chg="mod">
          <ac:chgData name="Myriam Bensaid" userId="6732edbd-cc17-4b25-8fa6-040ea5375654" providerId="ADAL" clId="{870AB221-4971-4673-A983-CB8543CF5899}" dt="2025-05-09T15:11:19.573" v="597" actId="2711"/>
          <ac:spMkLst>
            <pc:docMk/>
            <pc:sldMk cId="203898375" sldId="278"/>
            <ac:spMk id="2" creationId="{28B054A5-60A5-BD96-45D3-6C8FDF2C0A7F}"/>
          </ac:spMkLst>
        </pc:spChg>
        <pc:spChg chg="mod">
          <ac:chgData name="Myriam Bensaid" userId="6732edbd-cc17-4b25-8fa6-040ea5375654" providerId="ADAL" clId="{870AB221-4971-4673-A983-CB8543CF5899}" dt="2025-05-09T15:11:47.614" v="616" actId="6549"/>
          <ac:spMkLst>
            <pc:docMk/>
            <pc:sldMk cId="203898375" sldId="278"/>
            <ac:spMk id="3" creationId="{1DE2827C-B862-C110-6569-E5688B034CD0}"/>
          </ac:spMkLst>
        </pc:spChg>
      </pc:sldChg>
    </pc:docChg>
  </pc:docChgLst>
  <pc:docChgLst>
    <pc:chgData name="Ibrahim Fridjine" userId="S::ibrahim.fridjine@etu.cyu.fr::67dc31e2-e662-4518-b469-c9f45de4918e" providerId="AD" clId="Web-{C6A7FBB3-9CD0-2DF5-30F7-3213F97B833A}"/>
    <pc:docChg chg="modSld">
      <pc:chgData name="Ibrahim Fridjine" userId="S::ibrahim.fridjine@etu.cyu.fr::67dc31e2-e662-4518-b469-c9f45de4918e" providerId="AD" clId="Web-{C6A7FBB3-9CD0-2DF5-30F7-3213F97B833A}" dt="2025-06-04T08:44:15.626" v="1" actId="14100"/>
      <pc:docMkLst>
        <pc:docMk/>
      </pc:docMkLst>
      <pc:sldChg chg="modSp">
        <pc:chgData name="Ibrahim Fridjine" userId="S::ibrahim.fridjine@etu.cyu.fr::67dc31e2-e662-4518-b469-c9f45de4918e" providerId="AD" clId="Web-{C6A7FBB3-9CD0-2DF5-30F7-3213F97B833A}" dt="2025-06-04T08:44:05.892" v="0" actId="1076"/>
        <pc:sldMkLst>
          <pc:docMk/>
          <pc:sldMk cId="3832222315" sldId="291"/>
        </pc:sldMkLst>
        <pc:picChg chg="mod">
          <ac:chgData name="Ibrahim Fridjine" userId="S::ibrahim.fridjine@etu.cyu.fr::67dc31e2-e662-4518-b469-c9f45de4918e" providerId="AD" clId="Web-{C6A7FBB3-9CD0-2DF5-30F7-3213F97B833A}" dt="2025-06-04T08:44:05.892" v="0" actId="1076"/>
          <ac:picMkLst>
            <pc:docMk/>
            <pc:sldMk cId="3832222315" sldId="291"/>
            <ac:picMk id="12" creationId="{8383D55F-0010-180E-5849-D0F5AB18D8C1}"/>
          </ac:picMkLst>
        </pc:picChg>
      </pc:sldChg>
      <pc:sldChg chg="modSp">
        <pc:chgData name="Ibrahim Fridjine" userId="S::ibrahim.fridjine@etu.cyu.fr::67dc31e2-e662-4518-b469-c9f45de4918e" providerId="AD" clId="Web-{C6A7FBB3-9CD0-2DF5-30F7-3213F97B833A}" dt="2025-06-04T08:44:15.626" v="1" actId="14100"/>
        <pc:sldMkLst>
          <pc:docMk/>
          <pc:sldMk cId="4048429243" sldId="292"/>
        </pc:sldMkLst>
        <pc:spChg chg="mod">
          <ac:chgData name="Ibrahim Fridjine" userId="S::ibrahim.fridjine@etu.cyu.fr::67dc31e2-e662-4518-b469-c9f45de4918e" providerId="AD" clId="Web-{C6A7FBB3-9CD0-2DF5-30F7-3213F97B833A}" dt="2025-06-04T08:44:15.626" v="1" actId="14100"/>
          <ac:spMkLst>
            <pc:docMk/>
            <pc:sldMk cId="4048429243" sldId="292"/>
            <ac:spMk id="16" creationId="{C4BE8439-677E-162C-23A7-34779665B186}"/>
          </ac:spMkLst>
        </pc:spChg>
      </pc:sldChg>
    </pc:docChg>
  </pc:docChgLst>
  <pc:docChgLst>
    <pc:chgData name="Maria-Danielle Boula" userId="S::maria-danielle.boula@etu.cyu.fr::859cf926-bdfd-4a6e-8ea5-01bbdb4ec499" providerId="AD" clId="Web-{3690196D-0DBC-5733-E24A-3AE66393F8D1}"/>
    <pc:docChg chg="modSld">
      <pc:chgData name="Maria-Danielle Boula" userId="S::maria-danielle.boula@etu.cyu.fr::859cf926-bdfd-4a6e-8ea5-01bbdb4ec499" providerId="AD" clId="Web-{3690196D-0DBC-5733-E24A-3AE66393F8D1}" dt="2025-06-10T13:51:54.798" v="42"/>
      <pc:docMkLst>
        <pc:docMk/>
      </pc:docMkLst>
      <pc:sldChg chg="modSp">
        <pc:chgData name="Maria-Danielle Boula" userId="S::maria-danielle.boula@etu.cyu.fr::859cf926-bdfd-4a6e-8ea5-01bbdb4ec499" providerId="AD" clId="Web-{3690196D-0DBC-5733-E24A-3AE66393F8D1}" dt="2025-06-10T13:45:09.301" v="1" actId="1076"/>
        <pc:sldMkLst>
          <pc:docMk/>
          <pc:sldMk cId="12991851" sldId="280"/>
        </pc:sldMkLst>
      </pc:sldChg>
      <pc:sldChg chg="addSp delSp modSp">
        <pc:chgData name="Maria-Danielle Boula" userId="S::maria-danielle.boula@etu.cyu.fr::859cf926-bdfd-4a6e-8ea5-01bbdb4ec499" providerId="AD" clId="Web-{3690196D-0DBC-5733-E24A-3AE66393F8D1}" dt="2025-06-10T13:51:54.798" v="42"/>
        <pc:sldMkLst>
          <pc:docMk/>
          <pc:sldMk cId="623530343" sldId="282"/>
        </pc:sldMkLst>
        <pc:spChg chg="mod">
          <ac:chgData name="Maria-Danielle Boula" userId="S::maria-danielle.boula@etu.cyu.fr::859cf926-bdfd-4a6e-8ea5-01bbdb4ec499" providerId="AD" clId="Web-{3690196D-0DBC-5733-E24A-3AE66393F8D1}" dt="2025-06-10T13:51:38.860" v="41" actId="20577"/>
          <ac:spMkLst>
            <pc:docMk/>
            <pc:sldMk cId="623530343" sldId="282"/>
            <ac:spMk id="2" creationId="{8161F992-1C47-FBE0-513F-211E5B327084}"/>
          </ac:spMkLst>
        </pc:spChg>
        <pc:spChg chg="mod">
          <ac:chgData name="Maria-Danielle Boula" userId="S::maria-danielle.boula@etu.cyu.fr::859cf926-bdfd-4a6e-8ea5-01bbdb4ec499" providerId="AD" clId="Web-{3690196D-0DBC-5733-E24A-3AE66393F8D1}" dt="2025-06-10T13:46:33.882" v="3" actId="1076"/>
          <ac:spMkLst>
            <pc:docMk/>
            <pc:sldMk cId="623530343" sldId="282"/>
            <ac:spMk id="14" creationId="{3362BAC5-D254-486B-2FD3-A859C71B58FB}"/>
          </ac:spMkLst>
        </pc:spChg>
      </pc:sldChg>
    </pc:docChg>
  </pc:docChgLst>
  <pc:docChgLst>
    <pc:chgData name="Maria-Danielle Boula" userId="S::maria-danielle.boula@etu.cyu.fr::859cf926-bdfd-4a6e-8ea5-01bbdb4ec499" providerId="AD" clId="Web-{B04399ED-293D-32E5-97BC-D9BC56223123}"/>
    <pc:docChg chg="modSld">
      <pc:chgData name="Maria-Danielle Boula" userId="S::maria-danielle.boula@etu.cyu.fr::859cf926-bdfd-4a6e-8ea5-01bbdb4ec499" providerId="AD" clId="Web-{B04399ED-293D-32E5-97BC-D9BC56223123}" dt="2025-06-10T11:36:51.540" v="13" actId="20577"/>
      <pc:docMkLst>
        <pc:docMk/>
      </pc:docMkLst>
      <pc:sldChg chg="modSp">
        <pc:chgData name="Maria-Danielle Boula" userId="S::maria-danielle.boula@etu.cyu.fr::859cf926-bdfd-4a6e-8ea5-01bbdb4ec499" providerId="AD" clId="Web-{B04399ED-293D-32E5-97BC-D9BC56223123}" dt="2025-06-10T11:36:51.540" v="13" actId="20577"/>
        <pc:sldMkLst>
          <pc:docMk/>
          <pc:sldMk cId="2848038673" sldId="270"/>
        </pc:sldMkLst>
        <pc:spChg chg="mod">
          <ac:chgData name="Maria-Danielle Boula" userId="S::maria-danielle.boula@etu.cyu.fr::859cf926-bdfd-4a6e-8ea5-01bbdb4ec499" providerId="AD" clId="Web-{B04399ED-293D-32E5-97BC-D9BC56223123}" dt="2025-06-10T11:36:51.540" v="13" actId="20577"/>
          <ac:spMkLst>
            <pc:docMk/>
            <pc:sldMk cId="2848038673" sldId="270"/>
            <ac:spMk id="3" creationId="{B7F4B988-7AEA-4C36-1A1A-E8FAABE7DF9A}"/>
          </ac:spMkLst>
        </pc:spChg>
      </pc:sldChg>
    </pc:docChg>
  </pc:docChgLst>
  <pc:docChgLst>
    <pc:chgData name="Tom Jaffrain" userId="S::tom.jaffrain@etu.cyu.fr::3465d130-e37b-4363-a46a-94c5b2166a36" providerId="AD" clId="Web-{19171E31-1C43-0FB4-1D81-ACF71AA5A163}"/>
    <pc:docChg chg="modSld">
      <pc:chgData name="Tom Jaffrain" userId="S::tom.jaffrain@etu.cyu.fr::3465d130-e37b-4363-a46a-94c5b2166a36" providerId="AD" clId="Web-{19171E31-1C43-0FB4-1D81-ACF71AA5A163}" dt="2025-06-05T07:05:48.960" v="23" actId="20577"/>
      <pc:docMkLst>
        <pc:docMk/>
      </pc:docMkLst>
      <pc:sldChg chg="modSp">
        <pc:chgData name="Tom Jaffrain" userId="S::tom.jaffrain@etu.cyu.fr::3465d130-e37b-4363-a46a-94c5b2166a36" providerId="AD" clId="Web-{19171E31-1C43-0FB4-1D81-ACF71AA5A163}" dt="2025-06-05T07:05:48.960" v="23" actId="20577"/>
        <pc:sldMkLst>
          <pc:docMk/>
          <pc:sldMk cId="2747738135" sldId="257"/>
        </pc:sldMkLst>
        <pc:spChg chg="mod">
          <ac:chgData name="Tom Jaffrain" userId="S::tom.jaffrain@etu.cyu.fr::3465d130-e37b-4363-a46a-94c5b2166a36" providerId="AD" clId="Web-{19171E31-1C43-0FB4-1D81-ACF71AA5A163}" dt="2025-06-05T07:05:48.960" v="23" actId="20577"/>
          <ac:spMkLst>
            <pc:docMk/>
            <pc:sldMk cId="2747738135" sldId="257"/>
            <ac:spMk id="3" creationId="{C0F4B379-740F-DE6B-0DCC-7B24290E29AE}"/>
          </ac:spMkLst>
        </pc:spChg>
      </pc:sldChg>
    </pc:docChg>
  </pc:docChgLst>
  <pc:docChgLst>
    <pc:chgData name="Wahiba Talantikite" userId="4d342499-98aa-4c09-9d11-ef2edea3ff94" providerId="ADAL" clId="{66E217D5-57F7-FB43-B3A6-639A42190497}"/>
    <pc:docChg chg="undo custSel modSld">
      <pc:chgData name="Wahiba Talantikite" userId="4d342499-98aa-4c09-9d11-ef2edea3ff94" providerId="ADAL" clId="{66E217D5-57F7-FB43-B3A6-639A42190497}" dt="2025-06-04T13:42:44.376" v="3" actId="14100"/>
      <pc:docMkLst>
        <pc:docMk/>
      </pc:docMkLst>
      <pc:sldChg chg="addSp modSp">
        <pc:chgData name="Wahiba Talantikite" userId="4d342499-98aa-4c09-9d11-ef2edea3ff94" providerId="ADAL" clId="{66E217D5-57F7-FB43-B3A6-639A42190497}" dt="2025-06-04T13:42:44.376" v="3" actId="14100"/>
        <pc:sldMkLst>
          <pc:docMk/>
          <pc:sldMk cId="3287384019" sldId="259"/>
        </pc:sldMkLst>
      </pc:sldChg>
    </pc:docChg>
  </pc:docChgLst>
  <pc:docChgLst>
    <pc:chgData name="Maria-Danielle Boula" userId="S::maria-danielle.boula@etu.cyu.fr::859cf926-bdfd-4a6e-8ea5-01bbdb4ec499" providerId="AD" clId="Web-{32F5D6BF-557E-CD98-AD31-862DF7176ADC}"/>
    <pc:docChg chg="modSld">
      <pc:chgData name="Maria-Danielle Boula" userId="S::maria-danielle.boula@etu.cyu.fr::859cf926-bdfd-4a6e-8ea5-01bbdb4ec499" providerId="AD" clId="Web-{32F5D6BF-557E-CD98-AD31-862DF7176ADC}" dt="2025-06-10T14:56:30.221" v="361" actId="20577"/>
      <pc:docMkLst>
        <pc:docMk/>
      </pc:docMkLst>
      <pc:sldChg chg="addSp delSp">
        <pc:chgData name="Maria-Danielle Boula" userId="S::maria-danielle.boula@etu.cyu.fr::859cf926-bdfd-4a6e-8ea5-01bbdb4ec499" providerId="AD" clId="Web-{32F5D6BF-557E-CD98-AD31-862DF7176ADC}" dt="2025-06-10T14:48:43.911" v="265"/>
        <pc:sldMkLst>
          <pc:docMk/>
          <pc:sldMk cId="2747738135" sldId="257"/>
        </pc:sldMkLst>
      </pc:sldChg>
      <pc:sldChg chg="addSp delSp modSp">
        <pc:chgData name="Maria-Danielle Boula" userId="S::maria-danielle.boula@etu.cyu.fr::859cf926-bdfd-4a6e-8ea5-01bbdb4ec499" providerId="AD" clId="Web-{32F5D6BF-557E-CD98-AD31-862DF7176ADC}" dt="2025-06-10T14:56:30.221" v="361" actId="20577"/>
        <pc:sldMkLst>
          <pc:docMk/>
          <pc:sldMk cId="623530343" sldId="282"/>
        </pc:sldMkLst>
        <pc:spChg chg="mod">
          <ac:chgData name="Maria-Danielle Boula" userId="S::maria-danielle.boula@etu.cyu.fr::859cf926-bdfd-4a6e-8ea5-01bbdb4ec499" providerId="AD" clId="Web-{32F5D6BF-557E-CD98-AD31-862DF7176ADC}" dt="2025-06-10T14:52:33.738" v="336" actId="1076"/>
          <ac:spMkLst>
            <pc:docMk/>
            <pc:sldMk cId="623530343" sldId="282"/>
            <ac:spMk id="14" creationId="{3362BAC5-D254-486B-2FD3-A859C71B58FB}"/>
          </ac:spMkLst>
        </pc:spChg>
        <pc:spChg chg="add mod">
          <ac:chgData name="Maria-Danielle Boula" userId="S::maria-danielle.boula@etu.cyu.fr::859cf926-bdfd-4a6e-8ea5-01bbdb4ec499" providerId="AD" clId="Web-{32F5D6BF-557E-CD98-AD31-862DF7176ADC}" dt="2025-06-10T14:50:42.950" v="305" actId="1076"/>
          <ac:spMkLst>
            <pc:docMk/>
            <pc:sldMk cId="623530343" sldId="282"/>
            <ac:spMk id="24" creationId="{E8FD16DE-27D4-8499-27AB-3AF7B9F94B9A}"/>
          </ac:spMkLst>
        </pc:spChg>
        <pc:spChg chg="add mod">
          <ac:chgData name="Maria-Danielle Boula" userId="S::maria-danielle.boula@etu.cyu.fr::859cf926-bdfd-4a6e-8ea5-01bbdb4ec499" providerId="AD" clId="Web-{32F5D6BF-557E-CD98-AD31-862DF7176ADC}" dt="2025-06-10T14:50:49.560" v="306" actId="1076"/>
          <ac:spMkLst>
            <pc:docMk/>
            <pc:sldMk cId="623530343" sldId="282"/>
            <ac:spMk id="26" creationId="{355919B7-3565-C78F-0828-F62E9A7AED64}"/>
          </ac:spMkLst>
        </pc:spChg>
        <pc:spChg chg="add mod">
          <ac:chgData name="Maria-Danielle Boula" userId="S::maria-danielle.boula@etu.cyu.fr::859cf926-bdfd-4a6e-8ea5-01bbdb4ec499" providerId="AD" clId="Web-{32F5D6BF-557E-CD98-AD31-862DF7176ADC}" dt="2025-06-10T14:56:30.221" v="361" actId="20577"/>
          <ac:spMkLst>
            <pc:docMk/>
            <pc:sldMk cId="623530343" sldId="282"/>
            <ac:spMk id="31" creationId="{6628FEEE-BD3A-4C88-5275-7357E367673E}"/>
          </ac:spMkLst>
        </pc:spChg>
        <pc:spChg chg="add mod">
          <ac:chgData name="Maria-Danielle Boula" userId="S::maria-danielle.boula@etu.cyu.fr::859cf926-bdfd-4a6e-8ea5-01bbdb4ec499" providerId="AD" clId="Web-{32F5D6BF-557E-CD98-AD31-862DF7176ADC}" dt="2025-06-10T14:54:52.637" v="353" actId="1076"/>
          <ac:spMkLst>
            <pc:docMk/>
            <pc:sldMk cId="623530343" sldId="282"/>
            <ac:spMk id="32" creationId="{53514730-CC52-2432-B0AE-C9DBE075C41B}"/>
          </ac:spMkLst>
        </pc:spChg>
        <pc:picChg chg="mod">
          <ac:chgData name="Maria-Danielle Boula" userId="S::maria-danielle.boula@etu.cyu.fr::859cf926-bdfd-4a6e-8ea5-01bbdb4ec499" providerId="AD" clId="Web-{32F5D6BF-557E-CD98-AD31-862DF7176ADC}" dt="2025-06-10T14:04:02.653" v="56" actId="1076"/>
          <ac:picMkLst>
            <pc:docMk/>
            <pc:sldMk cId="623530343" sldId="282"/>
            <ac:picMk id="3" creationId="{BDF004C5-3BD2-1AF2-2534-51C518B8D63B}"/>
          </ac:picMkLst>
        </pc:picChg>
        <pc:picChg chg="mod">
          <ac:chgData name="Maria-Danielle Boula" userId="S::maria-danielle.boula@etu.cyu.fr::859cf926-bdfd-4a6e-8ea5-01bbdb4ec499" providerId="AD" clId="Web-{32F5D6BF-557E-CD98-AD31-862DF7176ADC}" dt="2025-06-10T14:04:02.653" v="55" actId="1076"/>
          <ac:picMkLst>
            <pc:docMk/>
            <pc:sldMk cId="623530343" sldId="282"/>
            <ac:picMk id="5" creationId="{CEC81EE9-7EE8-689C-538F-D3853E6000FF}"/>
          </ac:picMkLst>
        </pc:picChg>
        <pc:picChg chg="add mod modCrop">
          <ac:chgData name="Maria-Danielle Boula" userId="S::maria-danielle.boula@etu.cyu.fr::859cf926-bdfd-4a6e-8ea5-01bbdb4ec499" providerId="AD" clId="Web-{32F5D6BF-557E-CD98-AD31-862DF7176ADC}" dt="2025-06-10T14:55:05.263" v="357" actId="1076"/>
          <ac:picMkLst>
            <pc:docMk/>
            <pc:sldMk cId="623530343" sldId="282"/>
            <ac:picMk id="6" creationId="{422330B1-3C74-07DA-E783-9031F96275E2}"/>
          </ac:picMkLst>
        </pc:picChg>
        <pc:picChg chg="add mod modCrop">
          <ac:chgData name="Maria-Danielle Boula" userId="S::maria-danielle.boula@etu.cyu.fr::859cf926-bdfd-4a6e-8ea5-01bbdb4ec499" providerId="AD" clId="Web-{32F5D6BF-557E-CD98-AD31-862DF7176ADC}" dt="2025-06-10T14:44:45.084" v="191" actId="1076"/>
          <ac:picMkLst>
            <pc:docMk/>
            <pc:sldMk cId="623530343" sldId="282"/>
            <ac:picMk id="16" creationId="{44D780C7-74FF-9348-760F-AB8F1613EF3A}"/>
          </ac:picMkLst>
        </pc:picChg>
        <pc:picChg chg="add mod">
          <ac:chgData name="Maria-Danielle Boula" userId="S::maria-danielle.boula@etu.cyu.fr::859cf926-bdfd-4a6e-8ea5-01bbdb4ec499" providerId="AD" clId="Web-{32F5D6BF-557E-CD98-AD31-862DF7176ADC}" dt="2025-06-10T14:54:58.559" v="355" actId="1076"/>
          <ac:picMkLst>
            <pc:docMk/>
            <pc:sldMk cId="623530343" sldId="282"/>
            <ac:picMk id="18" creationId="{53A74F61-C0E8-3742-737A-077F2AB20C8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70E20-32AF-4D98-83A0-69FE464D337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DB778-C164-4320-B1CC-B75E386DA7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4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-groupe5.netlify.app" TargetMode="External" /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Nous allons passer le mercredi 11 juin matin à 11h.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7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Turing 101 103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29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C39AA-B6BF-E517-5637-50B2E1895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674FC0-F27E-4DEF-41FC-D946245A7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1BEFCC-A77E-D144-2B78-B5FFE1674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Problématique présentée de manière trop scolaire.</a:t>
            </a:r>
          </a:p>
          <a:p>
            <a:r>
              <a:rPr lang="fr-FR"/>
              <a:t>Mod </a:t>
            </a:r>
            <a:r>
              <a:rPr lang="fr-FR">
                <a:sym typeface="Wingdings" panose="05000000000000000000" pitchFamily="2" charset="2"/>
              </a:rPr>
              <a:t> Voici la première question que l’on s’est posé</a:t>
            </a: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66003C-2F55-5D2E-0F8F-4541332F8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0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Explique le pourquoi de slide 8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1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Explique le pourquoi de slide 8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9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Etat des lieux – à mettre plus haut (en intro)</a:t>
            </a:r>
          </a:p>
          <a:p>
            <a:r>
              <a:rPr lang="fr-FR"/>
              <a:t>Elles sortent d’où les datas ?</a:t>
            </a:r>
          </a:p>
          <a:p>
            <a:r>
              <a:rPr lang="fr-FR"/>
              <a:t>Calculer en fonction des autres, pas des étudiants.</a:t>
            </a:r>
          </a:p>
          <a:p>
            <a:r>
              <a:rPr lang="fr-FR"/>
              <a:t>4300 Ko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72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21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69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Présenter le VS en alternative</a:t>
            </a:r>
          </a:p>
          <a:p>
            <a:r>
              <a:rPr lang="fr-FR"/>
              <a:t>Télécharger la page…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22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Détailler éléments superflus supprimés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86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Imager plus clairement les pages.</a:t>
            </a:r>
          </a:p>
          <a:p>
            <a:r>
              <a:rPr lang="fr-FR">
                <a:solidFill>
                  <a:schemeClr val="bg1"/>
                </a:solidFill>
                <a:latin typeface="Chewy" panose="02000000000000000000" pitchFamily="2" charset="0"/>
              </a:rPr>
              <a:t> </a:t>
            </a:r>
            <a:r>
              <a:rPr lang="fr-FR">
                <a:solidFill>
                  <a:schemeClr val="bg1"/>
                </a:solidFill>
                <a:latin typeface="Chewy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https://site-groupe5.netlify.app</a:t>
            </a:r>
            <a:endParaRPr lang="fr-FR">
              <a:solidFill>
                <a:schemeClr val="bg1"/>
              </a:solidFill>
              <a:latin typeface="Chewy" panose="02000000000000000000" pitchFamily="2" charset="0"/>
            </a:endParaRPr>
          </a:p>
          <a:p>
            <a:r>
              <a:rPr lang="fr-FR">
                <a:solidFill>
                  <a:schemeClr val="bg1"/>
                </a:solidFill>
                <a:latin typeface="Chewy" panose="02000000000000000000" pitchFamily="2" charset="0"/>
              </a:rPr>
              <a:t>Souligner la lourdeur des images et le fait que la page est faite.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02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Prendre en compte le cout du changement des images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00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AC56C-D33D-50B8-E390-DAAE6786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D69DB40-C916-D776-4293-5B5D6CF6A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E23BC1-A0BF-E9B7-6AB0-A3C18E687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Prendre en compte le cout du changement des images</a:t>
            </a:r>
          </a:p>
          <a:p>
            <a:r>
              <a:rPr lang="fr-FR"/>
              <a:t>Couper un petit peu</a:t>
            </a: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FAEEB6-47CD-0711-1B19-71FB69327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64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BD5B-B117-333A-83A3-96ED97A8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12F559F-E410-3CC6-0FE9-DC016A89A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46DBB5-3389-B409-1FF6-14592B11C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Prendre en compte le cout du changement des images</a:t>
            </a:r>
          </a:p>
          <a:p>
            <a:r>
              <a:rPr lang="fr-FR"/>
              <a:t>Mettre plus en avant la soluce 2</a:t>
            </a: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96366C-8AF9-A37E-EA0E-32BF730A7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49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https://gtmetrix.com/compare/1tGmGJqB/SYVfKnFO/4wkQBLMa/kgnscsFe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6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Présenter les types de médias</a:t>
            </a:r>
          </a:p>
          <a:p>
            <a:r>
              <a:rPr lang="fr-FR"/>
              <a:t>« On pourra revenir dessus lors des questions »</a:t>
            </a:r>
            <a:endParaRPr lang="en-US"/>
          </a:p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DB778-C164-4320-B1CC-B75E386DA7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20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BA18C-A644-4447-9DA5-12BF089F74C9}" type="datetime1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1D2CD-AF3C-414E-B4D6-EAB5C3A25E60}" type="datetime1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1052-2D40-4E89-AE1B-BB22C2EFB6C6}" type="datetime1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A4E9-5A0C-4D86-88F9-E7BEDF7B7309}" type="datetime1">
              <a:rPr lang="fr-FR" smtClean="0"/>
              <a:t>18/06/2025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D511-8AF5-468F-96B9-447D47366017}" type="datetime1">
              <a:rPr lang="fr-FR" smtClean="0"/>
              <a:t>18/06/2025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45D4-8234-404B-B3AE-E73F531A490F}" type="datetime1">
              <a:rPr lang="fr-FR" smtClean="0"/>
              <a:t>18/06/2025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996E-8274-4208-8048-FD20E6B29CB6}" type="datetime1">
              <a:rPr lang="fr-FR" smtClean="0"/>
              <a:t>18/06/2025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D124-3D26-4FE8-8633-ADC57C177376}" type="datetime1">
              <a:rPr lang="fr-FR" smtClean="0"/>
              <a:t>18/06/2025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B0-5AA7-4039-9EC5-A8AB74534772}" type="datetime1">
              <a:rPr lang="fr-FR" smtClean="0"/>
              <a:t>18/06/2025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0DE91-9DCE-4EAA-B7F5-EFBFE349CE9C}" type="datetime1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3DA0-DCE2-4655-BECC-AA479A9E27BB}" type="datetime1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D34FB-A2F5-4F10-9ADE-C265E91DA8F8}" type="datetime1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microsoft.com/office/2007/relationships/hdphoto" Target="../media/hdphoto1.wdp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2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microsoft.com/office/2007/relationships/hdphoto" Target="../media/hdphoto2.wdp" /><Relationship Id="rId5" Type="http://schemas.openxmlformats.org/officeDocument/2006/relationships/image" Target="../media/image8.png" /><Relationship Id="rId4" Type="http://schemas.openxmlformats.org/officeDocument/2006/relationships/image" Target="../media/image2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13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11.png" /><Relationship Id="rId12" Type="http://schemas.openxmlformats.org/officeDocument/2006/relationships/image" Target="../media/image1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0.png" /><Relationship Id="rId11" Type="http://schemas.openxmlformats.org/officeDocument/2006/relationships/image" Target="../media/image15.png" /><Relationship Id="rId5" Type="http://schemas.openxmlformats.org/officeDocument/2006/relationships/image" Target="../media/image9.jpeg" /><Relationship Id="rId10" Type="http://schemas.openxmlformats.org/officeDocument/2006/relationships/image" Target="../media/image14.png" /><Relationship Id="rId4" Type="http://schemas.openxmlformats.org/officeDocument/2006/relationships/image" Target="../media/image1.png" /><Relationship Id="rId9" Type="http://schemas.openxmlformats.org/officeDocument/2006/relationships/image" Target="../media/image13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 /><Relationship Id="rId3" Type="http://schemas.openxmlformats.org/officeDocument/2006/relationships/image" Target="../media/image1.png" /><Relationship Id="rId7" Type="http://schemas.openxmlformats.org/officeDocument/2006/relationships/image" Target="../media/image19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8.png" /><Relationship Id="rId11" Type="http://schemas.openxmlformats.org/officeDocument/2006/relationships/image" Target="../media/image5.png" /><Relationship Id="rId5" Type="http://schemas.openxmlformats.org/officeDocument/2006/relationships/image" Target="../media/image17.png" /><Relationship Id="rId10" Type="http://schemas.openxmlformats.org/officeDocument/2006/relationships/image" Target="../media/image22.png" /><Relationship Id="rId4" Type="http://schemas.openxmlformats.org/officeDocument/2006/relationships/image" Target="../media/image2.png" /><Relationship Id="rId9" Type="http://schemas.openxmlformats.org/officeDocument/2006/relationships/image" Target="../media/image21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2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png" /><Relationship Id="rId4" Type="http://schemas.openxmlformats.org/officeDocument/2006/relationships/image" Target="../media/image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5" Type="http://schemas.openxmlformats.org/officeDocument/2006/relationships/hyperlink" Target="https://www.presse-citron.net/hebergeur/ecologique/" TargetMode="External" /><Relationship Id="rId4" Type="http://schemas.openxmlformats.org/officeDocument/2006/relationships/image" Target="../media/image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5" Type="http://schemas.openxmlformats.org/officeDocument/2006/relationships/image" Target="../media/image23.png" /><Relationship Id="rId4" Type="http://schemas.openxmlformats.org/officeDocument/2006/relationships/image" Target="../media/image2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 /><Relationship Id="rId3" Type="http://schemas.openxmlformats.org/officeDocument/2006/relationships/image" Target="../media/image1.png" /><Relationship Id="rId7" Type="http://schemas.openxmlformats.org/officeDocument/2006/relationships/image" Target="../media/image2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4.png" /><Relationship Id="rId5" Type="http://schemas.openxmlformats.org/officeDocument/2006/relationships/image" Target="../media/image6.png" /><Relationship Id="rId4" Type="http://schemas.openxmlformats.org/officeDocument/2006/relationships/image" Target="../media/image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7.png" /><Relationship Id="rId4" Type="http://schemas.openxmlformats.org/officeDocument/2006/relationships/image" Target="../media/image6.png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slideLayout" Target="../slideLayouts/slideLayout2.xml" /><Relationship Id="rId7" Type="http://schemas.openxmlformats.org/officeDocument/2006/relationships/image" Target="../media/image6.png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6" Type="http://schemas.openxmlformats.org/officeDocument/2006/relationships/image" Target="../media/image2.png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png" /><Relationship Id="rId4" Type="http://schemas.openxmlformats.org/officeDocument/2006/relationships/image" Target="../media/image2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 /><Relationship Id="rId3" Type="http://schemas.openxmlformats.org/officeDocument/2006/relationships/image" Target="../media/image1.png" /><Relationship Id="rId7" Type="http://schemas.openxmlformats.org/officeDocument/2006/relationships/image" Target="../media/image31.jpe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0.png" /><Relationship Id="rId5" Type="http://schemas.openxmlformats.org/officeDocument/2006/relationships/image" Target="../media/image29.jpeg" /><Relationship Id="rId4" Type="http://schemas.openxmlformats.org/officeDocument/2006/relationships/image" Target="../media/image2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png" /><Relationship Id="rId4" Type="http://schemas.openxmlformats.org/officeDocument/2006/relationships/image" Target="../media/image2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32.jpeg" /><Relationship Id="rId4" Type="http://schemas.openxmlformats.org/officeDocument/2006/relationships/image" Target="../media/image2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7.png" /><Relationship Id="rId4" Type="http://schemas.openxmlformats.org/officeDocument/2006/relationships/image" Target="../media/image2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dessin, Graphique, illustration, Dessin d’enfant">
            <a:extLst>
              <a:ext uri="{FF2B5EF4-FFF2-40B4-BE49-F238E27FC236}">
                <a16:creationId xmlns:a16="http://schemas.microsoft.com/office/drawing/2014/main" id="{6C393093-CE55-F412-5B24-9D514328E3B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32424431-87B3-20C2-9596-821300FFD8E3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10771648" y="6216924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18E1BC27-2DC8-A092-6157-AFCEBAF6E8EF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5503149" y="-4043219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 descr="DRI : Votre hébergeur web écologique de référence en France - Découvrez  notre politique environnementale">
            <a:extLst>
              <a:ext uri="{FF2B5EF4-FFF2-40B4-BE49-F238E27FC236}">
                <a16:creationId xmlns:a16="http://schemas.microsoft.com/office/drawing/2014/main" id="{55F952E4-955F-8A0A-4F32-18478370EF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Brush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C68CAFC-4C43-3976-4CB4-A2E1A64A4830}"/>
              </a:ext>
            </a:extLst>
          </p:cNvPr>
          <p:cNvSpPr/>
          <p:nvPr/>
        </p:nvSpPr>
        <p:spPr>
          <a:xfrm>
            <a:off x="0" y="0"/>
            <a:ext cx="6357258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440917" y="2139269"/>
            <a:ext cx="9826171" cy="1160658"/>
          </a:xfrm>
        </p:spPr>
        <p:txBody>
          <a:bodyPr>
            <a:normAutofit fontScale="90000"/>
          </a:bodyPr>
          <a:lstStyle/>
          <a:p>
            <a:r>
              <a:rPr lang="fr-FR" sz="8000" noProof="0">
                <a:solidFill>
                  <a:schemeClr val="bg1"/>
                </a:solidFill>
                <a:latin typeface="Chewy" panose="02000000000000000000" pitchFamily="2" charset="0"/>
                <a:ea typeface="STHupo" panose="020B0503020204020204" pitchFamily="2" charset="-122"/>
              </a:rPr>
              <a:t>Eco-Conception Web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77635" y="3702995"/>
            <a:ext cx="8370763" cy="1160658"/>
          </a:xfrm>
        </p:spPr>
        <p:txBody>
          <a:bodyPr>
            <a:normAutofit/>
          </a:bodyPr>
          <a:lstStyle/>
          <a:p>
            <a:r>
              <a:rPr lang="fr-FR" sz="3200" noProof="0">
                <a:solidFill>
                  <a:schemeClr val="bg1"/>
                </a:solidFill>
                <a:latin typeface="Chewy" panose="02000000000000000000" pitchFamily="2" charset="0"/>
                <a:ea typeface="STHupo" panose="02010800040101010101" pitchFamily="2" charset="-122"/>
              </a:rPr>
              <a:t>Réduction de l’impact environnemental de l’hébergement du site de CYU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DAC06B7-388D-6A29-16FD-BEECA7ADB120}"/>
              </a:ext>
            </a:extLst>
          </p:cNvPr>
          <p:cNvSpPr txBox="1"/>
          <p:nvPr/>
        </p:nvSpPr>
        <p:spPr>
          <a:xfrm>
            <a:off x="10100057" y="5688449"/>
            <a:ext cx="209194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algn="just">
              <a:defRPr sz="1400">
                <a:solidFill>
                  <a:schemeClr val="bg1"/>
                </a:solidFill>
                <a:latin typeface="Chewy" panose="02000000000000000000" pitchFamily="2" charset="0"/>
              </a:defRPr>
            </a:lvl1pPr>
          </a:lstStyle>
          <a:p>
            <a:pPr algn="l"/>
            <a:r>
              <a:rPr lang="fr-FR" noProof="0" dirty="0"/>
              <a:t>PréIng1 – MI3-5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noProof="0" dirty="0"/>
              <a:t>Ibrahim </a:t>
            </a:r>
            <a:r>
              <a:rPr lang="fr-FR" noProof="0" dirty="0" err="1"/>
              <a:t>Fridjine</a:t>
            </a:r>
            <a:r>
              <a:rPr lang="fr-FR" noProof="0" dirty="0"/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noProof="0" dirty="0"/>
              <a:t>Maria-Danielle Boula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noProof="0" dirty="0"/>
              <a:t>Myriam </a:t>
            </a:r>
            <a:r>
              <a:rPr lang="fr-FR" noProof="0" dirty="0" err="1"/>
              <a:t>Bensaïd</a:t>
            </a:r>
            <a:r>
              <a:rPr lang="fr-FR" noProof="0" dirty="0"/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noProof="0" dirty="0"/>
              <a:t>Tom </a:t>
            </a:r>
            <a:r>
              <a:rPr lang="fr-FR" noProof="0" dirty="0" err="1"/>
              <a:t>Jaffrain</a:t>
            </a:r>
            <a:r>
              <a:rPr lang="fr-FR" noProof="0" dirty="0"/>
              <a:t> </a:t>
            </a:r>
          </a:p>
        </p:txBody>
      </p:sp>
      <p:pic>
        <p:nvPicPr>
          <p:cNvPr id="13" name="Image 12" descr="Une image contenant Graphique, logo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C3BE7AC-4391-D2EA-4FAD-BF06E8910B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169" y="-504837"/>
            <a:ext cx="1910734" cy="191073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0963C5F4-48CC-1912-E859-BE1F87659271}"/>
              </a:ext>
            </a:extLst>
          </p:cNvPr>
          <p:cNvSpPr txBox="1"/>
          <p:nvPr/>
        </p:nvSpPr>
        <p:spPr>
          <a:xfrm>
            <a:off x="177677" y="6340014"/>
            <a:ext cx="617958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algn="just">
              <a:defRPr sz="1400">
                <a:solidFill>
                  <a:schemeClr val="bg1"/>
                </a:solidFill>
                <a:latin typeface="Chewy" panose="02000000000000000000" pitchFamily="2" charset="0"/>
              </a:defRPr>
            </a:lvl1pPr>
          </a:lstStyle>
          <a:p>
            <a:pPr algn="l"/>
            <a:r>
              <a:rPr lang="fr-FR" noProof="0"/>
              <a:t>Module : Humanité &amp; Design</a:t>
            </a:r>
          </a:p>
          <a:p>
            <a:pPr algn="l"/>
            <a:r>
              <a:rPr lang="fr-FR" noProof="0"/>
              <a:t>Enseignant : M. Alexandre BEGUE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31C9FB3D-D08C-0815-E7FC-1406F518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dessin, Graphique, illustration, Dessin d’enfant">
            <a:extLst>
              <a:ext uri="{FF2B5EF4-FFF2-40B4-BE49-F238E27FC236}">
                <a16:creationId xmlns:a16="http://schemas.microsoft.com/office/drawing/2014/main" id="{D0DCCCB2-FFB2-DC5D-CB6F-6C29C231F16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8" name="Google Shape;405;p44">
            <a:extLst>
              <a:ext uri="{FF2B5EF4-FFF2-40B4-BE49-F238E27FC236}">
                <a16:creationId xmlns:a16="http://schemas.microsoft.com/office/drawing/2014/main" id="{AEE63AE5-E744-3A3A-3B55-C5195431B617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05;p44">
            <a:extLst>
              <a:ext uri="{FF2B5EF4-FFF2-40B4-BE49-F238E27FC236}">
                <a16:creationId xmlns:a16="http://schemas.microsoft.com/office/drawing/2014/main" id="{9A2BE67D-2C9B-A472-7F01-3622E5CBA413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0273E22-C0E2-FC1C-4FA1-2344E35C9AE4}"/>
              </a:ext>
            </a:extLst>
          </p:cNvPr>
          <p:cNvSpPr/>
          <p:nvPr/>
        </p:nvSpPr>
        <p:spPr>
          <a:xfrm>
            <a:off x="0" y="0"/>
            <a:ext cx="10381903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795DD2E-8DA8-00D9-D8AD-A43EAFF5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3725"/>
            <a:ext cx="10515600" cy="1325563"/>
          </a:xfrm>
        </p:spPr>
        <p:txBody>
          <a:bodyPr>
            <a:normAutofit/>
          </a:bodyPr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STHupo" panose="020B0503020204020204" pitchFamily="2" charset="-122"/>
              </a:rPr>
              <a:t>Sommaire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F4B379-740F-DE6B-0DCC-7B24290E29AE}"/>
              </a:ext>
            </a:extLst>
          </p:cNvPr>
          <p:cNvSpPr txBox="1"/>
          <p:nvPr/>
        </p:nvSpPr>
        <p:spPr>
          <a:xfrm>
            <a:off x="269475" y="4049642"/>
            <a:ext cx="307927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2400">
                <a:solidFill>
                  <a:schemeClr val="bg1"/>
                </a:solidFill>
                <a:latin typeface="Chewy"/>
                <a:ea typeface="STHupo"/>
              </a:rPr>
              <a:t>Raisonnement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1ED40E9E-5399-FCEE-D6D1-4AB8ACEA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2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5567A0-3563-20AC-CA3F-0DF8431B1AD6}"/>
              </a:ext>
            </a:extLst>
          </p:cNvPr>
          <p:cNvSpPr txBox="1"/>
          <p:nvPr/>
        </p:nvSpPr>
        <p:spPr>
          <a:xfrm>
            <a:off x="3740680" y="4083653"/>
            <a:ext cx="307927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2400">
                <a:solidFill>
                  <a:schemeClr val="bg1"/>
                </a:solidFill>
                <a:latin typeface="Chewy"/>
                <a:ea typeface="STHupo"/>
              </a:rPr>
              <a:t>Recherche de solution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F11D653-5157-522F-1475-A818DADE01EB}"/>
              </a:ext>
            </a:extLst>
          </p:cNvPr>
          <p:cNvSpPr txBox="1"/>
          <p:nvPr/>
        </p:nvSpPr>
        <p:spPr>
          <a:xfrm>
            <a:off x="7302632" y="4047397"/>
            <a:ext cx="307927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2400">
                <a:solidFill>
                  <a:schemeClr val="bg1"/>
                </a:solidFill>
                <a:latin typeface="Chewy"/>
                <a:ea typeface="STHupo"/>
              </a:rPr>
              <a:t>Conclusion</a:t>
            </a:r>
          </a:p>
        </p:txBody>
      </p:sp>
      <p:pic>
        <p:nvPicPr>
          <p:cNvPr id="15" name="Image 14" descr="Une image contenant symbole, logo, Graphique, conception">
            <a:extLst>
              <a:ext uri="{FF2B5EF4-FFF2-40B4-BE49-F238E27FC236}">
                <a16:creationId xmlns:a16="http://schemas.microsoft.com/office/drawing/2014/main" id="{79E03E3F-C56D-2C4D-B171-0DBB17D95E3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37" y="2374529"/>
            <a:ext cx="1768573" cy="1675112"/>
          </a:xfrm>
          <a:prstGeom prst="rect">
            <a:avLst/>
          </a:prstGeom>
          <a:ln>
            <a:noFill/>
          </a:ln>
        </p:spPr>
      </p:pic>
      <p:pic>
        <p:nvPicPr>
          <p:cNvPr id="22" name="Image 21" descr="Une image contenant croquis, dessin, noir, Graphique">
            <a:extLst>
              <a:ext uri="{FF2B5EF4-FFF2-40B4-BE49-F238E27FC236}">
                <a16:creationId xmlns:a16="http://schemas.microsoft.com/office/drawing/2014/main" id="{1116A868-E631-E3E6-7694-005CAD890F3F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556" y="2212775"/>
            <a:ext cx="1895517" cy="1895517"/>
          </a:xfrm>
          <a:prstGeom prst="rect">
            <a:avLst/>
          </a:prstGeom>
        </p:spPr>
      </p:pic>
      <p:pic>
        <p:nvPicPr>
          <p:cNvPr id="24" name="Image 23" descr="Une image contenant symbole, Graphique, Police, conception">
            <a:extLst>
              <a:ext uri="{FF2B5EF4-FFF2-40B4-BE49-F238E27FC236}">
                <a16:creationId xmlns:a16="http://schemas.microsoft.com/office/drawing/2014/main" id="{8C452309-208C-A35B-8551-CAC85C201A4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65"/>
          <a:stretch>
            <a:fillRect/>
          </a:stretch>
        </p:blipFill>
        <p:spPr>
          <a:xfrm>
            <a:off x="7894510" y="2445698"/>
            <a:ext cx="1897190" cy="1662594"/>
          </a:xfrm>
          <a:prstGeom prst="rect">
            <a:avLst/>
          </a:prstGeom>
        </p:spPr>
      </p:pic>
      <p:sp>
        <p:nvSpPr>
          <p:cNvPr id="25" name="Flèche : chevron 24">
            <a:extLst>
              <a:ext uri="{FF2B5EF4-FFF2-40B4-BE49-F238E27FC236}">
                <a16:creationId xmlns:a16="http://schemas.microsoft.com/office/drawing/2014/main" id="{89D5FEB0-F60E-D809-0311-41144A68A905}"/>
              </a:ext>
            </a:extLst>
          </p:cNvPr>
          <p:cNvSpPr/>
          <p:nvPr/>
        </p:nvSpPr>
        <p:spPr>
          <a:xfrm>
            <a:off x="2961284" y="3132735"/>
            <a:ext cx="952419" cy="461666"/>
          </a:xfrm>
          <a:prstGeom prst="chevron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Flèche : chevron 25">
            <a:extLst>
              <a:ext uri="{FF2B5EF4-FFF2-40B4-BE49-F238E27FC236}">
                <a16:creationId xmlns:a16="http://schemas.microsoft.com/office/drawing/2014/main" id="{6F3E6E1A-6D99-0ECA-B3DA-F6CFEBA481EF}"/>
              </a:ext>
            </a:extLst>
          </p:cNvPr>
          <p:cNvSpPr/>
          <p:nvPr/>
        </p:nvSpPr>
        <p:spPr>
          <a:xfrm>
            <a:off x="6743700" y="3132735"/>
            <a:ext cx="952419" cy="461666"/>
          </a:xfrm>
          <a:prstGeom prst="chevron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738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FE9C-2101-9F75-3400-3542682C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dessin, Graphique, illustration, Dessin d’enfant">
            <a:extLst>
              <a:ext uri="{FF2B5EF4-FFF2-40B4-BE49-F238E27FC236}">
                <a16:creationId xmlns:a16="http://schemas.microsoft.com/office/drawing/2014/main" id="{A4D3C274-5713-7310-A8AC-51927370928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8" name="Google Shape;405;p44">
            <a:extLst>
              <a:ext uri="{FF2B5EF4-FFF2-40B4-BE49-F238E27FC236}">
                <a16:creationId xmlns:a16="http://schemas.microsoft.com/office/drawing/2014/main" id="{361FC315-579F-2F68-7DAD-9F7DE1F88FAA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05;p44">
            <a:extLst>
              <a:ext uri="{FF2B5EF4-FFF2-40B4-BE49-F238E27FC236}">
                <a16:creationId xmlns:a16="http://schemas.microsoft.com/office/drawing/2014/main" id="{0DB28736-D0B0-E23E-1D5D-C29FD42658A3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37F0A46-54E7-7468-1059-D69C61106F78}"/>
              </a:ext>
            </a:extLst>
          </p:cNvPr>
          <p:cNvSpPr/>
          <p:nvPr/>
        </p:nvSpPr>
        <p:spPr>
          <a:xfrm>
            <a:off x="0" y="0"/>
            <a:ext cx="7585788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025A88-BEB9-29CB-6D31-58971125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3725"/>
            <a:ext cx="10515600" cy="1325563"/>
          </a:xfrm>
        </p:spPr>
        <p:txBody>
          <a:bodyPr>
            <a:normAutofit/>
          </a:bodyPr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STHupo" panose="020B0503020204020204" pitchFamily="2" charset="-122"/>
              </a:rPr>
              <a:t>Introduction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1412E7A-8A49-492F-5FF7-05DDB1A9085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" r="17"/>
          <a:stretch/>
        </p:blipFill>
        <p:spPr bwMode="auto">
          <a:xfrm>
            <a:off x="7113918" y="2921473"/>
            <a:ext cx="4686300" cy="37064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3957559-F6C0-5FFF-ADE6-5467768627CD}"/>
              </a:ext>
            </a:extLst>
          </p:cNvPr>
          <p:cNvSpPr txBox="1"/>
          <p:nvPr/>
        </p:nvSpPr>
        <p:spPr>
          <a:xfrm>
            <a:off x="864079" y="2533589"/>
            <a:ext cx="68861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0">
                <a:solidFill>
                  <a:schemeClr val="bg1"/>
                </a:solidFill>
                <a:latin typeface="Chewy" panose="02000000000000000000" pitchFamily="2" charset="0"/>
                <a:ea typeface="STHupo" panose="02010800040101010101" pitchFamily="2" charset="-122"/>
              </a:rPr>
              <a:t>Contexte : Transition écologique et numérique</a:t>
            </a:r>
          </a:p>
          <a:p>
            <a:endParaRPr lang="fr-FR" sz="2400" noProof="0">
              <a:solidFill>
                <a:schemeClr val="bg1"/>
              </a:solidFill>
              <a:latin typeface="Chewy" panose="02000000000000000000" pitchFamily="2" charset="0"/>
              <a:ea typeface="STHupo" panose="02010800040101010101" pitchFamily="2" charset="-122"/>
            </a:endParaRPr>
          </a:p>
          <a:p>
            <a:r>
              <a:rPr lang="fr-FR" sz="2400" noProof="0">
                <a:solidFill>
                  <a:schemeClr val="bg1"/>
                </a:solidFill>
                <a:latin typeface="Chewy" panose="02000000000000000000" pitchFamily="2" charset="0"/>
                <a:ea typeface="STHupo" panose="02010800040101010101" pitchFamily="2" charset="-122"/>
              </a:rPr>
              <a:t>Mission : Réduire l’impact environnemental du site CYU</a:t>
            </a:r>
          </a:p>
          <a:p>
            <a:endParaRPr lang="fr-FR" sz="2400" noProof="0">
              <a:solidFill>
                <a:schemeClr val="bg1"/>
              </a:solidFill>
              <a:latin typeface="Chewy" panose="02000000000000000000" pitchFamily="2" charset="0"/>
              <a:ea typeface="STHupo" panose="02010800040101010101" pitchFamily="2" charset="-122"/>
            </a:endParaRPr>
          </a:p>
          <a:p>
            <a:r>
              <a:rPr lang="fr-FR" sz="2400" noProof="0">
                <a:solidFill>
                  <a:schemeClr val="bg1"/>
                </a:solidFill>
                <a:latin typeface="Chewy" panose="02000000000000000000" pitchFamily="2" charset="0"/>
                <a:ea typeface="STHupo" panose="02010800040101010101" pitchFamily="2" charset="-122"/>
              </a:rPr>
              <a:t>Problématique : Comment mettre en œuvre une stratégie d’éco-conception pour réduire l’impact environnemental du site internet de CYU tout en maximisant les bénéfices économiques et sociaux de manière durable ?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A0B9154E-E94C-AB5E-6007-7F291BD9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3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6" name="Image 5" descr="Une image contenant symbole, logo, Graphique, conception">
            <a:extLst>
              <a:ext uri="{FF2B5EF4-FFF2-40B4-BE49-F238E27FC236}">
                <a16:creationId xmlns:a16="http://schemas.microsoft.com/office/drawing/2014/main" id="{3B96476C-6FD4-924E-39BA-5CF50F78A93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3" y="128467"/>
            <a:ext cx="539700" cy="5111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521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82E3BF42-7A0E-581A-F0DB-BA9A44EE3AAC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73F0BED5-23B3-86BE-90AD-7FE358027CA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" y="-6298"/>
            <a:ext cx="12192001" cy="6858000"/>
          </a:xfrm>
          <a:prstGeom prst="rect">
            <a:avLst/>
          </a:prstGeom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FA6DE95D-5232-3E3B-1B10-30498B158310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73EE6E-C87F-ED88-35B7-F7522A9B6416}"/>
              </a:ext>
            </a:extLst>
          </p:cNvPr>
          <p:cNvSpPr/>
          <p:nvPr/>
        </p:nvSpPr>
        <p:spPr>
          <a:xfrm>
            <a:off x="-405" y="9751"/>
            <a:ext cx="11967538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5FCE8292-F078-C1ED-7809-5ACE6210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4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46925F-9DC1-6D2E-30C7-EE081E6AF08E}"/>
              </a:ext>
            </a:extLst>
          </p:cNvPr>
          <p:cNvSpPr/>
          <p:nvPr/>
        </p:nvSpPr>
        <p:spPr>
          <a:xfrm>
            <a:off x="1368085" y="4244936"/>
            <a:ext cx="10143857" cy="2208585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BCC228-9BF6-C0BA-585C-D6B851CBDC1F}"/>
              </a:ext>
            </a:extLst>
          </p:cNvPr>
          <p:cNvSpPr/>
          <p:nvPr/>
        </p:nvSpPr>
        <p:spPr>
          <a:xfrm>
            <a:off x="1286887" y="1086260"/>
            <a:ext cx="10143857" cy="2221078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35EAC0-8CAF-25CD-DFFD-2F11E01E3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949" y="4637246"/>
            <a:ext cx="3023075" cy="15044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11218BD-4AEF-F4CB-32D2-8C071BA20B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905" y="4409092"/>
            <a:ext cx="1885772" cy="18786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0C8F26B-149E-24F8-2ADA-76FEE108BAAD}"/>
              </a:ext>
            </a:extLst>
          </p:cNvPr>
          <p:cNvSpPr txBox="1"/>
          <p:nvPr/>
        </p:nvSpPr>
        <p:spPr>
          <a:xfrm>
            <a:off x="8498104" y="4960881"/>
            <a:ext cx="22660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3600" b="1" noProof="0">
                <a:solidFill>
                  <a:schemeClr val="tx2">
                    <a:lumMod val="49000"/>
                    <a:lumOff val="51000"/>
                  </a:schemeClr>
                </a:solidFill>
                <a:latin typeface="Chewy" panose="02000000000000000000" pitchFamily="2" charset="0"/>
              </a:rPr>
              <a:t>Sécurité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D3E7D7B-1013-2105-A16C-98E61255E217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8847750" y="1478231"/>
            <a:ext cx="1663139" cy="1627533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F035EA5-42EB-8432-036E-9820826B8230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1720962" y="1384325"/>
            <a:ext cx="669398" cy="662277"/>
          </a:xfrm>
          <a:prstGeom prst="rect">
            <a:avLst/>
          </a:prstGeom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E8E8250-7EFB-EC28-8213-F9A0CC73A99E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1641082" y="2424428"/>
            <a:ext cx="750201" cy="7428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3B0A726-5621-CDF7-3D52-B811BB5C65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5871" y="1533205"/>
            <a:ext cx="1592063" cy="156247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ABE09B7-88BA-3355-E90A-1C71DDD64A59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</a:blip>
          <a:stretch>
            <a:fillRect/>
          </a:stretch>
        </p:blipFill>
        <p:spPr>
          <a:xfrm>
            <a:off x="6630407" y="1532597"/>
            <a:ext cx="1347928" cy="1325734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CC58B4-2B92-BEEA-4F6A-74276D0B0AB6}"/>
              </a:ext>
            </a:extLst>
          </p:cNvPr>
          <p:cNvSpPr txBox="1"/>
          <p:nvPr/>
        </p:nvSpPr>
        <p:spPr>
          <a:xfrm>
            <a:off x="2570339" y="3783986"/>
            <a:ext cx="7440118" cy="461665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 noProof="0">
                <a:solidFill>
                  <a:schemeClr val="tx2">
                    <a:lumMod val="50000"/>
                    <a:lumOff val="50000"/>
                  </a:schemeClr>
                </a:solidFill>
                <a:latin typeface="Chewy" panose="02000000000000000000" pitchFamily="2" charset="0"/>
              </a:rPr>
              <a:t>Enjeux politiques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083F9-9A9B-DEEF-3F87-A8F0D6C82D7C}"/>
              </a:ext>
            </a:extLst>
          </p:cNvPr>
          <p:cNvSpPr txBox="1"/>
          <p:nvPr/>
        </p:nvSpPr>
        <p:spPr>
          <a:xfrm>
            <a:off x="2570338" y="623560"/>
            <a:ext cx="7440118" cy="461665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 noProof="0">
                <a:solidFill>
                  <a:schemeClr val="bg1"/>
                </a:solidFill>
                <a:latin typeface="Chewy" panose="02000000000000000000" pitchFamily="2" charset="0"/>
              </a:rPr>
              <a:t>Enjeux </a:t>
            </a:r>
            <a:r>
              <a:rPr lang="fr-FR" sz="2400" b="1" noProof="0" err="1">
                <a:solidFill>
                  <a:schemeClr val="bg1"/>
                </a:solidFill>
                <a:latin typeface="Chewy" panose="02000000000000000000" pitchFamily="2" charset="0"/>
              </a:rPr>
              <a:t>environmentaux</a:t>
            </a:r>
            <a:endParaRPr lang="fr-FR" sz="2400" b="1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54FAAD-BE6F-9E7A-7912-7868AF3A383A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 bright="70000" contrast="-70000"/>
          </a:blip>
          <a:stretch>
            <a:fillRect/>
          </a:stretch>
        </p:blipFill>
        <p:spPr>
          <a:xfrm rot="1500000">
            <a:off x="2570814" y="1265419"/>
            <a:ext cx="1098030" cy="1098030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8F6466-322A-ACCF-26AF-6AB4635710AE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 bright="70000" contrast="-70000"/>
          </a:blip>
          <a:stretch>
            <a:fillRect/>
          </a:stretch>
        </p:blipFill>
        <p:spPr>
          <a:xfrm rot="20220000">
            <a:off x="2583305" y="2039910"/>
            <a:ext cx="1098030" cy="1098030"/>
          </a:xfrm>
          <a:prstGeom prst="rect">
            <a:avLst/>
          </a:prstGeom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D02D42-6A62-EFFC-DD03-81E64D68AD6D}"/>
              </a:ext>
            </a:extLst>
          </p:cNvPr>
          <p:cNvSpPr txBox="1"/>
          <p:nvPr/>
        </p:nvSpPr>
        <p:spPr>
          <a:xfrm>
            <a:off x="4331442" y="1089212"/>
            <a:ext cx="14065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 b="1" u="sng" noProof="0">
                <a:solidFill>
                  <a:srgbClr val="FFFF00"/>
                </a:solidFill>
                <a:latin typeface="Chewy" panose="02000000000000000000" pitchFamily="2" charset="0"/>
              </a:rPr>
              <a:t>Energie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8D260A-856A-63AE-E7BD-5757A965FC68}"/>
              </a:ext>
            </a:extLst>
          </p:cNvPr>
          <p:cNvSpPr txBox="1"/>
          <p:nvPr/>
        </p:nvSpPr>
        <p:spPr>
          <a:xfrm>
            <a:off x="8409226" y="1067684"/>
            <a:ext cx="354892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 u="sng" noProof="0">
                <a:solidFill>
                  <a:schemeClr val="bg1"/>
                </a:solidFill>
                <a:latin typeface="Chewy" panose="02000000000000000000" pitchFamily="2" charset="0"/>
              </a:rPr>
              <a:t>Gaz à effet de serre</a:t>
            </a:r>
          </a:p>
        </p:txBody>
      </p:sp>
      <p:pic>
        <p:nvPicPr>
          <p:cNvPr id="3" name="Image 2" descr="Une image contenant symbole, logo, Graphique, conception">
            <a:extLst>
              <a:ext uri="{FF2B5EF4-FFF2-40B4-BE49-F238E27FC236}">
                <a16:creationId xmlns:a16="http://schemas.microsoft.com/office/drawing/2014/main" id="{6D4E7173-7937-FFE6-ED7A-DF97E14478BE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3" y="128467"/>
            <a:ext cx="539700" cy="5111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9145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5108283F-C7D8-4BE1-8AB3-242E08C488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A24024A3-2FE5-44BA-B82B-1D8F0330E2C5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2BE4C435-B5A7-2BF5-AD60-0090CBDFB48F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D65A6B5-A6DF-6A28-D8FD-598B60090692}"/>
              </a:ext>
            </a:extLst>
          </p:cNvPr>
          <p:cNvSpPr/>
          <p:nvPr/>
        </p:nvSpPr>
        <p:spPr>
          <a:xfrm>
            <a:off x="0" y="-17933"/>
            <a:ext cx="11616267" cy="687593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986AA0-88F8-8FE4-6D20-ED3656B1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8135"/>
            <a:ext cx="10486008" cy="69672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noProof="0">
                <a:solidFill>
                  <a:schemeClr val="bg1"/>
                </a:solidFill>
                <a:latin typeface="Chewy"/>
              </a:rPr>
              <a:t>Solutions existantes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94F59C96-CEC7-83A1-598E-ACD725C7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5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0E8D28-D844-016F-2DAF-7DD82E45D7DB}"/>
              </a:ext>
            </a:extLst>
          </p:cNvPr>
          <p:cNvSpPr/>
          <p:nvPr/>
        </p:nvSpPr>
        <p:spPr>
          <a:xfrm>
            <a:off x="6776066" y="1167344"/>
            <a:ext cx="4550926" cy="5204798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66F75F-1A52-A3D9-97BB-590BDC38B9A4}"/>
              </a:ext>
            </a:extLst>
          </p:cNvPr>
          <p:cNvSpPr/>
          <p:nvPr/>
        </p:nvSpPr>
        <p:spPr>
          <a:xfrm>
            <a:off x="835425" y="1167344"/>
            <a:ext cx="4550926" cy="520479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B05CE-926D-F797-6D4B-B18669948410}"/>
              </a:ext>
            </a:extLst>
          </p:cNvPr>
          <p:cNvSpPr txBox="1"/>
          <p:nvPr/>
        </p:nvSpPr>
        <p:spPr>
          <a:xfrm>
            <a:off x="835980" y="1168893"/>
            <a:ext cx="4548325" cy="46166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 noProof="0">
                <a:latin typeface="Chewy" panose="02000000000000000000" pitchFamily="2" charset="0"/>
              </a:rPr>
              <a:t>Techniques</a:t>
            </a:r>
            <a:endParaRPr lang="fr-FR" i="1" noProof="0">
              <a:latin typeface="Chewy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E35637-4BB9-57F7-6C04-A453E37768FF}"/>
              </a:ext>
            </a:extLst>
          </p:cNvPr>
          <p:cNvSpPr txBox="1"/>
          <p:nvPr/>
        </p:nvSpPr>
        <p:spPr>
          <a:xfrm>
            <a:off x="6776621" y="1168893"/>
            <a:ext cx="4548325" cy="461665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 noProof="0">
                <a:solidFill>
                  <a:schemeClr val="accent1">
                    <a:lumMod val="40000"/>
                    <a:lumOff val="60000"/>
                  </a:schemeClr>
                </a:solidFill>
                <a:latin typeface="Chewy" panose="02000000000000000000" pitchFamily="2" charset="0"/>
              </a:rPr>
              <a:t>Normes</a:t>
            </a:r>
            <a:endParaRPr lang="fr-FR" noProof="0">
              <a:solidFill>
                <a:schemeClr val="accent1">
                  <a:lumMod val="40000"/>
                  <a:lumOff val="60000"/>
                </a:schemeClr>
              </a:solidFill>
              <a:latin typeface="Chewy" panose="02000000000000000000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978029-FB89-29AB-4462-9825C4720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546" y="2047490"/>
            <a:ext cx="844859" cy="8522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F1728D2-7884-6A3D-1A7C-84DBE63963AE}"/>
              </a:ext>
            </a:extLst>
          </p:cNvPr>
          <p:cNvSpPr txBox="1"/>
          <p:nvPr/>
        </p:nvSpPr>
        <p:spPr>
          <a:xfrm>
            <a:off x="7886329" y="2064058"/>
            <a:ext cx="252253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noProof="0">
                <a:solidFill>
                  <a:schemeClr val="tx2"/>
                </a:solidFill>
                <a:latin typeface="Chewy"/>
              </a:rPr>
              <a:t>Green Label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EF9FD-54EA-8C8F-D6CE-0604C1093056}"/>
              </a:ext>
            </a:extLst>
          </p:cNvPr>
          <p:cNvSpPr txBox="1"/>
          <p:nvPr/>
        </p:nvSpPr>
        <p:spPr>
          <a:xfrm>
            <a:off x="7886329" y="2632435"/>
            <a:ext cx="252253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noProof="0">
                <a:solidFill>
                  <a:schemeClr val="tx2"/>
                </a:solidFill>
                <a:latin typeface="Chewy"/>
              </a:rPr>
              <a:t>Référentiel Green 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72F164-2C4A-9FD4-FA15-758B5348C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7880" y="3354935"/>
            <a:ext cx="838914" cy="831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6F17FF-E088-2437-EB49-A30BA081FDDE}"/>
              </a:ext>
            </a:extLst>
          </p:cNvPr>
          <p:cNvSpPr txBox="1"/>
          <p:nvPr/>
        </p:nvSpPr>
        <p:spPr>
          <a:xfrm>
            <a:off x="7886328" y="3629443"/>
            <a:ext cx="252253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noProof="0">
                <a:solidFill>
                  <a:schemeClr val="tx2"/>
                </a:solidFill>
                <a:latin typeface="Chewy"/>
              </a:rPr>
              <a:t>Loi REEN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83086E-BCA4-599B-2422-305029EC5A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590" y="1795328"/>
            <a:ext cx="938614" cy="9314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B2E36E-BE7E-B11B-2E04-F0455E712857}"/>
              </a:ext>
            </a:extLst>
          </p:cNvPr>
          <p:cNvSpPr txBox="1"/>
          <p:nvPr/>
        </p:nvSpPr>
        <p:spPr>
          <a:xfrm>
            <a:off x="2193420" y="2079476"/>
            <a:ext cx="1838770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noProof="0">
                <a:latin typeface="Chewy"/>
              </a:rPr>
              <a:t>Optimisation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43671A-2711-6EC8-FE03-CDE22D8A2D0F}"/>
              </a:ext>
            </a:extLst>
          </p:cNvPr>
          <p:cNvSpPr txBox="1"/>
          <p:nvPr/>
        </p:nvSpPr>
        <p:spPr>
          <a:xfrm>
            <a:off x="2193419" y="5120354"/>
            <a:ext cx="1838770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noProof="0">
                <a:latin typeface="Chewy" panose="02000000000000000000" pitchFamily="2" charset="0"/>
              </a:rPr>
              <a:t>Suppression des fonctionnalités non essentielles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ECD3760-26D7-8891-FDB0-570605616C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254" y="2892038"/>
            <a:ext cx="1095287" cy="10881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8D711D-F8C5-1801-AC7C-5217F9139F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0536" y="4088450"/>
            <a:ext cx="824670" cy="81754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FE582A2-2D95-8C60-D747-4D1DFEBA7A2A}"/>
              </a:ext>
            </a:extLst>
          </p:cNvPr>
          <p:cNvSpPr txBox="1"/>
          <p:nvPr/>
        </p:nvSpPr>
        <p:spPr>
          <a:xfrm>
            <a:off x="2193419" y="3169064"/>
            <a:ext cx="1838770" cy="6463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noProof="0">
                <a:latin typeface="Chewy" panose="02000000000000000000" pitchFamily="2" charset="0"/>
              </a:rPr>
              <a:t>Hébergeur durable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992022-47CA-C4C9-15EF-8F22631548D1}"/>
              </a:ext>
            </a:extLst>
          </p:cNvPr>
          <p:cNvSpPr txBox="1"/>
          <p:nvPr/>
        </p:nvSpPr>
        <p:spPr>
          <a:xfrm>
            <a:off x="2193418" y="4173194"/>
            <a:ext cx="1838770" cy="6463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noProof="0" err="1">
                <a:latin typeface="Chewy" panose="02000000000000000000" pitchFamily="2" charset="0"/>
              </a:rPr>
              <a:t>Télechargement</a:t>
            </a:r>
            <a:r>
              <a:rPr lang="fr-FR" noProof="0">
                <a:latin typeface="Chewy" panose="02000000000000000000" pitchFamily="2" charset="0"/>
              </a:rPr>
              <a:t> de la page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D123522-0ECA-9A82-9DAD-3C94B1F1E5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889" y="5064095"/>
            <a:ext cx="1038315" cy="1031193"/>
          </a:xfrm>
          <a:prstGeom prst="rect">
            <a:avLst/>
          </a:prstGeom>
        </p:spPr>
      </p:pic>
      <p:pic>
        <p:nvPicPr>
          <p:cNvPr id="19" name="Image 18" descr="Une image contenant symbole, logo, Graphique, conception">
            <a:extLst>
              <a:ext uri="{FF2B5EF4-FFF2-40B4-BE49-F238E27FC236}">
                <a16:creationId xmlns:a16="http://schemas.microsoft.com/office/drawing/2014/main" id="{B3F3CED7-3F6D-A06B-2D67-AA42FE304DF1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3" y="128467"/>
            <a:ext cx="539700" cy="5111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4759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A44E-E485-CBC9-B162-21501BCF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2E65A106-C3B2-9331-393F-2D1C235C2B5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DDA2B770-F2AE-9CA3-D308-4403C2835ABD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954A0EAE-3110-04A7-00FB-4D304ED49E0B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747171-877D-F3A4-ECFF-A74E323E5439}"/>
              </a:ext>
            </a:extLst>
          </p:cNvPr>
          <p:cNvSpPr/>
          <p:nvPr/>
        </p:nvSpPr>
        <p:spPr>
          <a:xfrm>
            <a:off x="-1" y="0"/>
            <a:ext cx="11560629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B4C13E9-7ADA-8D17-3AFF-165995A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400" y="349330"/>
            <a:ext cx="10515600" cy="1325563"/>
          </a:xfrm>
        </p:spPr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/>
              </a:rPr>
              <a:t>Statistiques – Code HTML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FF151B-ED03-6BCD-4B4D-1ED989A56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44" y="1813755"/>
            <a:ext cx="11191336" cy="50126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FR" noProof="0">
              <a:solidFill>
                <a:schemeClr val="bg1"/>
              </a:solidFill>
              <a:latin typeface="Chewy"/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- Visites mensuelles: 10 000</a:t>
            </a:r>
          </a:p>
          <a:p>
            <a:pPr marL="0" indent="0">
              <a:buNone/>
            </a:pP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	- Taille du 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code HTML</a:t>
            </a: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 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de CYU </a:t>
            </a: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: 332 Ko</a:t>
            </a:r>
            <a:endParaRPr lang="fr-FR">
              <a:solidFill>
                <a:schemeClr val="bg1"/>
              </a:solidFill>
              <a:latin typeface="Chewy"/>
            </a:endParaRPr>
          </a:p>
          <a:p>
            <a:pPr marL="0" indent="0">
              <a:buNone/>
            </a:pP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	- Taille 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moyenne du code HTML </a:t>
            </a: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d'une page 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classique  </a:t>
            </a: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: 1 200 Ko</a:t>
            </a:r>
          </a:p>
          <a:p>
            <a:pPr marL="0" indent="0">
              <a:buNone/>
            </a:pPr>
            <a:endParaRPr lang="fr-FR" noProof="0">
              <a:solidFill>
                <a:schemeClr val="bg1"/>
              </a:solidFill>
              <a:latin typeface="Chewy" panose="02000000000000000000" pitchFamily="2" charset="0"/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- Émissions de CO₂</a:t>
            </a:r>
          </a:p>
          <a:p>
            <a:pPr marL="0" indent="0">
              <a:buNone/>
            </a:pP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	- Émission 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par visite </a:t>
            </a: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: 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1,08</a:t>
            </a: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 g de CO₂</a:t>
            </a:r>
            <a:endParaRPr lang="fr-FR">
              <a:solidFill>
                <a:schemeClr val="bg1"/>
              </a:solidFill>
              <a:latin typeface="Chewy"/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	- Émission 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par mois</a:t>
            </a: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 : 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10,8</a:t>
            </a:r>
            <a:r>
              <a:rPr lang="fr-FR" noProof="0">
                <a:solidFill>
                  <a:schemeClr val="bg1"/>
                </a:solidFill>
                <a:latin typeface="Chewy"/>
                <a:ea typeface="+mn-lt"/>
                <a:cs typeface="+mn-lt"/>
              </a:rPr>
              <a:t> kg de CO₂ </a:t>
            </a:r>
          </a:p>
          <a:p>
            <a:pPr marL="0" indent="0">
              <a:buNone/>
            </a:pPr>
            <a:r>
              <a:rPr lang="fr-FR">
                <a:solidFill>
                  <a:schemeClr val="bg1"/>
                </a:solidFill>
                <a:latin typeface="Chewy"/>
              </a:rPr>
              <a:t> </a:t>
            </a:r>
            <a:r>
              <a:rPr lang="fr-FR">
                <a:solidFill>
                  <a:schemeClr val="bg1"/>
                </a:solidFill>
                <a:latin typeface="Chewy"/>
                <a:ea typeface="+mn-lt"/>
                <a:cs typeface="+mn-lt"/>
              </a:rPr>
              <a:t>    - Émission par an : 129,6 kg de CO</a:t>
            </a:r>
            <a:r>
              <a:rPr lang="fr-FR">
                <a:solidFill>
                  <a:schemeClr val="bg1"/>
                </a:solidFill>
                <a:latin typeface="Chewy"/>
              </a:rPr>
              <a:t>₂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676C933D-2FBF-6C8B-008E-4F6FFCE9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6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7" name="Image 6" descr="Une image contenant symbole, logo, Graphique, conception">
            <a:extLst>
              <a:ext uri="{FF2B5EF4-FFF2-40B4-BE49-F238E27FC236}">
                <a16:creationId xmlns:a16="http://schemas.microsoft.com/office/drawing/2014/main" id="{C859E244-68C9-4F31-6449-272682CD1BC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3" y="128467"/>
            <a:ext cx="539700" cy="5111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1283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D74E0AE5-DAAD-7427-011E-E1C97623E0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8B308EE6-3415-ED7E-A261-B636D7E22E9B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43CC9BB5-2590-E1C9-0146-78EF31617939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B50E9F-6537-8747-A1AE-BC1C98C86CC1}"/>
              </a:ext>
            </a:extLst>
          </p:cNvPr>
          <p:cNvSpPr/>
          <p:nvPr/>
        </p:nvSpPr>
        <p:spPr>
          <a:xfrm>
            <a:off x="-1" y="0"/>
            <a:ext cx="11353801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EA3F49-9A50-A15D-E2EB-16646E8B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Problématique affinée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32E0F8-DFC6-D437-14C1-61D7C3C27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9197"/>
            <a:ext cx="10515600" cy="11155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noProof="0">
                <a:solidFill>
                  <a:schemeClr val="bg1"/>
                </a:solidFill>
                <a:latin typeface="Chewy" panose="02000000000000000000" pitchFamily="2" charset="0"/>
              </a:rPr>
              <a:t>Quelle stratégie réaliste d'éco-conception peut être mise en œuvre pour réduire l'impact environnemental du site internet de CYU tout en maximisant les bénéfices économiques et sociaux de manière durable ?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D11809AF-0350-EACF-DFF8-B909B03B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7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7" name="Image 6" descr="Une image contenant symbole, logo, Graphique, conception">
            <a:extLst>
              <a:ext uri="{FF2B5EF4-FFF2-40B4-BE49-F238E27FC236}">
                <a16:creationId xmlns:a16="http://schemas.microsoft.com/office/drawing/2014/main" id="{208B5606-E97D-2764-E6CE-63417733E01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3" y="128467"/>
            <a:ext cx="539700" cy="5111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133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dessin, Graphique, illustration, Dessin d’enfant">
            <a:extLst>
              <a:ext uri="{FF2B5EF4-FFF2-40B4-BE49-F238E27FC236}">
                <a16:creationId xmlns:a16="http://schemas.microsoft.com/office/drawing/2014/main" id="{6FD9695C-D6E2-2942-6479-6031163E491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FF22985F-7B62-ADC6-BE9F-1712544E3A3A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05;p44">
            <a:extLst>
              <a:ext uri="{FF2B5EF4-FFF2-40B4-BE49-F238E27FC236}">
                <a16:creationId xmlns:a16="http://schemas.microsoft.com/office/drawing/2014/main" id="{387CECFB-DBE3-3F2B-5E2B-A004DE779CD6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F68BAC-4359-B30C-0060-EB8FF2A95665}"/>
              </a:ext>
            </a:extLst>
          </p:cNvPr>
          <p:cNvSpPr/>
          <p:nvPr/>
        </p:nvSpPr>
        <p:spPr>
          <a:xfrm>
            <a:off x="0" y="0"/>
            <a:ext cx="6357258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8B054A5-60A5-BD96-45D3-6C8FDF2C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SMART – C’est quoi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E2827C-B862-C110-6569-E5688B034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817" y="2440910"/>
            <a:ext cx="1980415" cy="25256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FR" b="1" noProof="0">
                <a:solidFill>
                  <a:srgbClr val="FF0000"/>
                </a:solidFill>
                <a:latin typeface="Chewy" panose="02000000000000000000" pitchFamily="2" charset="0"/>
              </a:rPr>
              <a:t>S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pécifique </a:t>
            </a:r>
          </a:p>
          <a:p>
            <a:pPr marL="0" indent="0" algn="just">
              <a:buNone/>
            </a:pPr>
            <a:r>
              <a:rPr lang="fr-FR" b="1" noProof="0">
                <a:solidFill>
                  <a:srgbClr val="FF0000"/>
                </a:solidFill>
                <a:latin typeface="Chewy" panose="02000000000000000000" pitchFamily="2" charset="0"/>
              </a:rPr>
              <a:t>M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esurable</a:t>
            </a:r>
          </a:p>
          <a:p>
            <a:pPr marL="0" indent="0" algn="just">
              <a:buNone/>
            </a:pPr>
            <a:r>
              <a:rPr lang="fr-FR" b="1" noProof="0">
                <a:solidFill>
                  <a:srgbClr val="FF0000"/>
                </a:solidFill>
                <a:latin typeface="Chewy" panose="02000000000000000000" pitchFamily="2" charset="0"/>
              </a:rPr>
              <a:t>A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tteignable</a:t>
            </a:r>
          </a:p>
          <a:p>
            <a:pPr marL="0" indent="0" algn="just">
              <a:buNone/>
            </a:pPr>
            <a:r>
              <a:rPr lang="fr-FR" b="1" noProof="0">
                <a:solidFill>
                  <a:srgbClr val="FF0000"/>
                </a:solidFill>
                <a:latin typeface="Chewy" panose="02000000000000000000" pitchFamily="2" charset="0"/>
              </a:rPr>
              <a:t>R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éaliste</a:t>
            </a:r>
          </a:p>
          <a:p>
            <a:pPr marL="0" indent="0" algn="just">
              <a:buNone/>
            </a:pPr>
            <a:r>
              <a:rPr lang="fr-FR" b="1" noProof="0">
                <a:solidFill>
                  <a:srgbClr val="FF0000"/>
                </a:solidFill>
                <a:latin typeface="Chewy" panose="02000000000000000000" pitchFamily="2" charset="0"/>
              </a:rPr>
              <a:t>T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emporel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7283AE6F-AE24-6B91-96B1-0AFC4D88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8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7" name="Image 6" descr="Une image contenant croquis, dessin, noir, Graphique">
            <a:extLst>
              <a:ext uri="{FF2B5EF4-FFF2-40B4-BE49-F238E27FC236}">
                <a16:creationId xmlns:a16="http://schemas.microsoft.com/office/drawing/2014/main" id="{EF99A38D-D038-A0C5-3BAE-D6359D54914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E4C065CC-ECF5-87D6-34E5-8D870FAB3D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886B8F1D-6C3E-4CC3-CE78-148582FDDD45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B8CDE003-8505-3F58-37A2-050EB005BF0B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C56D77-A44A-529C-73EE-89FB50FBD6E5}"/>
              </a:ext>
            </a:extLst>
          </p:cNvPr>
          <p:cNvSpPr/>
          <p:nvPr/>
        </p:nvSpPr>
        <p:spPr>
          <a:xfrm>
            <a:off x="-1" y="0"/>
            <a:ext cx="8465271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D36A97-A078-A963-8D60-293C715D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>
                <a:solidFill>
                  <a:schemeClr val="bg1"/>
                </a:solidFill>
                <a:latin typeface="Chewy"/>
              </a:rPr>
              <a:t>Piste de résolution 1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B42B8E-31EC-E928-C8B8-48D5BCF25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Chercher un hébergeur écoresponsable : 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Exemple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, </a:t>
            </a:r>
          </a:p>
          <a:p>
            <a:pPr lvl="2" algn="just"/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mesure de l’empreinte carbone</a:t>
            </a:r>
          </a:p>
          <a:p>
            <a:pPr lvl="2" algn="just"/>
            <a:r>
              <a:rPr lang="fr-FR" noProof="0">
                <a:solidFill>
                  <a:schemeClr val="bg1"/>
                </a:solidFill>
                <a:latin typeface="Chewy"/>
              </a:rPr>
              <a:t>délai de 3 mois max pour changer. </a:t>
            </a:r>
          </a:p>
          <a:p>
            <a:pPr marL="457200" lvl="1" indent="0" algn="just">
              <a:buNone/>
            </a:pPr>
            <a:endParaRPr lang="fr-FR">
              <a:solidFill>
                <a:schemeClr val="bg1"/>
              </a:solidFill>
              <a:latin typeface="Chewy"/>
            </a:endParaRP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Spécifique : OK</a:t>
            </a:r>
            <a:endParaRPr lang="fr-FR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Mesurable : Empreinte Carbone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Atteignable : OK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Réaliste : OK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Temporel : 2 – 3 mois</a:t>
            </a:r>
            <a:endParaRPr lang="fr-FR" noProof="0">
              <a:solidFill>
                <a:schemeClr val="bg1"/>
              </a:solidFill>
              <a:latin typeface="Chewy"/>
            </a:endParaRP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E4D52260-BE38-6F74-76EC-FE2FCE7F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9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7" name="Image 6" descr="Une image contenant croquis, dessin, noir, Graphique">
            <a:extLst>
              <a:ext uri="{FF2B5EF4-FFF2-40B4-BE49-F238E27FC236}">
                <a16:creationId xmlns:a16="http://schemas.microsoft.com/office/drawing/2014/main" id="{7C4DB1C5-0C41-E258-88BE-659FACA7DE2A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92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2E315-B604-B906-E8A1-FF0825CB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A835E9F3-EB27-5554-6E85-AF9EC6A5236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8892D093-AA23-ED26-C385-7A6AE1C58F3D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4D433BE0-FC82-35A5-1CA6-7817C1A1CA79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3E34306-9495-DCE0-EBDD-3854D4B8ABC1}"/>
              </a:ext>
            </a:extLst>
          </p:cNvPr>
          <p:cNvSpPr/>
          <p:nvPr/>
        </p:nvSpPr>
        <p:spPr>
          <a:xfrm>
            <a:off x="-1" y="0"/>
            <a:ext cx="10515599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29AFE0-5DC7-C401-13C6-AAF45CACE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Piste de résolution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C76DFD-637B-4FC2-620E-D853A51F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Réduction de l’empreinte carbone de l’utilisateur.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Spécifique : X</a:t>
            </a:r>
          </a:p>
          <a:p>
            <a:pPr lvl="6"/>
            <a:r>
              <a:rPr lang="fr-FR">
                <a:solidFill>
                  <a:schemeClr val="bg1"/>
                </a:solidFill>
                <a:latin typeface="Chewy"/>
              </a:rPr>
              <a:t>Donner un taux de réduction / un seuil</a:t>
            </a:r>
            <a:endParaRPr lang="fr-FR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Mesurable : OK (taux de CO2)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Atteignable : OK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Réaliste : X</a:t>
            </a:r>
          </a:p>
          <a:p>
            <a:pPr lvl="5"/>
            <a:r>
              <a:rPr lang="fr-FR">
                <a:solidFill>
                  <a:schemeClr val="bg1"/>
                </a:solidFill>
                <a:latin typeface="Chewy"/>
              </a:rPr>
              <a:t>On ne peut pas forcer les gens à être moins consommateurs de leur côté.	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Temporel : X</a:t>
            </a:r>
          </a:p>
          <a:p>
            <a:pPr lvl="5"/>
            <a:r>
              <a:rPr lang="fr-FR">
                <a:solidFill>
                  <a:schemeClr val="bg1"/>
                </a:solidFill>
                <a:latin typeface="Chewy"/>
              </a:rPr>
              <a:t>Définir deadline ?</a:t>
            </a:r>
          </a:p>
          <a:p>
            <a:pPr lvl="5"/>
            <a:r>
              <a:rPr lang="fr-FR">
                <a:solidFill>
                  <a:schemeClr val="bg1"/>
                </a:solidFill>
                <a:latin typeface="Chewy"/>
              </a:rPr>
              <a:t>Temps limité d’écran sur la plateforme ?</a:t>
            </a: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7023C65E-E715-E2E4-3389-A9335A7A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10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1026" name="Picture 2" descr="Icône téléchargement - Hautes Terres communauté">
            <a:extLst>
              <a:ext uri="{FF2B5EF4-FFF2-40B4-BE49-F238E27FC236}">
                <a16:creationId xmlns:a16="http://schemas.microsoft.com/office/drawing/2014/main" id="{7174048F-2829-CD3F-6036-3847842A3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080" y="5307137"/>
            <a:ext cx="1210345" cy="121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 descr="Une image contenant croquis, dessin, noir, Graphique">
            <a:extLst>
              <a:ext uri="{FF2B5EF4-FFF2-40B4-BE49-F238E27FC236}">
                <a16:creationId xmlns:a16="http://schemas.microsoft.com/office/drawing/2014/main" id="{DE8AB95A-4327-CDB6-3A46-F754C2E1B03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885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60E9D-F9C5-B4C1-FE4C-70F3EA6B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essin, Graphique, illustration, Dessin d’enfant">
            <a:extLst>
              <a:ext uri="{FF2B5EF4-FFF2-40B4-BE49-F238E27FC236}">
                <a16:creationId xmlns:a16="http://schemas.microsoft.com/office/drawing/2014/main" id="{BDF004C5-3BD2-1AF2-2534-51C518B8D63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21062C98-7513-8881-F4FA-8E48C18BA7B5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CEC81EE9-7EE8-689C-538F-D3853E6000FF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362BAC5-D254-486B-2FD3-A859C71B58FB}"/>
              </a:ext>
            </a:extLst>
          </p:cNvPr>
          <p:cNvSpPr/>
          <p:nvPr/>
        </p:nvSpPr>
        <p:spPr>
          <a:xfrm>
            <a:off x="-1" y="0"/>
            <a:ext cx="12075737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61F992-1C47-FBE0-513F-211E5B32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Chewy"/>
              </a:rPr>
              <a:t>Code HTML classique</a:t>
            </a:r>
            <a:r>
              <a:rPr lang="fr-FR" noProof="0">
                <a:solidFill>
                  <a:schemeClr val="bg1"/>
                </a:solidFill>
                <a:latin typeface="Chewy"/>
              </a:rPr>
              <a:t> VS écologique</a:t>
            </a:r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3" name="Espace réservé du numéro de diapositive 4">
            <a:extLst>
              <a:ext uri="{FF2B5EF4-FFF2-40B4-BE49-F238E27FC236}">
                <a16:creationId xmlns:a16="http://schemas.microsoft.com/office/drawing/2014/main" id="{B9FB8A41-41ED-46C2-7485-F74ECC24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11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15" name="Image 14" descr="Une image contenant croquis, dessin, noir, Graphique">
            <a:extLst>
              <a:ext uri="{FF2B5EF4-FFF2-40B4-BE49-F238E27FC236}">
                <a16:creationId xmlns:a16="http://schemas.microsoft.com/office/drawing/2014/main" id="{B710234B-2BD6-5B93-E95B-AD3292FECCE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  <p:pic>
        <p:nvPicPr>
          <p:cNvPr id="6" name="Image 5" descr="Une image contenant texte, Appareils électroniques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422330B1-3C74-07DA-E783-9031F96275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76" t="10294" r="66942" b="10784"/>
          <a:stretch>
            <a:fillRect/>
          </a:stretch>
        </p:blipFill>
        <p:spPr>
          <a:xfrm>
            <a:off x="6512944" y="1824855"/>
            <a:ext cx="1887273" cy="244592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4D780C7-74FF-9348-760F-AB8F1613EF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924" r="826" b="7317"/>
          <a:stretch>
            <a:fillRect/>
          </a:stretch>
        </p:blipFill>
        <p:spPr>
          <a:xfrm>
            <a:off x="431910" y="1832842"/>
            <a:ext cx="4859435" cy="231188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53A74F61-C0E8-3742-737A-077F2AB20C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343" y="1496055"/>
            <a:ext cx="3250182" cy="3089516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E8FD16DE-27D4-8499-27AB-3AF7B9F94B9A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980000">
            <a:off x="-700178" y="9690040"/>
            <a:ext cx="4678394" cy="1375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endParaRPr lang="fr-FR">
              <a:solidFill>
                <a:schemeClr val="bg1"/>
              </a:solidFill>
              <a:latin typeface="Chewy"/>
              <a:ea typeface="+mn-lt"/>
              <a:cs typeface="+mn-lt"/>
            </a:endParaRPr>
          </a:p>
        </p:txBody>
      </p:sp>
      <p:sp>
        <p:nvSpPr>
          <p:cNvPr id="26" name="Content Placeholder 23">
            <a:extLst>
              <a:ext uri="{FF2B5EF4-FFF2-40B4-BE49-F238E27FC236}">
                <a16:creationId xmlns:a16="http://schemas.microsoft.com/office/drawing/2014/main" id="{355919B7-3565-C78F-0828-F62E9A7AED64}"/>
              </a:ext>
            </a:extLst>
          </p:cNvPr>
          <p:cNvSpPr txBox="1">
            <a:spLocks/>
          </p:cNvSpPr>
          <p:nvPr/>
        </p:nvSpPr>
        <p:spPr>
          <a:xfrm>
            <a:off x="4728713" y="9281723"/>
            <a:ext cx="4146431" cy="1375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B0604020202020204" pitchFamily="34" charset="0"/>
              <a:buChar char="-"/>
            </a:pPr>
            <a:r>
              <a:rPr lang="fr-FR" sz="2600">
                <a:solidFill>
                  <a:schemeClr val="bg1"/>
                </a:solidFill>
                <a:latin typeface="Sitka Text"/>
                <a:ea typeface="+mn-lt"/>
                <a:cs typeface="+mn-lt"/>
              </a:rPr>
              <a:t>49 lignes de code</a:t>
            </a:r>
            <a:endParaRPr lang="fr-FR" sz="2600">
              <a:solidFill>
                <a:schemeClr val="bg1"/>
              </a:solidFill>
              <a:latin typeface="Sitka Text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fr-FR" sz="2600">
                <a:solidFill>
                  <a:schemeClr val="bg1"/>
                </a:solidFill>
                <a:latin typeface="Sitka Text"/>
                <a:ea typeface="+mn-lt"/>
                <a:cs typeface="+mn-lt"/>
              </a:rPr>
              <a:t>Taille : 1Ko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sz="2600">
                <a:solidFill>
                  <a:schemeClr val="bg1"/>
                </a:solidFill>
                <a:latin typeface="Sitka Text"/>
              </a:rPr>
              <a:t>Pas d'images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628FEEE-BD3A-4C88-5275-7357E367673E}"/>
              </a:ext>
            </a:extLst>
          </p:cNvPr>
          <p:cNvSpPr txBox="1"/>
          <p:nvPr/>
        </p:nvSpPr>
        <p:spPr>
          <a:xfrm>
            <a:off x="842513" y="4810664"/>
            <a:ext cx="3634596" cy="1569660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fr-FR" sz="2400">
                <a:solidFill>
                  <a:srgbClr val="FFFFFF"/>
                </a:solidFill>
                <a:latin typeface="Chewy"/>
              </a:rPr>
              <a:t>8965 lignes de code</a:t>
            </a:r>
          </a:p>
          <a:p>
            <a:pPr marL="342900" indent="-342900">
              <a:buFont typeface="Calibri"/>
              <a:buChar char="-"/>
            </a:pPr>
            <a:r>
              <a:rPr lang="fr-FR" sz="2400">
                <a:solidFill>
                  <a:srgbClr val="FFFFFF"/>
                </a:solidFill>
                <a:latin typeface="Chewy"/>
              </a:rPr>
              <a:t>Taille : 332 Ko</a:t>
            </a:r>
          </a:p>
          <a:p>
            <a:pPr marL="342900" indent="-342900">
              <a:buFont typeface="Calibri"/>
              <a:buChar char="-"/>
            </a:pPr>
            <a:r>
              <a:rPr lang="fr-FR" sz="2400">
                <a:solidFill>
                  <a:srgbClr val="FFFFFF"/>
                </a:solidFill>
                <a:latin typeface="Chewy"/>
              </a:rPr>
              <a:t>Images lourdes</a:t>
            </a:r>
          </a:p>
          <a:p>
            <a:pPr marL="342900" indent="-342900">
              <a:buFont typeface="Calibri"/>
              <a:buChar char="-"/>
            </a:pPr>
            <a:endParaRPr lang="fr-FR" sz="2400">
              <a:solidFill>
                <a:srgbClr val="FFFFFF"/>
              </a:solidFill>
              <a:latin typeface="Chewy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3514730-CC52-2432-B0AE-C9DBE075C41B}"/>
              </a:ext>
            </a:extLst>
          </p:cNvPr>
          <p:cNvSpPr txBox="1"/>
          <p:nvPr/>
        </p:nvSpPr>
        <p:spPr>
          <a:xfrm>
            <a:off x="6104625" y="4810663"/>
            <a:ext cx="3907766" cy="1569660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fr-FR" sz="2400">
                <a:solidFill>
                  <a:srgbClr val="FFFFFF"/>
                </a:solidFill>
                <a:latin typeface="Chewy"/>
              </a:rPr>
              <a:t>48 lignes de code</a:t>
            </a:r>
          </a:p>
          <a:p>
            <a:pPr marL="342900" indent="-342900">
              <a:buFont typeface="Calibri"/>
              <a:buChar char="-"/>
            </a:pPr>
            <a:r>
              <a:rPr lang="fr-FR" sz="2400">
                <a:solidFill>
                  <a:srgbClr val="FFFFFF"/>
                </a:solidFill>
                <a:latin typeface="Chewy"/>
              </a:rPr>
              <a:t>Taille : 1 Ko</a:t>
            </a:r>
          </a:p>
          <a:p>
            <a:pPr marL="342900" indent="-342900">
              <a:buFont typeface="Calibri"/>
              <a:buChar char="-"/>
            </a:pPr>
            <a:r>
              <a:rPr lang="fr-FR" sz="2400">
                <a:solidFill>
                  <a:srgbClr val="FFFFFF"/>
                </a:solidFill>
                <a:latin typeface="Chewy"/>
              </a:rPr>
              <a:t>Design minimaliste sans images</a:t>
            </a:r>
          </a:p>
        </p:txBody>
      </p:sp>
    </p:spTree>
    <p:extLst>
      <p:ext uri="{BB962C8B-B14F-4D97-AF65-F5344CB8AC3E}">
        <p14:creationId xmlns:p14="http://schemas.microsoft.com/office/powerpoint/2010/main" val="623530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98CD0-91E1-2D6A-ADF5-32FF2E89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8492D851-5567-79C2-09EB-F1C39B3000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CB3470AA-2B90-9B41-E38F-3B46465D5715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E50BA902-ABA9-35B5-A3F4-AEAE5432D5C6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BFADFE-F7C2-94CE-9286-5EDCB0DF0998}"/>
              </a:ext>
            </a:extLst>
          </p:cNvPr>
          <p:cNvSpPr/>
          <p:nvPr/>
        </p:nvSpPr>
        <p:spPr>
          <a:xfrm>
            <a:off x="0" y="0"/>
            <a:ext cx="11353800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A536B6-2D1F-96B6-0C27-DCC4C399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Piste de résolution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F4B988-7AEA-4C36-1A1A-E8FAABE7D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solidFill>
                  <a:schemeClr val="bg1"/>
                </a:solidFill>
                <a:latin typeface="Chewy" panose="02000000000000000000" pitchFamily="2" charset="0"/>
              </a:rPr>
              <a:t>Optimisation de la page de manière à ce que les ressources requises lors de l’hébergement soient minimales.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Spécifique : X</a:t>
            </a:r>
          </a:p>
          <a:p>
            <a:pPr lvl="1"/>
            <a:r>
              <a:rPr lang="fr-FR">
                <a:solidFill>
                  <a:schemeClr val="bg1"/>
                </a:solidFill>
                <a:latin typeface="Chewy"/>
              </a:rPr>
              <a:t>Modifications : </a:t>
            </a:r>
            <a:r>
              <a:rPr lang="fr-FR">
                <a:solidFill>
                  <a:schemeClr val="bg1"/>
                </a:solidFill>
                <a:latin typeface="Chewy"/>
                <a:sym typeface="Wingdings" panose="05000000000000000000" pitchFamily="2" charset="2"/>
              </a:rPr>
              <a:t> 2 pistes de résolution : </a:t>
            </a:r>
            <a:endParaRPr lang="fr-FR">
              <a:solidFill>
                <a:schemeClr val="bg1"/>
              </a:solidFill>
              <a:latin typeface="Chewy"/>
            </a:endParaRPr>
          </a:p>
          <a:p>
            <a:pPr lvl="8"/>
            <a:r>
              <a:rPr lang="fr-FR">
                <a:solidFill>
                  <a:schemeClr val="bg1"/>
                </a:solidFill>
                <a:latin typeface="Chewy"/>
                <a:sym typeface="Wingdings" panose="05000000000000000000" pitchFamily="2" charset="2"/>
              </a:rPr>
              <a:t>Minimiser le code </a:t>
            </a:r>
            <a:endParaRPr lang="fr-FR">
              <a:solidFill>
                <a:schemeClr val="bg1"/>
              </a:solidFill>
              <a:latin typeface="Chewy"/>
            </a:endParaRPr>
          </a:p>
          <a:p>
            <a:pPr lvl="8"/>
            <a:r>
              <a:rPr lang="fr-FR">
                <a:solidFill>
                  <a:schemeClr val="bg1"/>
                </a:solidFill>
                <a:latin typeface="Chewy"/>
                <a:sym typeface="Wingdings" panose="05000000000000000000" pitchFamily="2" charset="2"/>
              </a:rPr>
              <a:t>Réduire la taille des fichiers (compression)</a:t>
            </a:r>
            <a:endParaRPr lang="fr-FR">
              <a:solidFill>
                <a:schemeClr val="bg1"/>
              </a:solidFill>
              <a:latin typeface="Chewy"/>
            </a:endParaRP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DCB90A91-6C34-E457-6485-55F5EAFC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12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8" name="Image 7" descr="Une image contenant croquis, dessin, noir, Graphique">
            <a:extLst>
              <a:ext uri="{FF2B5EF4-FFF2-40B4-BE49-F238E27FC236}">
                <a16:creationId xmlns:a16="http://schemas.microsoft.com/office/drawing/2014/main" id="{ECE45861-FE1D-B4DA-8A8B-474403859F2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  <p:pic>
        <p:nvPicPr>
          <p:cNvPr id="12" name="Image 11" descr="Une image contenant symbole, logo, clipart, Graphique&#10;&#10;Le contenu généré par l’IA peut être incorrect.">
            <a:extLst>
              <a:ext uri="{FF2B5EF4-FFF2-40B4-BE49-F238E27FC236}">
                <a16:creationId xmlns:a16="http://schemas.microsoft.com/office/drawing/2014/main" id="{FF336152-D9FD-27E2-D50C-26E1E8A6CE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446" y="2358942"/>
            <a:ext cx="2072003" cy="20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38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dessin, Graphique, illustration, Dessin d’enfant">
            <a:extLst>
              <a:ext uri="{FF2B5EF4-FFF2-40B4-BE49-F238E27FC236}">
                <a16:creationId xmlns:a16="http://schemas.microsoft.com/office/drawing/2014/main" id="{38CBD363-705A-DCB2-1E7E-E45F43BC0A9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2" name="Google Shape;405;p44">
            <a:extLst>
              <a:ext uri="{FF2B5EF4-FFF2-40B4-BE49-F238E27FC236}">
                <a16:creationId xmlns:a16="http://schemas.microsoft.com/office/drawing/2014/main" id="{58CA5526-73DA-239A-0AB6-AD96D0337CA1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45C78A00-5CC0-B0AF-97B4-7EEFC4B7012F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394DC0A-1C2E-4609-2C73-E4A436F66440}"/>
              </a:ext>
            </a:extLst>
          </p:cNvPr>
          <p:cNvSpPr/>
          <p:nvPr/>
        </p:nvSpPr>
        <p:spPr>
          <a:xfrm>
            <a:off x="-1" y="0"/>
            <a:ext cx="11635273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6012E2CF-4B81-BF9A-80AD-1F20695B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13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7" name="Image 6" descr="Une image contenant croquis, dessin, noir, Graphique">
            <a:extLst>
              <a:ext uri="{FF2B5EF4-FFF2-40B4-BE49-F238E27FC236}">
                <a16:creationId xmlns:a16="http://schemas.microsoft.com/office/drawing/2014/main" id="{4A299EE6-BB32-B75E-AE42-2949D479EAF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  <p:pic>
        <p:nvPicPr>
          <p:cNvPr id="11" name="Animation_83FB642">
            <a:hlinkClick r:id="" action="ppaction://media"/>
            <a:extLst>
              <a:ext uri="{FF2B5EF4-FFF2-40B4-BE49-F238E27FC236}">
                <a16:creationId xmlns:a16="http://schemas.microsoft.com/office/drawing/2014/main" id="{4C968FD9-4045-4B3E-456A-FBD1FF455F8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87342" y="842641"/>
            <a:ext cx="10070023" cy="5664260"/>
          </a:xfrm>
        </p:spPr>
      </p:pic>
    </p:spTree>
    <p:extLst>
      <p:ext uri="{BB962C8B-B14F-4D97-AF65-F5344CB8AC3E}">
        <p14:creationId xmlns:p14="http://schemas.microsoft.com/office/powerpoint/2010/main" val="1466491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3230-6937-F18E-87F2-3F3571FC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9CAAE90C-9520-91B1-8694-AF764850C1C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592DF540-0690-9FA1-1DB3-B2B162758808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240EE812-20E5-1D94-6E89-F1CDFCC631EF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CFE21F-9A39-0838-82C2-12222AB986A7}"/>
              </a:ext>
            </a:extLst>
          </p:cNvPr>
          <p:cNvSpPr/>
          <p:nvPr/>
        </p:nvSpPr>
        <p:spPr>
          <a:xfrm>
            <a:off x="0" y="0"/>
            <a:ext cx="11285262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3639A1-9E75-4916-368E-C819DAB4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Cahier de conception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6CF4DD-B5BD-7775-B526-4F04D9F10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noProof="0">
                <a:solidFill>
                  <a:schemeClr val="bg1"/>
                </a:solidFill>
                <a:latin typeface="Chewy"/>
              </a:rPr>
              <a:t>Qui ? CY Tech</a:t>
            </a:r>
          </a:p>
          <a:p>
            <a:r>
              <a:rPr lang="fr-FR" noProof="0">
                <a:solidFill>
                  <a:schemeClr val="bg1"/>
                </a:solidFill>
                <a:latin typeface="Chewy"/>
              </a:rPr>
              <a:t>Quoi ? Rendre le site web CYU écoresponsable</a:t>
            </a:r>
          </a:p>
          <a:p>
            <a:r>
              <a:rPr lang="fr-FR" noProof="0">
                <a:solidFill>
                  <a:schemeClr val="bg1"/>
                </a:solidFill>
                <a:latin typeface="Chewy"/>
              </a:rPr>
              <a:t>Comment ? Optimisation du code, compression des images, hébergement écoresponsable</a:t>
            </a:r>
          </a:p>
          <a:p>
            <a:r>
              <a:rPr lang="fr-FR" noProof="0">
                <a:solidFill>
                  <a:schemeClr val="bg1"/>
                </a:solidFill>
                <a:latin typeface="Chewy"/>
              </a:rPr>
              <a:t>Où ? o2switch / Planet Hoster / </a:t>
            </a:r>
            <a:r>
              <a:rPr lang="fr-FR" noProof="0" err="1">
                <a:solidFill>
                  <a:schemeClr val="bg1"/>
                </a:solidFill>
                <a:latin typeface="Chewy"/>
              </a:rPr>
              <a:t>Infomaniak</a:t>
            </a:r>
            <a:r>
              <a:rPr lang="fr-FR" noProof="0">
                <a:solidFill>
                  <a:schemeClr val="bg1"/>
                </a:solidFill>
                <a:latin typeface="Chewy"/>
              </a:rPr>
              <a:t> / Ex2</a:t>
            </a:r>
          </a:p>
          <a:p>
            <a:r>
              <a:rPr lang="fr-FR" noProof="0">
                <a:solidFill>
                  <a:schemeClr val="bg1"/>
                </a:solidFill>
                <a:latin typeface="Chewy"/>
              </a:rPr>
              <a:t>Quand ? Dans les 8 mois (à partir du mois d’octobre)</a:t>
            </a:r>
          </a:p>
          <a:p>
            <a:r>
              <a:rPr lang="fr-FR" noProof="0">
                <a:solidFill>
                  <a:schemeClr val="bg1"/>
                </a:solidFill>
                <a:latin typeface="Chewy"/>
              </a:rPr>
              <a:t>Pourquoi ? Limiter l’impact environnemental du site de CYU</a:t>
            </a: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F9B147C0-6F76-4332-E0F0-CADC9339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14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9" name="Image 8" descr="Une image contenant croquis, dessin, noir, Graphique">
            <a:extLst>
              <a:ext uri="{FF2B5EF4-FFF2-40B4-BE49-F238E27FC236}">
                <a16:creationId xmlns:a16="http://schemas.microsoft.com/office/drawing/2014/main" id="{0F9B9BF3-2846-D2A1-D251-758FFD8A8C5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35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EF661-6A20-7FB9-454A-69222EF0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3B19F7D5-46B8-D77E-CD23-B3368B4266A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DEACCE32-175A-E89B-03AB-7838B518A789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1D3AA260-BC95-2C14-946E-84B22E658841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E03E6F8-F013-5253-D573-7EF17C3D1D3E}"/>
              </a:ext>
            </a:extLst>
          </p:cNvPr>
          <p:cNvSpPr/>
          <p:nvPr/>
        </p:nvSpPr>
        <p:spPr>
          <a:xfrm>
            <a:off x="0" y="0"/>
            <a:ext cx="10515600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3CE25B-01F2-369E-32AC-9AD806AB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>
                <a:solidFill>
                  <a:schemeClr val="bg1"/>
                </a:solidFill>
                <a:latin typeface="Chewy"/>
              </a:rPr>
              <a:t>Notre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E3054A-9A76-4BB2-CB18-30F385DA8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680" y="2983316"/>
            <a:ext cx="4837598" cy="26155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fr-FR" sz="2000" noProof="0">
                <a:solidFill>
                  <a:schemeClr val="bg1"/>
                </a:solidFill>
                <a:latin typeface="Chewy"/>
              </a:rPr>
              <a:t>Contextualisation des différents </a:t>
            </a:r>
            <a:r>
              <a:rPr lang="fr-FR" sz="2000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enjeux :</a:t>
            </a:r>
          </a:p>
          <a:p>
            <a:pPr marL="0" indent="0">
              <a:buNone/>
            </a:pPr>
            <a:endParaRPr lang="fr-FR" sz="2000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marL="0" indent="0">
              <a:buNone/>
            </a:pPr>
            <a:r>
              <a:rPr lang="fr-FR" sz="2000" noProof="0">
                <a:solidFill>
                  <a:schemeClr val="bg1"/>
                </a:solidFill>
                <a:latin typeface="Chewy" panose="02000000000000000000" pitchFamily="2" charset="0"/>
              </a:rPr>
              <a:t>- </a:t>
            </a:r>
            <a:r>
              <a:rPr lang="fr-FR" sz="2000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Enjeux écologiques</a:t>
            </a:r>
            <a:endParaRPr lang="fr-FR" sz="2000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marL="0" indent="0">
              <a:buNone/>
            </a:pPr>
            <a:r>
              <a:rPr lang="fr-FR" sz="2000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- Enjeux sociologiques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marL="0" indent="0">
              <a:buNone/>
            </a:pPr>
            <a:r>
              <a:rPr lang="fr-FR" sz="2000" noProof="0">
                <a:solidFill>
                  <a:schemeClr val="bg1"/>
                </a:solidFill>
                <a:latin typeface="Chewy" panose="02000000000000000000" pitchFamily="2" charset="0"/>
              </a:rPr>
              <a:t>- Enjeux numériques</a:t>
            </a:r>
          </a:p>
          <a:p>
            <a:endParaRPr lang="fr-FR" sz="2000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88AB0ED9-C40A-BEBC-A08C-1F83D6CA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15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9D5A2FD9-1059-FFEE-8E1F-E18948D6F90E}"/>
              </a:ext>
            </a:extLst>
          </p:cNvPr>
          <p:cNvGrpSpPr/>
          <p:nvPr/>
        </p:nvGrpSpPr>
        <p:grpSpPr>
          <a:xfrm>
            <a:off x="4770796" y="2494819"/>
            <a:ext cx="5905687" cy="3819525"/>
            <a:chOff x="4539076" y="176790"/>
            <a:chExt cx="5905687" cy="3819525"/>
          </a:xfrm>
        </p:grpSpPr>
        <p:pic>
          <p:nvPicPr>
            <p:cNvPr id="9" name="Content Placeholder 4" descr="La Théorie du Donut, de quoi parle-t-on ?">
              <a:extLst>
                <a:ext uri="{FF2B5EF4-FFF2-40B4-BE49-F238E27FC236}">
                  <a16:creationId xmlns:a16="http://schemas.microsoft.com/office/drawing/2014/main" id="{A12BF25D-F4C9-A18D-F0DC-057FFD092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1096" t="1229" r="8967"/>
            <a:stretch>
              <a:fillRect/>
            </a:stretch>
          </p:blipFill>
          <p:spPr>
            <a:xfrm>
              <a:off x="9034230" y="305144"/>
              <a:ext cx="1410533" cy="3691171"/>
            </a:xfrm>
            <a:prstGeom prst="rect">
              <a:avLst/>
            </a:prstGeom>
          </p:spPr>
        </p:pic>
        <p:pic>
          <p:nvPicPr>
            <p:cNvPr id="12" name="Image 11" descr="Une image contenant cercle, horloge">
              <a:extLst>
                <a:ext uri="{FF2B5EF4-FFF2-40B4-BE49-F238E27FC236}">
                  <a16:creationId xmlns:a16="http://schemas.microsoft.com/office/drawing/2014/main" id="{8383D55F-0010-180E-5849-D0F5AB18D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389"/>
            <a:stretch>
              <a:fillRect/>
            </a:stretch>
          </p:blipFill>
          <p:spPr>
            <a:xfrm>
              <a:off x="4539076" y="176790"/>
              <a:ext cx="4664831" cy="3819525"/>
            </a:xfrm>
            <a:prstGeom prst="rect">
              <a:avLst/>
            </a:prstGeom>
          </p:spPr>
        </p:pic>
      </p:grpSp>
      <p:pic>
        <p:nvPicPr>
          <p:cNvPr id="13" name="Picture 12" descr="Kate Raworth: Une économie saine devrait être conçue pour l'épanouissement,  pas pour la croissance | TED Talk">
            <a:extLst>
              <a:ext uri="{FF2B5EF4-FFF2-40B4-BE49-F238E27FC236}">
                <a16:creationId xmlns:a16="http://schemas.microsoft.com/office/drawing/2014/main" id="{EB52AD4A-FE52-EB97-1563-2085F1F00C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7640" y="274448"/>
            <a:ext cx="3028950" cy="15144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14F50B3-E573-22C7-DB58-EAF09EED7359}"/>
              </a:ext>
            </a:extLst>
          </p:cNvPr>
          <p:cNvSpPr txBox="1"/>
          <p:nvPr/>
        </p:nvSpPr>
        <p:spPr>
          <a:xfrm>
            <a:off x="6569020" y="1889266"/>
            <a:ext cx="40801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                   Théorie de Kate RAWORTH</a:t>
            </a:r>
          </a:p>
        </p:txBody>
      </p:sp>
      <p:pic>
        <p:nvPicPr>
          <p:cNvPr id="10" name="Image 9" descr="Une image contenant croquis, dessin, noir, Graphique">
            <a:extLst>
              <a:ext uri="{FF2B5EF4-FFF2-40B4-BE49-F238E27FC236}">
                <a16:creationId xmlns:a16="http://schemas.microsoft.com/office/drawing/2014/main" id="{EC5216DF-0523-65BB-EEC5-E24419ED022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22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75255-A21C-E205-E666-7DB4BCBF2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ABF44AA2-3D20-04E0-1F8C-7ADD32AC29D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4767C93B-4371-B94B-4631-EBCE55FDB6AA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2CC2D87C-2530-AE17-1D0B-ED1BEAAAC71E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D02B10-8F7A-E2DD-7C5C-C8730F8C17E1}"/>
              </a:ext>
            </a:extLst>
          </p:cNvPr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7B9AB6-E548-3475-613B-81913A67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Optimisation du site</a:t>
            </a: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ACA78D5E-0593-6B9E-118C-8EF547F2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16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2EFB0B67-AD02-95A1-BD09-3513E0795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293876"/>
              </p:ext>
            </p:extLst>
          </p:nvPr>
        </p:nvGraphicFramePr>
        <p:xfrm>
          <a:off x="85290" y="2055813"/>
          <a:ext cx="5924984" cy="372014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914690573"/>
                    </a:ext>
                  </a:extLst>
                </a:gridCol>
                <a:gridCol w="3181784">
                  <a:extLst>
                    <a:ext uri="{9D8B030D-6E8A-4147-A177-3AD203B41FA5}">
                      <a16:colId xmlns:a16="http://schemas.microsoft.com/office/drawing/2014/main" val="1825871617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1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Action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1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Impact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389576"/>
                  </a:ext>
                </a:extLst>
              </a:tr>
              <a:tr h="122762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Minimisation du code (HTML/CSS/JS)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Page plus légère </a:t>
                      </a: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(332 Ko → 1 Ko)</a:t>
                      </a: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Et émettant moins</a:t>
                      </a: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(0,30g → &lt;0,01g)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742500"/>
                  </a:ext>
                </a:extLst>
              </a:tr>
              <a:tr h="935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Réduction du trafic serveur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Moins de refroidissement</a:t>
                      </a: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Moins d'énergie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724440"/>
                  </a:ext>
                </a:extLst>
              </a:tr>
              <a:tr h="9565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Compression des images et ressources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3,00g → </a:t>
                      </a: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  <a:sym typeface="Wingdings" panose="05000000000000000000" pitchFamily="2" charset="2"/>
                        </a:rPr>
                        <a:t>0,60g d’émission CO2</a:t>
                      </a:r>
                      <a:endParaRPr lang="fr-FR" sz="2000" b="0" i="0" noProof="0">
                        <a:solidFill>
                          <a:schemeClr val="bg1"/>
                        </a:solidFill>
                        <a:effectLst/>
                        <a:latin typeface="Chewy" panose="02000000000000000000" pitchFamily="2" charset="0"/>
                      </a:endParaRP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1456"/>
                  </a:ext>
                </a:extLst>
              </a:tr>
            </a:tbl>
          </a:graphicData>
        </a:graphic>
      </p:graphicFrame>
      <p:graphicFrame>
        <p:nvGraphicFramePr>
          <p:cNvPr id="14" name="Table 12">
            <a:extLst>
              <a:ext uri="{FF2B5EF4-FFF2-40B4-BE49-F238E27FC236}">
                <a16:creationId xmlns:a16="http://schemas.microsoft.com/office/drawing/2014/main" id="{9C70BA21-A756-291E-A2E6-34C6FA31CCC2}"/>
              </a:ext>
            </a:extLst>
          </p:cNvPr>
          <p:cNvGraphicFramePr>
            <a:graphicFrameLocks noGrp="1"/>
          </p:cNvGraphicFramePr>
          <p:nvPr/>
        </p:nvGraphicFramePr>
        <p:xfrm>
          <a:off x="6010274" y="2055812"/>
          <a:ext cx="6096436" cy="37070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50880">
                  <a:extLst>
                    <a:ext uri="{9D8B030D-6E8A-4147-A177-3AD203B41FA5}">
                      <a16:colId xmlns:a16="http://schemas.microsoft.com/office/drawing/2014/main" val="4230768070"/>
                    </a:ext>
                  </a:extLst>
                </a:gridCol>
                <a:gridCol w="3145556">
                  <a:extLst>
                    <a:ext uri="{9D8B030D-6E8A-4147-A177-3AD203B41FA5}">
                      <a16:colId xmlns:a16="http://schemas.microsoft.com/office/drawing/2014/main" val="2397199875"/>
                    </a:ext>
                  </a:extLst>
                </a:gridCol>
              </a:tblGrid>
              <a:tr h="60438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1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Effet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1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Bénéfice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557789"/>
                  </a:ext>
                </a:extLst>
              </a:tr>
              <a:tr h="992687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Temps de chargement plus court, </a:t>
                      </a: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mise en avant des infos importantes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Accessibilité renforcée</a:t>
                      </a: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Version très économe en CO2 du site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406462"/>
                  </a:ext>
                </a:extLst>
              </a:tr>
              <a:tr h="9597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Ecoresponsabilité de l’hébergement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Solution durable pour CYU, site inchangé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492390"/>
                  </a:ext>
                </a:extLst>
              </a:tr>
              <a:tr h="693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Temps de chargement plus court, pas de changement de la page internet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Fonctionne même avec</a:t>
                      </a: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fr-FR" sz="2000" b="0" i="0" noProof="0">
                          <a:solidFill>
                            <a:schemeClr val="bg1"/>
                          </a:solidFill>
                          <a:effectLst/>
                          <a:latin typeface="Chewy" panose="02000000000000000000" pitchFamily="2" charset="0"/>
                        </a:rPr>
                        <a:t>connexions lentes, design maintenu</a:t>
                      </a:r>
                    </a:p>
                  </a:txBody>
                  <a:tcPr anchor="ctr">
                    <a:lnL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433880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C4BE8439-677E-162C-23A7-34779665B186}"/>
              </a:ext>
            </a:extLst>
          </p:cNvPr>
          <p:cNvSpPr txBox="1"/>
          <p:nvPr/>
        </p:nvSpPr>
        <p:spPr>
          <a:xfrm>
            <a:off x="1110761" y="6083329"/>
            <a:ext cx="9799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noProof="0">
                <a:solidFill>
                  <a:schemeClr val="bg1"/>
                </a:solidFill>
                <a:latin typeface="Chewy" panose="02000000000000000000" pitchFamily="2" charset="0"/>
              </a:rPr>
              <a:t>     ✅ –80,</a:t>
            </a:r>
            <a:r>
              <a:rPr lang="fr-FR" sz="2400">
                <a:solidFill>
                  <a:schemeClr val="bg1"/>
                </a:solidFill>
                <a:latin typeface="Chewy" panose="02000000000000000000" pitchFamily="2" charset="0"/>
              </a:rPr>
              <a:t>0</a:t>
            </a:r>
            <a:r>
              <a:rPr lang="fr-FR" sz="2400" noProof="0">
                <a:solidFill>
                  <a:schemeClr val="bg1"/>
                </a:solidFill>
                <a:latin typeface="Chewy" panose="02000000000000000000" pitchFamily="2" charset="0"/>
              </a:rPr>
              <a:t> % d’émissions de CO₂ | ✅ Accessible, économique, durable 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11460E39-4330-82DC-D9A3-70C344A73CED}"/>
              </a:ext>
            </a:extLst>
          </p:cNvPr>
          <p:cNvSpPr/>
          <p:nvPr/>
        </p:nvSpPr>
        <p:spPr>
          <a:xfrm>
            <a:off x="2657139" y="2194560"/>
            <a:ext cx="473336" cy="30121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CDED8EA7-370C-C40E-E80E-C7DF61669A95}"/>
              </a:ext>
            </a:extLst>
          </p:cNvPr>
          <p:cNvSpPr/>
          <p:nvPr/>
        </p:nvSpPr>
        <p:spPr>
          <a:xfrm>
            <a:off x="5808366" y="2194560"/>
            <a:ext cx="473336" cy="30121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26490530-6868-A43E-C9EC-0108AD7C87B5}"/>
              </a:ext>
            </a:extLst>
          </p:cNvPr>
          <p:cNvSpPr/>
          <p:nvPr/>
        </p:nvSpPr>
        <p:spPr>
          <a:xfrm>
            <a:off x="8775207" y="2194560"/>
            <a:ext cx="473336" cy="30121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pic>
        <p:nvPicPr>
          <p:cNvPr id="11" name="Image 10" descr="Une image contenant croquis, dessin, noir, Graphique">
            <a:extLst>
              <a:ext uri="{FF2B5EF4-FFF2-40B4-BE49-F238E27FC236}">
                <a16:creationId xmlns:a16="http://schemas.microsoft.com/office/drawing/2014/main" id="{A8AE7321-3B46-E189-30D6-62F5E6D660F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293"/>
            <a:ext cx="712608" cy="71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29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dessin, Graphique, illustration, Dessin d’enfant">
            <a:extLst>
              <a:ext uri="{FF2B5EF4-FFF2-40B4-BE49-F238E27FC236}">
                <a16:creationId xmlns:a16="http://schemas.microsoft.com/office/drawing/2014/main" id="{4A716026-3D3F-062E-D5D2-A33AD92D04D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3" name="Google Shape;405;p44">
            <a:extLst>
              <a:ext uri="{FF2B5EF4-FFF2-40B4-BE49-F238E27FC236}">
                <a16:creationId xmlns:a16="http://schemas.microsoft.com/office/drawing/2014/main" id="{0F82FC74-DDF8-BDC9-8F6C-3DA8E2A870F7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D1BD0679-032D-6430-6611-C0A0801656DF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DB0D5E-91E7-A168-C33B-A2E5B4298E1F}"/>
              </a:ext>
            </a:extLst>
          </p:cNvPr>
          <p:cNvSpPr/>
          <p:nvPr/>
        </p:nvSpPr>
        <p:spPr>
          <a:xfrm>
            <a:off x="-1" y="0"/>
            <a:ext cx="11510129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52B480-FFEE-1C9B-E56F-DABF4439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</a:rPr>
              <a:t>Conclusion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AA35AC4-7A37-2F6E-5A3F-AA331D6C26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1590047" y="1478330"/>
            <a:ext cx="9438015" cy="5308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0BEFEFA9-50ED-3814-4DB2-8104411A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17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12" name="Image 11" descr="Une image contenant symbole, Graphique, Police, conception">
            <a:extLst>
              <a:ext uri="{FF2B5EF4-FFF2-40B4-BE49-F238E27FC236}">
                <a16:creationId xmlns:a16="http://schemas.microsoft.com/office/drawing/2014/main" id="{BC41879A-261A-995D-B698-5624A93BB649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65"/>
          <a:stretch>
            <a:fillRect/>
          </a:stretch>
        </p:blipFill>
        <p:spPr>
          <a:xfrm>
            <a:off x="-16428" y="68650"/>
            <a:ext cx="719821" cy="63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57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934F-204B-B7AA-B0D2-93AEFABF4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dessin, Graphique, illustration, Dessin d’enfant">
            <a:extLst>
              <a:ext uri="{FF2B5EF4-FFF2-40B4-BE49-F238E27FC236}">
                <a16:creationId xmlns:a16="http://schemas.microsoft.com/office/drawing/2014/main" id="{1C23C07A-2D65-6B10-8D80-079B19E5A4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E6837429-C6E7-412B-1F58-8F0D2B42F857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05;p44">
            <a:extLst>
              <a:ext uri="{FF2B5EF4-FFF2-40B4-BE49-F238E27FC236}">
                <a16:creationId xmlns:a16="http://schemas.microsoft.com/office/drawing/2014/main" id="{CEC5AACF-408C-F605-5984-0591E9AE42EB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590C616-3372-03E4-8EDF-9A74CDEA11BA}"/>
              </a:ext>
            </a:extLst>
          </p:cNvPr>
          <p:cNvSpPr/>
          <p:nvPr/>
        </p:nvSpPr>
        <p:spPr>
          <a:xfrm>
            <a:off x="0" y="0"/>
            <a:ext cx="11353800" cy="68580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C38555-4830-45C1-85DA-9D4E246E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>
                <a:solidFill>
                  <a:schemeClr val="bg1"/>
                </a:solidFill>
                <a:latin typeface="Chewy"/>
              </a:rPr>
              <a:t>Bibliographie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F249DB-E775-197C-C3CA-40E835444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fr-FR" b="1" u="sng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- Livre :</a:t>
            </a:r>
            <a:endParaRPr lang="fr-FR" b="1" u="sng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lvl="1"/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Greenwood, Tom, </a:t>
            </a:r>
            <a:r>
              <a:rPr lang="fr-FR" noProof="0" err="1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Sustainable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 Web Design. A Book Apart, New York, 2021.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marL="0" indent="0">
              <a:buNone/>
            </a:pPr>
            <a:r>
              <a:rPr lang="fr-FR" b="1" u="sng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- Articles scientifiques :</a:t>
            </a:r>
            <a:endParaRPr lang="fr-FR" b="1" u="sng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lvl="1"/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ADEME, « L’éco-conception des services numériques » dans Rapport officiel de l’ADEME. ADEME, Paris, 2020.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lvl="1"/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GreenIT.fr, « Référentiel Green IT et bonnes pratiques » dans Rapport officiel de GreenIT.fr. </a:t>
            </a:r>
            <a:r>
              <a:rPr lang="fr-FR" noProof="0" err="1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GreenIT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, Paris, 2022.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marL="0" indent="0">
              <a:buNone/>
            </a:pPr>
            <a:r>
              <a:rPr lang="fr-FR" b="1" u="sng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- Articles en ligne:</a:t>
            </a:r>
            <a:endParaRPr lang="fr-FR" b="1" u="sng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lvl="1"/>
            <a:r>
              <a:rPr lang="fr-FR" noProof="0" err="1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GTmetrix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, « Rapport de performance du site CYU » Rapport </a:t>
            </a:r>
            <a:r>
              <a:rPr lang="fr-FR" noProof="0" err="1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GTmetrix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 pour le site CYU, 2024, </a:t>
            </a:r>
            <a:r>
              <a:rPr lang="fr-FR" noProof="0" err="1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GTmetrix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.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lvl="1"/>
            <a:r>
              <a:rPr lang="fr-FR" noProof="0" err="1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GTmetrix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, « Servir des ressources statiques avec une politique de cache efficace » , 2024, </a:t>
            </a:r>
            <a:r>
              <a:rPr lang="fr-FR" noProof="0" err="1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GTmetrix</a:t>
            </a:r>
            <a:r>
              <a:rPr lang="fr-FR" noProof="0">
                <a:solidFill>
                  <a:schemeClr val="bg1"/>
                </a:solidFill>
                <a:latin typeface="Chewy" panose="02000000000000000000" pitchFamily="2" charset="0"/>
                <a:ea typeface="+mn-lt"/>
                <a:cs typeface="+mn-lt"/>
              </a:rPr>
              <a:t>.</a:t>
            </a: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marL="0" indent="0">
              <a:buNone/>
            </a:pP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  <a:p>
            <a:pPr marL="0" indent="0">
              <a:buNone/>
            </a:pPr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DB918036-4DD0-2F0E-82E2-96AB0F99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18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  <p:pic>
        <p:nvPicPr>
          <p:cNvPr id="8" name="Image 7" descr="Une image contenant symbole, Graphique, Police, conception">
            <a:extLst>
              <a:ext uri="{FF2B5EF4-FFF2-40B4-BE49-F238E27FC236}">
                <a16:creationId xmlns:a16="http://schemas.microsoft.com/office/drawing/2014/main" id="{8A710BD2-AF1D-59B1-5868-B31B4EF5360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65"/>
          <a:stretch>
            <a:fillRect/>
          </a:stretch>
        </p:blipFill>
        <p:spPr>
          <a:xfrm>
            <a:off x="-16428" y="68650"/>
            <a:ext cx="719821" cy="63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67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1E76-F6C7-4E2A-C777-B7B666B7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dessin, Graphique, illustration, Dessin d’enfant">
            <a:extLst>
              <a:ext uri="{FF2B5EF4-FFF2-40B4-BE49-F238E27FC236}">
                <a16:creationId xmlns:a16="http://schemas.microsoft.com/office/drawing/2014/main" id="{B77BAA74-969E-5010-24F9-87E82F2952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3" name="Google Shape;405;p44">
            <a:extLst>
              <a:ext uri="{FF2B5EF4-FFF2-40B4-BE49-F238E27FC236}">
                <a16:creationId xmlns:a16="http://schemas.microsoft.com/office/drawing/2014/main" id="{C826BAB3-5C97-6D0F-FA87-D16E0BD7D2B1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140713">
            <a:off x="8084267" y="3930925"/>
            <a:ext cx="6487305" cy="48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2C82BF07-7B84-2DEF-D1F2-1C35944D9886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8559944">
            <a:off x="-2744964" y="-1528619"/>
            <a:ext cx="6487305" cy="48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30B043-C964-BDF6-D94A-1E98A5AFA511}"/>
              </a:ext>
            </a:extLst>
          </p:cNvPr>
          <p:cNvSpPr/>
          <p:nvPr/>
        </p:nvSpPr>
        <p:spPr>
          <a:xfrm>
            <a:off x="2917370" y="2358942"/>
            <a:ext cx="6357258" cy="191447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4E7FC00-D7C9-4366-FB89-C3BCF0D7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8800" noProof="0">
                <a:solidFill>
                  <a:schemeClr val="bg1"/>
                </a:solidFill>
                <a:latin typeface="Chewy" panose="02000000000000000000" pitchFamily="2" charset="0"/>
              </a:rPr>
              <a:t>Merci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1EAC39D4-5ACA-48F5-264C-5E4991FB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9" y="147578"/>
            <a:ext cx="457004" cy="365125"/>
          </a:xfrm>
        </p:spPr>
        <p:txBody>
          <a:bodyPr/>
          <a:lstStyle/>
          <a:p>
            <a:pPr algn="ctr"/>
            <a:fld id="{27C6CCC6-2BE5-4E42-96A4-D1E8E81A3D8E}" type="slidenum">
              <a:rPr lang="fr-FR" noProof="0" smtClean="0">
                <a:solidFill>
                  <a:schemeClr val="bg1"/>
                </a:solidFill>
                <a:latin typeface="Chewy" panose="02000000000000000000" pitchFamily="2" charset="0"/>
              </a:rPr>
              <a:pPr algn="ctr"/>
              <a:t>19</a:t>
            </a:fld>
            <a:endParaRPr lang="fr-FR" noProof="0">
              <a:solidFill>
                <a:schemeClr val="bg1"/>
              </a:solidFill>
              <a:latin typeface="Chewy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666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CBF24-34CB-85D3-F137-2917E58D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dessin, Graphique, illustration, Dessin d’enfant">
            <a:extLst>
              <a:ext uri="{FF2B5EF4-FFF2-40B4-BE49-F238E27FC236}">
                <a16:creationId xmlns:a16="http://schemas.microsoft.com/office/drawing/2014/main" id="{7B35CCCB-BF2C-F70B-49C6-6BA2036F0C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Google Shape;405;p44">
            <a:extLst>
              <a:ext uri="{FF2B5EF4-FFF2-40B4-BE49-F238E27FC236}">
                <a16:creationId xmlns:a16="http://schemas.microsoft.com/office/drawing/2014/main" id="{AFFDD90A-9439-28C1-DB69-EF87A1D170FA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tx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9694938">
            <a:off x="-3433714" y="-4146694"/>
            <a:ext cx="15094066" cy="863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05;p44">
            <a:extLst>
              <a:ext uri="{FF2B5EF4-FFF2-40B4-BE49-F238E27FC236}">
                <a16:creationId xmlns:a16="http://schemas.microsoft.com/office/drawing/2014/main" id="{3A258B14-CBEE-C59C-7129-142A9291470C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prstClr val="black"/>
              <a:schemeClr val="tx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8875451">
            <a:off x="477885" y="1971077"/>
            <a:ext cx="15094066" cy="8631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11BE4D9-2490-EFBC-7842-6BCAC8563F32}"/>
              </a:ext>
            </a:extLst>
          </p:cNvPr>
          <p:cNvSpPr/>
          <p:nvPr/>
        </p:nvSpPr>
        <p:spPr>
          <a:xfrm>
            <a:off x="2917370" y="2358942"/>
            <a:ext cx="6357258" cy="191447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57E226E-D6F6-EF88-18C6-0589661F2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7200" noProof="0">
                <a:solidFill>
                  <a:schemeClr val="bg1"/>
                </a:solidFill>
                <a:latin typeface="Chewy" panose="02000000000000000000" pitchFamily="2" charset="0"/>
              </a:rPr>
              <a:t>Groupe MI3-5</a:t>
            </a:r>
          </a:p>
        </p:txBody>
      </p:sp>
    </p:spTree>
    <p:extLst>
      <p:ext uri="{BB962C8B-B14F-4D97-AF65-F5344CB8AC3E}">
        <p14:creationId xmlns:p14="http://schemas.microsoft.com/office/powerpoint/2010/main" val="1085405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7E5A215D4A6D4CAD0196F692687CF9" ma:contentTypeVersion="4" ma:contentTypeDescription="Crée un document." ma:contentTypeScope="" ma:versionID="0b6ad048be37adb582c4f2a638d4398d">
  <xsd:schema xmlns:xsd="http://www.w3.org/2001/XMLSchema" xmlns:xs="http://www.w3.org/2001/XMLSchema" xmlns:p="http://schemas.microsoft.com/office/2006/metadata/properties" xmlns:ns2="99e3d174-727a-459a-a496-c7d4bcf163ff" targetNamespace="http://schemas.microsoft.com/office/2006/metadata/properties" ma:root="true" ma:fieldsID="2393639501b36b34301b55eb9ee4b8c4" ns2:_="">
    <xsd:import namespace="99e3d174-727a-459a-a496-c7d4bcf163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e3d174-727a-459a-a496-c7d4bcf163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B2E679-F0C3-4804-80BC-1C0DFCACD6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AB3A8E-1020-412A-A732-83851F5130DD}">
  <ds:schemaRefs>
    <ds:schemaRef ds:uri="http://schemas.microsoft.com/office/2006/metadata/propertie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B1D1D34B-0792-41D6-B8C1-F7EB74BC636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9e3d174-727a-459a-a496-c7d4bcf163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20</Slides>
  <Notes>16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Thème Office</vt:lpstr>
      <vt:lpstr>Eco-Conception Web</vt:lpstr>
      <vt:lpstr>Sommaire</vt:lpstr>
      <vt:lpstr>Introduction</vt:lpstr>
      <vt:lpstr>Présentation PowerPoint</vt:lpstr>
      <vt:lpstr>Solutions existantes</vt:lpstr>
      <vt:lpstr>Statistiques – Code HTML</vt:lpstr>
      <vt:lpstr>Problématique affinée</vt:lpstr>
      <vt:lpstr>SMART – C’est quoi ?</vt:lpstr>
      <vt:lpstr>Piste de résolution 1</vt:lpstr>
      <vt:lpstr>Piste de résolution 2</vt:lpstr>
      <vt:lpstr>Code HTML classique VS écologique</vt:lpstr>
      <vt:lpstr>Piste de résolution 3</vt:lpstr>
      <vt:lpstr>Présentation PowerPoint</vt:lpstr>
      <vt:lpstr>Cahier de conception</vt:lpstr>
      <vt:lpstr>Notre solution</vt:lpstr>
      <vt:lpstr>Optimisation du site</vt:lpstr>
      <vt:lpstr>Conclusion</vt:lpstr>
      <vt:lpstr>Bibliographie</vt:lpstr>
      <vt:lpstr>Merci</vt:lpstr>
      <vt:lpstr>Groupe MI3-5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Eco-Conception Web</dc:title>
  <dc:creator/>
  <cp:lastModifiedBy>Myriam Bensaid</cp:lastModifiedBy>
  <cp:revision>3</cp:revision>
  <dcterms:created xsi:type="dcterms:W3CDTF">2025-03-18T11:34:00Z</dcterms:created>
  <dcterms:modified xsi:type="dcterms:W3CDTF">2025-06-18T16:05:34Z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0x010100037E5A215D4A6D4CAD0196F692687CF9</vt:lpwstr>
  </property>
</Properties>
</file>
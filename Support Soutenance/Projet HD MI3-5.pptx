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0"/>
  </p:notesMasterIdLst>
  <p:sldIdLst>
    <p:sldId id="256" r:id="rId5"/>
    <p:sldId id="257" r:id="rId6"/>
    <p:sldId id="284" r:id="rId7"/>
    <p:sldId id="258" r:id="rId8"/>
    <p:sldId id="259" r:id="rId9"/>
    <p:sldId id="260" r:id="rId10"/>
    <p:sldId id="261" r:id="rId11"/>
    <p:sldId id="281" r:id="rId12"/>
    <p:sldId id="263" r:id="rId13"/>
    <p:sldId id="278" r:id="rId14"/>
    <p:sldId id="264" r:id="rId15"/>
    <p:sldId id="271" r:id="rId16"/>
    <p:sldId id="282" r:id="rId17"/>
    <p:sldId id="270" r:id="rId18"/>
    <p:sldId id="266" r:id="rId19"/>
    <p:sldId id="283" r:id="rId20"/>
    <p:sldId id="291" r:id="rId21"/>
    <p:sldId id="292" r:id="rId22"/>
    <p:sldId id="269" r:id="rId23"/>
    <p:sldId id="293" r:id="rId24"/>
    <p:sldId id="274" r:id="rId25"/>
    <p:sldId id="280" r:id="rId26"/>
    <p:sldId id="294" r:id="rId27"/>
    <p:sldId id="277" r:id="rId28"/>
    <p:sldId id="285"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0F41F6-C399-44E6-BDD9-AB7E3EC95F91}">
          <p14:sldIdLst>
            <p14:sldId id="256"/>
          </p14:sldIdLst>
        </p14:section>
        <p14:section name="Corps de la présentation projet" id="{870343DB-B6C2-43A7-A81E-3D363ECE0B68}">
          <p14:sldIdLst>
            <p14:sldId id="257"/>
            <p14:sldId id="284"/>
            <p14:sldId id="258"/>
            <p14:sldId id="259"/>
            <p14:sldId id="260"/>
            <p14:sldId id="261"/>
            <p14:sldId id="281"/>
            <p14:sldId id="263"/>
            <p14:sldId id="278"/>
            <p14:sldId id="264"/>
            <p14:sldId id="271"/>
            <p14:sldId id="282"/>
            <p14:sldId id="270"/>
            <p14:sldId id="266"/>
            <p14:sldId id="283"/>
            <p14:sldId id="291"/>
            <p14:sldId id="292"/>
            <p14:sldId id="269"/>
            <p14:sldId id="293"/>
          </p14:sldIdLst>
        </p14:section>
        <p14:section name="IC" id="{0A790317-5306-4E5B-81D8-12B0CEA3EDDD}">
          <p14:sldIdLst>
            <p14:sldId id="274"/>
            <p14:sldId id="280"/>
            <p14:sldId id="294"/>
          </p14:sldIdLst>
        </p14:section>
        <p14:section name="Conclusion" id="{3224A0AC-D941-42AE-A4CE-43FF0B005651}">
          <p14:sldIdLst>
            <p14:sldId id="277"/>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003300"/>
    <a:srgbClr val="008080"/>
    <a:srgbClr val="00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C21F31-8398-3105-B8A4-EC3A20E195E4}" v="448" dt="2025-06-09T21:24:13.317"/>
    <p1510:client id="{32F5D6BF-557E-CD98-AD31-862DF7176ADC}" v="450" dt="2025-06-10T14:56:30.221"/>
    <p1510:client id="{3690196D-0DBC-5733-E24A-3AE66393F8D1}" v="47" dt="2025-06-10T13:51:54.798"/>
    <p1510:client id="{3A0C56FD-8266-B2CB-D892-86534EE27DBC}" v="26" dt="2025-06-10T13:15:04.101"/>
    <p1510:client id="{A44C5648-C0EB-6942-B0FD-C3BAFEE32E4C}" v="4" dt="2025-06-10T20:51:11.437"/>
    <p1510:client id="{A5EDDA13-374F-85AD-582D-9ADA47D3FC12}" v="57" dt="2025-06-10T16:36:21.603"/>
    <p1510:client id="{B04399ED-293D-32E5-97BC-D9BC56223123}" v="16" dt="2025-06-10T11:36:52.040"/>
    <p1510:client id="{B2422616-7A29-87AA-3FA0-A5F5BE43F076}" v="4" dt="2025-06-10T20:43:30.332"/>
    <p1510:client id="{CB2343DF-CAEE-41E0-BF22-A93BF8DF04D3}" v="594" dt="2025-06-10T21:00:11.957"/>
    <p1510:client id="{FCEA4617-2F31-B745-A0D0-464BD5E6653C}" v="163" dt="2025-06-10T10:54:05.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riam Bensaid" userId="6732edbd-cc17-4b25-8fa6-040ea5375654" providerId="ADAL" clId="{CB2343DF-CAEE-41E0-BF22-A93BF8DF04D3}"/>
    <pc:docChg chg="undo redo custSel addSld delSld modSld sldOrd addSection modSection">
      <pc:chgData name="Myriam Bensaid" userId="6732edbd-cc17-4b25-8fa6-040ea5375654" providerId="ADAL" clId="{CB2343DF-CAEE-41E0-BF22-A93BF8DF04D3}" dt="2025-06-10T21:00:11.957" v="2300" actId="1076"/>
      <pc:docMkLst>
        <pc:docMk/>
      </pc:docMkLst>
      <pc:sldChg chg="modSp mod">
        <pc:chgData name="Myriam Bensaid" userId="6732edbd-cc17-4b25-8fa6-040ea5375654" providerId="ADAL" clId="{CB2343DF-CAEE-41E0-BF22-A93BF8DF04D3}" dt="2025-06-10T15:52:44.033" v="2190" actId="20577"/>
        <pc:sldMkLst>
          <pc:docMk/>
          <pc:sldMk cId="3784089036" sldId="256"/>
        </pc:sldMkLst>
        <pc:spChg chg="mod">
          <ac:chgData name="Myriam Bensaid" userId="6732edbd-cc17-4b25-8fa6-040ea5375654" providerId="ADAL" clId="{CB2343DF-CAEE-41E0-BF22-A93BF8DF04D3}" dt="2025-06-09T22:32:24.941" v="1819" actId="790"/>
          <ac:spMkLst>
            <pc:docMk/>
            <pc:sldMk cId="3784089036" sldId="256"/>
            <ac:spMk id="2" creationId="{00000000-0000-0000-0000-000000000000}"/>
          </ac:spMkLst>
        </pc:spChg>
        <pc:spChg chg="mod">
          <ac:chgData name="Myriam Bensaid" userId="6732edbd-cc17-4b25-8fa6-040ea5375654" providerId="ADAL" clId="{CB2343DF-CAEE-41E0-BF22-A93BF8DF04D3}" dt="2025-06-09T22:32:24.941" v="1819" actId="790"/>
          <ac:spMkLst>
            <pc:docMk/>
            <pc:sldMk cId="3784089036" sldId="256"/>
            <ac:spMk id="3" creationId="{00000000-0000-0000-0000-000000000000}"/>
          </ac:spMkLst>
        </pc:spChg>
        <pc:spChg chg="mod">
          <ac:chgData name="Myriam Bensaid" userId="6732edbd-cc17-4b25-8fa6-040ea5375654" providerId="ADAL" clId="{CB2343DF-CAEE-41E0-BF22-A93BF8DF04D3}" dt="2025-06-09T22:32:24.941" v="1819" actId="790"/>
          <ac:spMkLst>
            <pc:docMk/>
            <pc:sldMk cId="3784089036" sldId="256"/>
            <ac:spMk id="6" creationId="{31C9FB3D-D08C-0815-E7FC-1406F5181A8A}"/>
          </ac:spMkLst>
        </pc:spChg>
        <pc:spChg chg="mod">
          <ac:chgData name="Myriam Bensaid" userId="6732edbd-cc17-4b25-8fa6-040ea5375654" providerId="ADAL" clId="{CB2343DF-CAEE-41E0-BF22-A93BF8DF04D3}" dt="2025-06-09T22:32:24.941" v="1819" actId="790"/>
          <ac:spMkLst>
            <pc:docMk/>
            <pc:sldMk cId="3784089036" sldId="256"/>
            <ac:spMk id="8" creationId="{6C68CAFC-4C43-3976-4CB4-A2E1A64A4830}"/>
          </ac:spMkLst>
        </pc:spChg>
        <pc:spChg chg="mod">
          <ac:chgData name="Myriam Bensaid" userId="6732edbd-cc17-4b25-8fa6-040ea5375654" providerId="ADAL" clId="{CB2343DF-CAEE-41E0-BF22-A93BF8DF04D3}" dt="2025-06-10T15:52:44.033" v="2190" actId="20577"/>
          <ac:spMkLst>
            <pc:docMk/>
            <pc:sldMk cId="3784089036" sldId="256"/>
            <ac:spMk id="11" creationId="{0DAC06B7-388D-6A29-16FD-BEECA7ADB120}"/>
          </ac:spMkLst>
        </pc:spChg>
        <pc:spChg chg="mod">
          <ac:chgData name="Myriam Bensaid" userId="6732edbd-cc17-4b25-8fa6-040ea5375654" providerId="ADAL" clId="{CB2343DF-CAEE-41E0-BF22-A93BF8DF04D3}" dt="2025-06-09T22:32:24.941" v="1819" actId="790"/>
          <ac:spMkLst>
            <pc:docMk/>
            <pc:sldMk cId="3784089036" sldId="256"/>
            <ac:spMk id="14" creationId="{0963C5F4-48CC-1912-E859-BE1F87659271}"/>
          </ac:spMkLst>
        </pc:spChg>
      </pc:sldChg>
      <pc:sldChg chg="addSp delSp modSp mod">
        <pc:chgData name="Myriam Bensaid" userId="6732edbd-cc17-4b25-8fa6-040ea5375654" providerId="ADAL" clId="{CB2343DF-CAEE-41E0-BF22-A93BF8DF04D3}" dt="2025-06-10T13:45:03.521" v="2184" actId="14100"/>
        <pc:sldMkLst>
          <pc:docMk/>
          <pc:sldMk cId="2747738135" sldId="257"/>
        </pc:sldMkLst>
        <pc:spChg chg="mod">
          <ac:chgData name="Myriam Bensaid" userId="6732edbd-cc17-4b25-8fa6-040ea5375654" providerId="ADAL" clId="{CB2343DF-CAEE-41E0-BF22-A93BF8DF04D3}" dt="2025-06-09T22:32:24.941" v="1819" actId="790"/>
          <ac:spMkLst>
            <pc:docMk/>
            <pc:sldMk cId="2747738135" sldId="257"/>
            <ac:spMk id="2" creationId="{B795DD2E-8DA8-00D9-D8AD-A43EAFF5E2EE}"/>
          </ac:spMkLst>
        </pc:spChg>
        <pc:spChg chg="mod">
          <ac:chgData name="Myriam Bensaid" userId="6732edbd-cc17-4b25-8fa6-040ea5375654" providerId="ADAL" clId="{CB2343DF-CAEE-41E0-BF22-A93BF8DF04D3}" dt="2025-06-10T13:32:36.762" v="2064" actId="1076"/>
          <ac:spMkLst>
            <pc:docMk/>
            <pc:sldMk cId="2747738135" sldId="257"/>
            <ac:spMk id="3" creationId="{C0F4B379-740F-DE6B-0DCC-7B24290E29AE}"/>
          </ac:spMkLst>
        </pc:spChg>
        <pc:spChg chg="add mod">
          <ac:chgData name="Myriam Bensaid" userId="6732edbd-cc17-4b25-8fa6-040ea5375654" providerId="ADAL" clId="{CB2343DF-CAEE-41E0-BF22-A93BF8DF04D3}" dt="2025-06-10T13:32:42.383" v="2065" actId="1076"/>
          <ac:spMkLst>
            <pc:docMk/>
            <pc:sldMk cId="2747738135" sldId="257"/>
            <ac:spMk id="5" creationId="{365567A0-3563-20AC-CA3F-0DF8431B1AD6}"/>
          </ac:spMkLst>
        </pc:spChg>
        <pc:spChg chg="mod">
          <ac:chgData name="Myriam Bensaid" userId="6732edbd-cc17-4b25-8fa6-040ea5375654" providerId="ADAL" clId="{CB2343DF-CAEE-41E0-BF22-A93BF8DF04D3}" dt="2025-06-09T22:32:24.941" v="1819" actId="790"/>
          <ac:spMkLst>
            <pc:docMk/>
            <pc:sldMk cId="2747738135" sldId="257"/>
            <ac:spMk id="6" creationId="{1ED40E9E-5399-FCEE-D6D1-4AB8ACEA16B5}"/>
          </ac:spMkLst>
        </pc:spChg>
        <pc:spChg chg="mod">
          <ac:chgData name="Myriam Bensaid" userId="6732edbd-cc17-4b25-8fa6-040ea5375654" providerId="ADAL" clId="{CB2343DF-CAEE-41E0-BF22-A93BF8DF04D3}" dt="2025-06-10T13:45:03.521" v="2184" actId="14100"/>
          <ac:spMkLst>
            <pc:docMk/>
            <pc:sldMk cId="2747738135" sldId="257"/>
            <ac:spMk id="10" creationId="{B0273E22-C0E2-FC1C-4FA1-2344E35C9AE4}"/>
          </ac:spMkLst>
        </pc:spChg>
        <pc:spChg chg="add mod">
          <ac:chgData name="Myriam Bensaid" userId="6732edbd-cc17-4b25-8fa6-040ea5375654" providerId="ADAL" clId="{CB2343DF-CAEE-41E0-BF22-A93BF8DF04D3}" dt="2025-06-10T13:32:48.706" v="2066" actId="1076"/>
          <ac:spMkLst>
            <pc:docMk/>
            <pc:sldMk cId="2747738135" sldId="257"/>
            <ac:spMk id="11" creationId="{0F11D653-5157-522F-1475-A818DADE01EB}"/>
          </ac:spMkLst>
        </pc:spChg>
        <pc:spChg chg="add del mod ord topLvl">
          <ac:chgData name="Myriam Bensaid" userId="6732edbd-cc17-4b25-8fa6-040ea5375654" providerId="ADAL" clId="{CB2343DF-CAEE-41E0-BF22-A93BF8DF04D3}" dt="2025-06-10T13:31:38.208" v="2051" actId="478"/>
          <ac:spMkLst>
            <pc:docMk/>
            <pc:sldMk cId="2747738135" sldId="257"/>
            <ac:spMk id="16" creationId="{93569E53-FB85-960B-CDF3-8B3506CC4F94}"/>
          </ac:spMkLst>
        </pc:spChg>
        <pc:spChg chg="del mod topLvl">
          <ac:chgData name="Myriam Bensaid" userId="6732edbd-cc17-4b25-8fa6-040ea5375654" providerId="ADAL" clId="{CB2343DF-CAEE-41E0-BF22-A93BF8DF04D3}" dt="2025-06-10T13:31:29.040" v="2050" actId="478"/>
          <ac:spMkLst>
            <pc:docMk/>
            <pc:sldMk cId="2747738135" sldId="257"/>
            <ac:spMk id="19" creationId="{944C12CB-23F4-83B3-F9AA-8BD20079D6B3}"/>
          </ac:spMkLst>
        </pc:spChg>
        <pc:spChg chg="add mod">
          <ac:chgData name="Myriam Bensaid" userId="6732edbd-cc17-4b25-8fa6-040ea5375654" providerId="ADAL" clId="{CB2343DF-CAEE-41E0-BF22-A93BF8DF04D3}" dt="2025-06-10T13:38:55.826" v="2137" actId="1037"/>
          <ac:spMkLst>
            <pc:docMk/>
            <pc:sldMk cId="2747738135" sldId="257"/>
            <ac:spMk id="25" creationId="{89D5FEB0-F60E-D809-0311-41144A68A905}"/>
          </ac:spMkLst>
        </pc:spChg>
        <pc:spChg chg="add mod">
          <ac:chgData name="Myriam Bensaid" userId="6732edbd-cc17-4b25-8fa6-040ea5375654" providerId="ADAL" clId="{CB2343DF-CAEE-41E0-BF22-A93BF8DF04D3}" dt="2025-06-10T13:38:55.826" v="2137" actId="1037"/>
          <ac:spMkLst>
            <pc:docMk/>
            <pc:sldMk cId="2747738135" sldId="257"/>
            <ac:spMk id="26" creationId="{6F3E6E1A-6D99-0ECA-B3DA-F6CFEBA481EF}"/>
          </ac:spMkLst>
        </pc:spChg>
        <pc:grpChg chg="add del mod">
          <ac:chgData name="Myriam Bensaid" userId="6732edbd-cc17-4b25-8fa6-040ea5375654" providerId="ADAL" clId="{CB2343DF-CAEE-41E0-BF22-A93BF8DF04D3}" dt="2025-06-10T13:31:38.208" v="2051" actId="478"/>
          <ac:grpSpMkLst>
            <pc:docMk/>
            <pc:sldMk cId="2747738135" sldId="257"/>
            <ac:grpSpMk id="17" creationId="{C14FF2A7-2A25-484B-E730-6F23352B5F08}"/>
          </ac:grpSpMkLst>
        </pc:grpChg>
        <pc:grpChg chg="add del mod">
          <ac:chgData name="Myriam Bensaid" userId="6732edbd-cc17-4b25-8fa6-040ea5375654" providerId="ADAL" clId="{CB2343DF-CAEE-41E0-BF22-A93BF8DF04D3}" dt="2025-06-10T13:31:27.411" v="2049" actId="478"/>
          <ac:grpSpMkLst>
            <pc:docMk/>
            <pc:sldMk cId="2747738135" sldId="257"/>
            <ac:grpSpMk id="18" creationId="{99965369-FD39-84DB-0F81-E33C367070A2}"/>
          </ac:grpSpMkLst>
        </pc:grpChg>
        <pc:picChg chg="add del mod">
          <ac:chgData name="Myriam Bensaid" userId="6732edbd-cc17-4b25-8fa6-040ea5375654" providerId="ADAL" clId="{CB2343DF-CAEE-41E0-BF22-A93BF8DF04D3}" dt="2025-06-10T13:17:52.420" v="1960" actId="478"/>
          <ac:picMkLst>
            <pc:docMk/>
            <pc:sldMk cId="2747738135" sldId="257"/>
            <ac:picMk id="9" creationId="{A7FFF8D1-525A-FC65-A972-379389E9053A}"/>
          </ac:picMkLst>
        </pc:picChg>
        <pc:picChg chg="add del mod">
          <ac:chgData name="Myriam Bensaid" userId="6732edbd-cc17-4b25-8fa6-040ea5375654" providerId="ADAL" clId="{CB2343DF-CAEE-41E0-BF22-A93BF8DF04D3}" dt="2025-06-10T13:26:40.547" v="2018" actId="478"/>
          <ac:picMkLst>
            <pc:docMk/>
            <pc:sldMk cId="2747738135" sldId="257"/>
            <ac:picMk id="13" creationId="{BFE7DF90-0D77-66DB-9B10-5A05C04C3472}"/>
          </ac:picMkLst>
        </pc:picChg>
        <pc:picChg chg="add mod topLvl">
          <ac:chgData name="Myriam Bensaid" userId="6732edbd-cc17-4b25-8fa6-040ea5375654" providerId="ADAL" clId="{CB2343DF-CAEE-41E0-BF22-A93BF8DF04D3}" dt="2025-06-10T13:44:48.348" v="2182"/>
          <ac:picMkLst>
            <pc:docMk/>
            <pc:sldMk cId="2747738135" sldId="257"/>
            <ac:picMk id="15" creationId="{79E03E3F-C56D-2C4D-B171-0DBB17D95E33}"/>
          </ac:picMkLst>
        </pc:picChg>
        <pc:picChg chg="del mod topLvl">
          <ac:chgData name="Myriam Bensaid" userId="6732edbd-cc17-4b25-8fa6-040ea5375654" providerId="ADAL" clId="{CB2343DF-CAEE-41E0-BF22-A93BF8DF04D3}" dt="2025-06-10T13:31:27.411" v="2049" actId="478"/>
          <ac:picMkLst>
            <pc:docMk/>
            <pc:sldMk cId="2747738135" sldId="257"/>
            <ac:picMk id="20" creationId="{00BE1D95-1CC1-E8DE-5404-D8F54939BFC5}"/>
          </ac:picMkLst>
        </pc:picChg>
        <pc:picChg chg="add mod">
          <ac:chgData name="Myriam Bensaid" userId="6732edbd-cc17-4b25-8fa6-040ea5375654" providerId="ADAL" clId="{CB2343DF-CAEE-41E0-BF22-A93BF8DF04D3}" dt="2025-06-10T13:44:53.635" v="2183"/>
          <ac:picMkLst>
            <pc:docMk/>
            <pc:sldMk cId="2747738135" sldId="257"/>
            <ac:picMk id="22" creationId="{1116A868-E631-E3E6-7694-005CAD890F3F}"/>
          </ac:picMkLst>
        </pc:picChg>
        <pc:picChg chg="add mod modCrop">
          <ac:chgData name="Myriam Bensaid" userId="6732edbd-cc17-4b25-8fa6-040ea5375654" providerId="ADAL" clId="{CB2343DF-CAEE-41E0-BF22-A93BF8DF04D3}" dt="2025-06-10T13:37:08.842" v="2083" actId="14100"/>
          <ac:picMkLst>
            <pc:docMk/>
            <pc:sldMk cId="2747738135" sldId="257"/>
            <ac:picMk id="24" creationId="{8C452309-208C-A35B-8551-CAC85C201A4D}"/>
          </ac:picMkLst>
        </pc:picChg>
      </pc:sldChg>
      <pc:sldChg chg="addSp modSp mod">
        <pc:chgData name="Myriam Bensaid" userId="6732edbd-cc17-4b25-8fa6-040ea5375654" providerId="ADAL" clId="{CB2343DF-CAEE-41E0-BF22-A93BF8DF04D3}" dt="2025-06-10T13:39:23.689" v="2142"/>
        <pc:sldMkLst>
          <pc:docMk/>
          <pc:sldMk cId="3497336989" sldId="258"/>
        </pc:sldMkLst>
        <pc:spChg chg="mod">
          <ac:chgData name="Myriam Bensaid" userId="6732edbd-cc17-4b25-8fa6-040ea5375654" providerId="ADAL" clId="{CB2343DF-CAEE-41E0-BF22-A93BF8DF04D3}" dt="2025-06-09T22:32:24.941" v="1819" actId="790"/>
          <ac:spMkLst>
            <pc:docMk/>
            <pc:sldMk cId="3497336989" sldId="258"/>
            <ac:spMk id="2" creationId="{809F9038-8612-43BF-117E-528D46BD92F2}"/>
          </ac:spMkLst>
        </pc:spChg>
        <pc:spChg chg="mod">
          <ac:chgData name="Myriam Bensaid" userId="6732edbd-cc17-4b25-8fa6-040ea5375654" providerId="ADAL" clId="{CB2343DF-CAEE-41E0-BF22-A93BF8DF04D3}" dt="2025-06-09T22:32:24.941" v="1819" actId="790"/>
          <ac:spMkLst>
            <pc:docMk/>
            <pc:sldMk cId="3497336989" sldId="258"/>
            <ac:spMk id="8" creationId="{A03F84D0-F10E-C01F-C6FC-3E504CE719B4}"/>
          </ac:spMkLst>
        </pc:spChg>
        <pc:spChg chg="mod">
          <ac:chgData name="Myriam Bensaid" userId="6732edbd-cc17-4b25-8fa6-040ea5375654" providerId="ADAL" clId="{CB2343DF-CAEE-41E0-BF22-A93BF8DF04D3}" dt="2025-06-09T22:32:24.941" v="1819" actId="790"/>
          <ac:spMkLst>
            <pc:docMk/>
            <pc:sldMk cId="3497336989" sldId="258"/>
            <ac:spMk id="10" creationId="{39540790-D5B5-6526-5391-5D114BE799D7}"/>
          </ac:spMkLst>
        </pc:spChg>
        <pc:picChg chg="mod">
          <ac:chgData name="Myriam Bensaid" userId="6732edbd-cc17-4b25-8fa6-040ea5375654" providerId="ADAL" clId="{CB2343DF-CAEE-41E0-BF22-A93BF8DF04D3}" dt="2025-06-02T09:10:31.886" v="43" actId="14826"/>
          <ac:picMkLst>
            <pc:docMk/>
            <pc:sldMk cId="3497336989" sldId="258"/>
            <ac:picMk id="4" creationId="{26D62A4A-66E2-C13F-5114-71CCB946B105}"/>
          </ac:picMkLst>
        </pc:picChg>
        <pc:picChg chg="add mod">
          <ac:chgData name="Myriam Bensaid" userId="6732edbd-cc17-4b25-8fa6-040ea5375654" providerId="ADAL" clId="{CB2343DF-CAEE-41E0-BF22-A93BF8DF04D3}" dt="2025-06-10T13:39:23.689" v="2142"/>
          <ac:picMkLst>
            <pc:docMk/>
            <pc:sldMk cId="3497336989" sldId="258"/>
            <ac:picMk id="7" creationId="{8114F559-92C2-57E1-7460-E3C9A6B562C7}"/>
          </ac:picMkLst>
        </pc:picChg>
      </pc:sldChg>
      <pc:sldChg chg="addSp delSp modSp mod modNotesTx">
        <pc:chgData name="Myriam Bensaid" userId="6732edbd-cc17-4b25-8fa6-040ea5375654" providerId="ADAL" clId="{CB2343DF-CAEE-41E0-BF22-A93BF8DF04D3}" dt="2025-06-10T21:00:11.957" v="2300" actId="1076"/>
        <pc:sldMkLst>
          <pc:docMk/>
          <pc:sldMk cId="3287384019" sldId="259"/>
        </pc:sldMkLst>
        <pc:spChg chg="mod">
          <ac:chgData name="Myriam Bensaid" userId="6732edbd-cc17-4b25-8fa6-040ea5375654" providerId="ADAL" clId="{CB2343DF-CAEE-41E0-BF22-A93BF8DF04D3}" dt="2025-06-09T22:32:24.941" v="1819" actId="790"/>
          <ac:spMkLst>
            <pc:docMk/>
            <pc:sldMk cId="3287384019" sldId="259"/>
            <ac:spMk id="2" creationId="{BF2B3912-134D-46DD-F869-8387EEA6C675}"/>
          </ac:spMkLst>
        </pc:spChg>
        <pc:spChg chg="mod">
          <ac:chgData name="Myriam Bensaid" userId="6732edbd-cc17-4b25-8fa6-040ea5375654" providerId="ADAL" clId="{CB2343DF-CAEE-41E0-BF22-A93BF8DF04D3}" dt="2025-06-09T22:32:24.941" v="1819" actId="790"/>
          <ac:spMkLst>
            <pc:docMk/>
            <pc:sldMk cId="3287384019" sldId="259"/>
            <ac:spMk id="5" creationId="{2283AC8B-821F-A5E4-65B0-15968DBE28E3}"/>
          </ac:spMkLst>
        </pc:spChg>
        <pc:spChg chg="mod">
          <ac:chgData name="Myriam Bensaid" userId="6732edbd-cc17-4b25-8fa6-040ea5375654" providerId="ADAL" clId="{CB2343DF-CAEE-41E0-BF22-A93BF8DF04D3}" dt="2025-06-09T22:32:24.941" v="1819" actId="790"/>
          <ac:spMkLst>
            <pc:docMk/>
            <pc:sldMk cId="3287384019" sldId="259"/>
            <ac:spMk id="7" creationId="{1C4D4E2B-5A03-32C2-CC63-66A9FE1BAC46}"/>
          </ac:spMkLst>
        </pc:spChg>
        <pc:picChg chg="del">
          <ac:chgData name="Myriam Bensaid" userId="6732edbd-cc17-4b25-8fa6-040ea5375654" providerId="ADAL" clId="{CB2343DF-CAEE-41E0-BF22-A93BF8DF04D3}" dt="2025-06-10T20:59:56.660" v="2297" actId="478"/>
          <ac:picMkLst>
            <pc:docMk/>
            <pc:sldMk cId="3287384019" sldId="259"/>
            <ac:picMk id="4" creationId="{E8C0385A-25FA-0AEB-AC78-7880E0F2380E}"/>
          </ac:picMkLst>
        </pc:picChg>
        <pc:picChg chg="add mod">
          <ac:chgData name="Myriam Bensaid" userId="6732edbd-cc17-4b25-8fa6-040ea5375654" providerId="ADAL" clId="{CB2343DF-CAEE-41E0-BF22-A93BF8DF04D3}" dt="2025-06-10T13:39:25.515" v="2143"/>
          <ac:picMkLst>
            <pc:docMk/>
            <pc:sldMk cId="3287384019" sldId="259"/>
            <ac:picMk id="6" creationId="{4BCDD287-FBA3-8FEE-FE2C-177CA901B420}"/>
          </ac:picMkLst>
        </pc:picChg>
        <pc:picChg chg="add mod modCrop">
          <ac:chgData name="Myriam Bensaid" userId="6732edbd-cc17-4b25-8fa6-040ea5375654" providerId="ADAL" clId="{CB2343DF-CAEE-41E0-BF22-A93BF8DF04D3}" dt="2025-06-10T21:00:11.957" v="2300" actId="1076"/>
          <ac:picMkLst>
            <pc:docMk/>
            <pc:sldMk cId="3287384019" sldId="259"/>
            <ac:picMk id="13" creationId="{85587096-CB80-64A4-6BFE-3D5D98BF232E}"/>
          </ac:picMkLst>
        </pc:picChg>
      </pc:sldChg>
      <pc:sldChg chg="addSp modSp mod ord">
        <pc:chgData name="Myriam Bensaid" userId="6732edbd-cc17-4b25-8fa6-040ea5375654" providerId="ADAL" clId="{CB2343DF-CAEE-41E0-BF22-A93BF8DF04D3}" dt="2025-06-10T13:39:27.621" v="2144"/>
        <pc:sldMkLst>
          <pc:docMk/>
          <pc:sldMk cId="3179145733" sldId="260"/>
        </pc:sldMkLst>
        <pc:spChg chg="mod">
          <ac:chgData name="Myriam Bensaid" userId="6732edbd-cc17-4b25-8fa6-040ea5375654" providerId="ADAL" clId="{CB2343DF-CAEE-41E0-BF22-A93BF8DF04D3}" dt="2025-06-09T22:32:24.941" v="1819" actId="790"/>
          <ac:spMkLst>
            <pc:docMk/>
            <pc:sldMk cId="3179145733" sldId="260"/>
            <ac:spMk id="2" creationId="{62CC58B4-2B92-BEEA-4F6A-74276D0B0AB6}"/>
          </ac:spMkLst>
        </pc:spChg>
        <pc:spChg chg="mod">
          <ac:chgData name="Myriam Bensaid" userId="6732edbd-cc17-4b25-8fa6-040ea5375654" providerId="ADAL" clId="{CB2343DF-CAEE-41E0-BF22-A93BF8DF04D3}" dt="2025-06-09T22:32:24.941" v="1819" actId="790"/>
          <ac:spMkLst>
            <pc:docMk/>
            <pc:sldMk cId="3179145733" sldId="260"/>
            <ac:spMk id="8" creationId="{D35083F9-9A9B-DEEF-3F87-A8F0D6C82D7C}"/>
          </ac:spMkLst>
        </pc:spChg>
        <pc:spChg chg="mod">
          <ac:chgData name="Myriam Bensaid" userId="6732edbd-cc17-4b25-8fa6-040ea5375654" providerId="ADAL" clId="{CB2343DF-CAEE-41E0-BF22-A93BF8DF04D3}" dt="2025-06-09T22:32:24.941" v="1819" actId="790"/>
          <ac:spMkLst>
            <pc:docMk/>
            <pc:sldMk cId="3179145733" sldId="260"/>
            <ac:spMk id="9" creationId="{5FCE8292-F078-C1ED-7809-5ACE62104D04}"/>
          </ac:spMkLst>
        </pc:spChg>
        <pc:spChg chg="mod">
          <ac:chgData name="Myriam Bensaid" userId="6732edbd-cc17-4b25-8fa6-040ea5375654" providerId="ADAL" clId="{CB2343DF-CAEE-41E0-BF22-A93BF8DF04D3}" dt="2025-06-09T22:32:24.941" v="1819" actId="790"/>
          <ac:spMkLst>
            <pc:docMk/>
            <pc:sldMk cId="3179145733" sldId="260"/>
            <ac:spMk id="10" creationId="{6373EE6E-C87F-ED88-35B7-F7522A9B6416}"/>
          </ac:spMkLst>
        </pc:spChg>
        <pc:spChg chg="mod">
          <ac:chgData name="Myriam Bensaid" userId="6732edbd-cc17-4b25-8fa6-040ea5375654" providerId="ADAL" clId="{CB2343DF-CAEE-41E0-BF22-A93BF8DF04D3}" dt="2025-06-09T22:32:24.941" v="1819" actId="790"/>
          <ac:spMkLst>
            <pc:docMk/>
            <pc:sldMk cId="3179145733" sldId="260"/>
            <ac:spMk id="14" creationId="{C6D02D42-6A62-EFFC-DD03-81E64D68AD6D}"/>
          </ac:spMkLst>
        </pc:spChg>
        <pc:spChg chg="mod">
          <ac:chgData name="Myriam Bensaid" userId="6732edbd-cc17-4b25-8fa6-040ea5375654" providerId="ADAL" clId="{CB2343DF-CAEE-41E0-BF22-A93BF8DF04D3}" dt="2025-06-09T22:32:24.941" v="1819" actId="790"/>
          <ac:spMkLst>
            <pc:docMk/>
            <pc:sldMk cId="3179145733" sldId="260"/>
            <ac:spMk id="15" creationId="{AC46925F-9DC1-6D2E-30C7-EE081E6AF08E}"/>
          </ac:spMkLst>
        </pc:spChg>
        <pc:spChg chg="mod">
          <ac:chgData name="Myriam Bensaid" userId="6732edbd-cc17-4b25-8fa6-040ea5375654" providerId="ADAL" clId="{CB2343DF-CAEE-41E0-BF22-A93BF8DF04D3}" dt="2025-06-09T22:32:24.941" v="1819" actId="790"/>
          <ac:spMkLst>
            <pc:docMk/>
            <pc:sldMk cId="3179145733" sldId="260"/>
            <ac:spMk id="16" creationId="{20BCC228-9BF6-C0BA-585C-D6B851CBDC1F}"/>
          </ac:spMkLst>
        </pc:spChg>
        <pc:spChg chg="mod">
          <ac:chgData name="Myriam Bensaid" userId="6732edbd-cc17-4b25-8fa6-040ea5375654" providerId="ADAL" clId="{CB2343DF-CAEE-41E0-BF22-A93BF8DF04D3}" dt="2025-06-09T22:32:24.941" v="1819" actId="790"/>
          <ac:spMkLst>
            <pc:docMk/>
            <pc:sldMk cId="3179145733" sldId="260"/>
            <ac:spMk id="18" creationId="{2D8D260A-856A-63AE-E7BD-5757A965FC68}"/>
          </ac:spMkLst>
        </pc:spChg>
        <pc:spChg chg="mod">
          <ac:chgData name="Myriam Bensaid" userId="6732edbd-cc17-4b25-8fa6-040ea5375654" providerId="ADAL" clId="{CB2343DF-CAEE-41E0-BF22-A93BF8DF04D3}" dt="2025-06-09T22:32:24.941" v="1819" actId="790"/>
          <ac:spMkLst>
            <pc:docMk/>
            <pc:sldMk cId="3179145733" sldId="260"/>
            <ac:spMk id="26" creationId="{20C8F26B-149E-24F8-2ADA-76FEE108BAAD}"/>
          </ac:spMkLst>
        </pc:spChg>
        <pc:picChg chg="add mod">
          <ac:chgData name="Myriam Bensaid" userId="6732edbd-cc17-4b25-8fa6-040ea5375654" providerId="ADAL" clId="{CB2343DF-CAEE-41E0-BF22-A93BF8DF04D3}" dt="2025-06-10T13:39:27.621" v="2144"/>
          <ac:picMkLst>
            <pc:docMk/>
            <pc:sldMk cId="3179145733" sldId="260"/>
            <ac:picMk id="3" creationId="{6D4E7173-7937-FFE6-ED7A-DF97E14478BE}"/>
          </ac:picMkLst>
        </pc:picChg>
        <pc:picChg chg="mod">
          <ac:chgData name="Myriam Bensaid" userId="6732edbd-cc17-4b25-8fa6-040ea5375654" providerId="ADAL" clId="{CB2343DF-CAEE-41E0-BF22-A93BF8DF04D3}" dt="2025-06-05T12:11:51.240" v="855" actId="1076"/>
          <ac:picMkLst>
            <pc:docMk/>
            <pc:sldMk cId="3179145733" sldId="260"/>
            <ac:picMk id="6" creationId="{73F0BED5-23B3-86BE-90AD-7FE358027CA5}"/>
          </ac:picMkLst>
        </pc:picChg>
        <pc:picChg chg="mod">
          <ac:chgData name="Myriam Bensaid" userId="6732edbd-cc17-4b25-8fa6-040ea5375654" providerId="ADAL" clId="{CB2343DF-CAEE-41E0-BF22-A93BF8DF04D3}" dt="2025-06-05T10:44:29.802" v="393" actId="2085"/>
          <ac:picMkLst>
            <pc:docMk/>
            <pc:sldMk cId="3179145733" sldId="260"/>
            <ac:picMk id="12" creationId="{EA54FAAD-BE6F-9E7A-7912-7868AF3A383A}"/>
          </ac:picMkLst>
        </pc:picChg>
        <pc:picChg chg="mod">
          <ac:chgData name="Myriam Bensaid" userId="6732edbd-cc17-4b25-8fa6-040ea5375654" providerId="ADAL" clId="{CB2343DF-CAEE-41E0-BF22-A93BF8DF04D3}" dt="2025-06-05T10:44:29.802" v="393" actId="2085"/>
          <ac:picMkLst>
            <pc:docMk/>
            <pc:sldMk cId="3179145733" sldId="260"/>
            <ac:picMk id="13" creationId="{458F6466-322A-ACCF-26AF-6AB4635710AE}"/>
          </ac:picMkLst>
        </pc:picChg>
        <pc:picChg chg="mod">
          <ac:chgData name="Myriam Bensaid" userId="6732edbd-cc17-4b25-8fa6-040ea5375654" providerId="ADAL" clId="{CB2343DF-CAEE-41E0-BF22-A93BF8DF04D3}" dt="2025-06-05T10:46:43.268" v="399"/>
          <ac:picMkLst>
            <pc:docMk/>
            <pc:sldMk cId="3179145733" sldId="260"/>
            <ac:picMk id="17" creationId="{2435EAC0-8CAF-25CD-DFFD-2F11E01E3B5D}"/>
          </ac:picMkLst>
        </pc:picChg>
        <pc:picChg chg="mod">
          <ac:chgData name="Myriam Bensaid" userId="6732edbd-cc17-4b25-8fa6-040ea5375654" providerId="ADAL" clId="{CB2343DF-CAEE-41E0-BF22-A93BF8DF04D3}" dt="2025-06-05T10:44:29.802" v="393" actId="2085"/>
          <ac:picMkLst>
            <pc:docMk/>
            <pc:sldMk cId="3179145733" sldId="260"/>
            <ac:picMk id="27" creationId="{0D3E7D7B-1013-2105-A16C-98E61255E217}"/>
          </ac:picMkLst>
        </pc:picChg>
        <pc:picChg chg="mod">
          <ac:chgData name="Myriam Bensaid" userId="6732edbd-cc17-4b25-8fa6-040ea5375654" providerId="ADAL" clId="{CB2343DF-CAEE-41E0-BF22-A93BF8DF04D3}" dt="2025-06-05T10:44:29.802" v="393" actId="2085"/>
          <ac:picMkLst>
            <pc:docMk/>
            <pc:sldMk cId="3179145733" sldId="260"/>
            <ac:picMk id="28" creationId="{7F035EA5-42EB-8432-036E-9820826B8230}"/>
          </ac:picMkLst>
        </pc:picChg>
        <pc:picChg chg="mod">
          <ac:chgData name="Myriam Bensaid" userId="6732edbd-cc17-4b25-8fa6-040ea5375654" providerId="ADAL" clId="{CB2343DF-CAEE-41E0-BF22-A93BF8DF04D3}" dt="2025-06-05T10:44:29.802" v="393" actId="2085"/>
          <ac:picMkLst>
            <pc:docMk/>
            <pc:sldMk cId="3179145733" sldId="260"/>
            <ac:picMk id="29" creationId="{FE8E8250-7EFB-EC28-8213-F9A0CC73A99E}"/>
          </ac:picMkLst>
        </pc:picChg>
        <pc:picChg chg="mod">
          <ac:chgData name="Myriam Bensaid" userId="6732edbd-cc17-4b25-8fa6-040ea5375654" providerId="ADAL" clId="{CB2343DF-CAEE-41E0-BF22-A93BF8DF04D3}" dt="2025-06-05T10:44:55.643" v="394"/>
          <ac:picMkLst>
            <pc:docMk/>
            <pc:sldMk cId="3179145733" sldId="260"/>
            <ac:picMk id="39" creationId="{C3B0A726-5621-CDF7-3D52-B811BB5C6507}"/>
          </ac:picMkLst>
        </pc:picChg>
        <pc:picChg chg="mod">
          <ac:chgData name="Myriam Bensaid" userId="6732edbd-cc17-4b25-8fa6-040ea5375654" providerId="ADAL" clId="{CB2343DF-CAEE-41E0-BF22-A93BF8DF04D3}" dt="2025-06-05T10:44:29.802" v="393" actId="2085"/>
          <ac:picMkLst>
            <pc:docMk/>
            <pc:sldMk cId="3179145733" sldId="260"/>
            <ac:picMk id="40" creationId="{BABE09B7-88BA-3355-E90A-1C71DDD64A59}"/>
          </ac:picMkLst>
        </pc:picChg>
      </pc:sldChg>
      <pc:sldChg chg="addSp modSp mod ord modNotesTx">
        <pc:chgData name="Myriam Bensaid" userId="6732edbd-cc17-4b25-8fa6-040ea5375654" providerId="ADAL" clId="{CB2343DF-CAEE-41E0-BF22-A93BF8DF04D3}" dt="2025-06-10T13:39:28.938" v="2145"/>
        <pc:sldMkLst>
          <pc:docMk/>
          <pc:sldMk cId="964759020" sldId="261"/>
        </pc:sldMkLst>
        <pc:spChg chg="mod">
          <ac:chgData name="Myriam Bensaid" userId="6732edbd-cc17-4b25-8fa6-040ea5375654" providerId="ADAL" clId="{CB2343DF-CAEE-41E0-BF22-A93BF8DF04D3}" dt="2025-06-10T13:12:49.955" v="1885" actId="122"/>
          <ac:spMkLst>
            <pc:docMk/>
            <pc:sldMk cId="964759020" sldId="261"/>
            <ac:spMk id="2" creationId="{02986AA0-88F8-8FE4-6D20-ED3656B191A4}"/>
          </ac:spMkLst>
        </pc:spChg>
        <pc:spChg chg="mod">
          <ac:chgData name="Myriam Bensaid" userId="6732edbd-cc17-4b25-8fa6-040ea5375654" providerId="ADAL" clId="{CB2343DF-CAEE-41E0-BF22-A93BF8DF04D3}" dt="2025-06-09T22:32:24.941" v="1819" actId="790"/>
          <ac:spMkLst>
            <pc:docMk/>
            <pc:sldMk cId="964759020" sldId="261"/>
            <ac:spMk id="3" creationId="{79EEF9FD-54EA-8C8F-D6CE-0604C1093056}"/>
          </ac:spMkLst>
        </pc:spChg>
        <pc:spChg chg="mod">
          <ac:chgData name="Myriam Bensaid" userId="6732edbd-cc17-4b25-8fa6-040ea5375654" providerId="ADAL" clId="{CB2343DF-CAEE-41E0-BF22-A93BF8DF04D3}" dt="2025-06-09T22:32:24.941" v="1819" actId="790"/>
          <ac:spMkLst>
            <pc:docMk/>
            <pc:sldMk cId="964759020" sldId="261"/>
            <ac:spMk id="8" creationId="{94F59C96-CEC7-83A1-598E-ACD725C7717C}"/>
          </ac:spMkLst>
        </pc:spChg>
        <pc:spChg chg="mod">
          <ac:chgData name="Myriam Bensaid" userId="6732edbd-cc17-4b25-8fa6-040ea5375654" providerId="ADAL" clId="{CB2343DF-CAEE-41E0-BF22-A93BF8DF04D3}" dt="2025-06-05T10:48:58.422" v="403" actId="2711"/>
          <ac:spMkLst>
            <pc:docMk/>
            <pc:sldMk cId="964759020" sldId="261"/>
            <ac:spMk id="9" creationId="{B86F17FF-E088-2437-EB49-A30BA081FDDE}"/>
          </ac:spMkLst>
        </pc:spChg>
        <pc:spChg chg="mod">
          <ac:chgData name="Myriam Bensaid" userId="6732edbd-cc17-4b25-8fa6-040ea5375654" providerId="ADAL" clId="{CB2343DF-CAEE-41E0-BF22-A93BF8DF04D3}" dt="2025-06-09T22:32:24.941" v="1819" actId="790"/>
          <ac:spMkLst>
            <pc:docMk/>
            <pc:sldMk cId="964759020" sldId="261"/>
            <ac:spMk id="10" creationId="{DD65A6B5-A6DF-6A28-D8FD-598B60090692}"/>
          </ac:spMkLst>
        </pc:spChg>
        <pc:spChg chg="mod">
          <ac:chgData name="Myriam Bensaid" userId="6732edbd-cc17-4b25-8fa6-040ea5375654" providerId="ADAL" clId="{CB2343DF-CAEE-41E0-BF22-A93BF8DF04D3}" dt="2025-06-05T10:48:58.422" v="403" actId="2711"/>
          <ac:spMkLst>
            <pc:docMk/>
            <pc:sldMk cId="964759020" sldId="261"/>
            <ac:spMk id="12" creationId="{93B2E36E-BE7E-B11B-2E04-F0455E712857}"/>
          </ac:spMkLst>
        </pc:spChg>
        <pc:spChg chg="mod">
          <ac:chgData name="Myriam Bensaid" userId="6732edbd-cc17-4b25-8fa6-040ea5375654" providerId="ADAL" clId="{CB2343DF-CAEE-41E0-BF22-A93BF8DF04D3}" dt="2025-06-09T22:32:24.941" v="1819" actId="790"/>
          <ac:spMkLst>
            <pc:docMk/>
            <pc:sldMk cId="964759020" sldId="261"/>
            <ac:spMk id="13" creationId="{590E8D28-D844-016F-2DAF-7DD82E45D7DB}"/>
          </ac:spMkLst>
        </pc:spChg>
        <pc:spChg chg="mod">
          <ac:chgData name="Myriam Bensaid" userId="6732edbd-cc17-4b25-8fa6-040ea5375654" providerId="ADAL" clId="{CB2343DF-CAEE-41E0-BF22-A93BF8DF04D3}" dt="2025-06-09T22:32:24.941" v="1819" actId="790"/>
          <ac:spMkLst>
            <pc:docMk/>
            <pc:sldMk cId="964759020" sldId="261"/>
            <ac:spMk id="14" creationId="{BC66F75F-1A52-A3D9-97BB-590BDC38B9A4}"/>
          </ac:spMkLst>
        </pc:spChg>
        <pc:spChg chg="mod">
          <ac:chgData name="Myriam Bensaid" userId="6732edbd-cc17-4b25-8fa6-040ea5375654" providerId="ADAL" clId="{CB2343DF-CAEE-41E0-BF22-A93BF8DF04D3}" dt="2025-06-09T22:32:24.941" v="1819" actId="790"/>
          <ac:spMkLst>
            <pc:docMk/>
            <pc:sldMk cId="964759020" sldId="261"/>
            <ac:spMk id="15" creationId="{843B05CE-926D-F797-6D4B-B18669948410}"/>
          </ac:spMkLst>
        </pc:spChg>
        <pc:spChg chg="mod">
          <ac:chgData name="Myriam Bensaid" userId="6732edbd-cc17-4b25-8fa6-040ea5375654" providerId="ADAL" clId="{CB2343DF-CAEE-41E0-BF22-A93BF8DF04D3}" dt="2025-06-05T10:48:58.422" v="403" actId="2711"/>
          <ac:spMkLst>
            <pc:docMk/>
            <pc:sldMk cId="964759020" sldId="261"/>
            <ac:spMk id="16" creationId="{4CE35637-4BB9-57F7-6C04-A453E37768FF}"/>
          </ac:spMkLst>
        </pc:spChg>
        <pc:spChg chg="mod">
          <ac:chgData name="Myriam Bensaid" userId="6732edbd-cc17-4b25-8fa6-040ea5375654" providerId="ADAL" clId="{CB2343DF-CAEE-41E0-BF22-A93BF8DF04D3}" dt="2025-06-09T22:32:24.941" v="1819" actId="790"/>
          <ac:spMkLst>
            <pc:docMk/>
            <pc:sldMk cId="964759020" sldId="261"/>
            <ac:spMk id="18" creationId="{3F1728D2-7884-6A3D-1A7C-84DBE63963AE}"/>
          </ac:spMkLst>
        </pc:spChg>
        <pc:spChg chg="mod">
          <ac:chgData name="Myriam Bensaid" userId="6732edbd-cc17-4b25-8fa6-040ea5375654" providerId="ADAL" clId="{CB2343DF-CAEE-41E0-BF22-A93BF8DF04D3}" dt="2025-06-09T22:32:24.941" v="1819" actId="790"/>
          <ac:spMkLst>
            <pc:docMk/>
            <pc:sldMk cId="964759020" sldId="261"/>
            <ac:spMk id="20" creationId="{4643671A-2711-6EC8-FE03-CDE22D8A2D0F}"/>
          </ac:spMkLst>
        </pc:spChg>
        <pc:spChg chg="mod">
          <ac:chgData name="Myriam Bensaid" userId="6732edbd-cc17-4b25-8fa6-040ea5375654" providerId="ADAL" clId="{CB2343DF-CAEE-41E0-BF22-A93BF8DF04D3}" dt="2025-06-05T10:48:58.422" v="403" actId="2711"/>
          <ac:spMkLst>
            <pc:docMk/>
            <pc:sldMk cId="964759020" sldId="261"/>
            <ac:spMk id="23" creationId="{1FE582A2-2D95-8C60-D747-4D1DFEBA7A2A}"/>
          </ac:spMkLst>
        </pc:spChg>
        <pc:spChg chg="mod">
          <ac:chgData name="Myriam Bensaid" userId="6732edbd-cc17-4b25-8fa6-040ea5375654" providerId="ADAL" clId="{CB2343DF-CAEE-41E0-BF22-A93BF8DF04D3}" dt="2025-06-09T22:32:24.941" v="1819" actId="790"/>
          <ac:spMkLst>
            <pc:docMk/>
            <pc:sldMk cId="964759020" sldId="261"/>
            <ac:spMk id="24" creationId="{DA992022-47CA-C4C9-15EF-8F22631548D1}"/>
          </ac:spMkLst>
        </pc:spChg>
        <pc:picChg chg="add mod">
          <ac:chgData name="Myriam Bensaid" userId="6732edbd-cc17-4b25-8fa6-040ea5375654" providerId="ADAL" clId="{CB2343DF-CAEE-41E0-BF22-A93BF8DF04D3}" dt="2025-06-10T13:39:28.938" v="2145"/>
          <ac:picMkLst>
            <pc:docMk/>
            <pc:sldMk cId="964759020" sldId="261"/>
            <ac:picMk id="19" creationId="{B3F3CED7-3F6D-A06B-2D67-AA42FE304DF1}"/>
          </ac:picMkLst>
        </pc:picChg>
      </pc:sldChg>
      <pc:sldChg chg="addSp modSp add del mod">
        <pc:chgData name="Myriam Bensaid" userId="6732edbd-cc17-4b25-8fa6-040ea5375654" providerId="ADAL" clId="{CB2343DF-CAEE-41E0-BF22-A93BF8DF04D3}" dt="2025-06-10T20:54:25.263" v="2288" actId="14100"/>
        <pc:sldMkLst>
          <pc:docMk/>
          <pc:sldMk cId="1876133328" sldId="263"/>
        </pc:sldMkLst>
        <pc:spChg chg="mod">
          <ac:chgData name="Myriam Bensaid" userId="6732edbd-cc17-4b25-8fa6-040ea5375654" providerId="ADAL" clId="{CB2343DF-CAEE-41E0-BF22-A93BF8DF04D3}" dt="2025-06-09T22:32:24.941" v="1819" actId="790"/>
          <ac:spMkLst>
            <pc:docMk/>
            <pc:sldMk cId="1876133328" sldId="263"/>
            <ac:spMk id="2" creationId="{37EA3F49-9A50-A15D-E2EB-16646E8B3EC6}"/>
          </ac:spMkLst>
        </pc:spChg>
        <pc:spChg chg="mod">
          <ac:chgData name="Myriam Bensaid" userId="6732edbd-cc17-4b25-8fa6-040ea5375654" providerId="ADAL" clId="{CB2343DF-CAEE-41E0-BF22-A93BF8DF04D3}" dt="2025-06-09T22:32:24.941" v="1819" actId="790"/>
          <ac:spMkLst>
            <pc:docMk/>
            <pc:sldMk cId="1876133328" sldId="263"/>
            <ac:spMk id="3" creationId="{1332E0F8-DFC6-D437-14C1-61D7C3C2730F}"/>
          </ac:spMkLst>
        </pc:spChg>
        <pc:spChg chg="mod">
          <ac:chgData name="Myriam Bensaid" userId="6732edbd-cc17-4b25-8fa6-040ea5375654" providerId="ADAL" clId="{CB2343DF-CAEE-41E0-BF22-A93BF8DF04D3}" dt="2025-06-09T22:32:24.941" v="1819" actId="790"/>
          <ac:spMkLst>
            <pc:docMk/>
            <pc:sldMk cId="1876133328" sldId="263"/>
            <ac:spMk id="8" creationId="{D11809AF-0350-EACF-DFF8-B909B03B7613}"/>
          </ac:spMkLst>
        </pc:spChg>
        <pc:spChg chg="mod">
          <ac:chgData name="Myriam Bensaid" userId="6732edbd-cc17-4b25-8fa6-040ea5375654" providerId="ADAL" clId="{CB2343DF-CAEE-41E0-BF22-A93BF8DF04D3}" dt="2025-06-10T20:54:25.263" v="2288" actId="14100"/>
          <ac:spMkLst>
            <pc:docMk/>
            <pc:sldMk cId="1876133328" sldId="263"/>
            <ac:spMk id="9" creationId="{C7B50E9F-6537-8747-A1AE-BC1C98C86CC1}"/>
          </ac:spMkLst>
        </pc:spChg>
        <pc:picChg chg="add mod">
          <ac:chgData name="Myriam Bensaid" userId="6732edbd-cc17-4b25-8fa6-040ea5375654" providerId="ADAL" clId="{CB2343DF-CAEE-41E0-BF22-A93BF8DF04D3}" dt="2025-06-10T13:39:33.710" v="2147"/>
          <ac:picMkLst>
            <pc:docMk/>
            <pc:sldMk cId="1876133328" sldId="263"/>
            <ac:picMk id="7" creationId="{208B5606-E97D-2764-E6CE-63417733E017}"/>
          </ac:picMkLst>
        </pc:picChg>
      </pc:sldChg>
      <pc:sldChg chg="addSp delSp modSp add del mod">
        <pc:chgData name="Myriam Bensaid" userId="6732edbd-cc17-4b25-8fa6-040ea5375654" providerId="ADAL" clId="{CB2343DF-CAEE-41E0-BF22-A93BF8DF04D3}" dt="2025-06-10T20:54:53.539" v="2294" actId="14100"/>
        <pc:sldMkLst>
          <pc:docMk/>
          <pc:sldMk cId="1007892645" sldId="264"/>
        </pc:sldMkLst>
        <pc:spChg chg="mod">
          <ac:chgData name="Myriam Bensaid" userId="6732edbd-cc17-4b25-8fa6-040ea5375654" providerId="ADAL" clId="{CB2343DF-CAEE-41E0-BF22-A93BF8DF04D3}" dt="2025-06-09T22:32:24.941" v="1819" actId="790"/>
          <ac:spMkLst>
            <pc:docMk/>
            <pc:sldMk cId="1007892645" sldId="264"/>
            <ac:spMk id="2" creationId="{98D36A97-A078-A963-8D60-293C715D7846}"/>
          </ac:spMkLst>
        </pc:spChg>
        <pc:spChg chg="mod">
          <ac:chgData name="Myriam Bensaid" userId="6732edbd-cc17-4b25-8fa6-040ea5375654" providerId="ADAL" clId="{CB2343DF-CAEE-41E0-BF22-A93BF8DF04D3}" dt="2025-06-10T20:54:45.373" v="2293" actId="20577"/>
          <ac:spMkLst>
            <pc:docMk/>
            <pc:sldMk cId="1007892645" sldId="264"/>
            <ac:spMk id="3" creationId="{0EB42B8E-31EC-E928-C8B8-48D5BCF2577B}"/>
          </ac:spMkLst>
        </pc:spChg>
        <pc:spChg chg="mod">
          <ac:chgData name="Myriam Bensaid" userId="6732edbd-cc17-4b25-8fa6-040ea5375654" providerId="ADAL" clId="{CB2343DF-CAEE-41E0-BF22-A93BF8DF04D3}" dt="2025-06-09T22:32:24.941" v="1819" actId="790"/>
          <ac:spMkLst>
            <pc:docMk/>
            <pc:sldMk cId="1007892645" sldId="264"/>
            <ac:spMk id="8" creationId="{E4D52260-BE38-6F74-76EC-FE2FCE7FCDD1}"/>
          </ac:spMkLst>
        </pc:spChg>
        <pc:spChg chg="mod">
          <ac:chgData name="Myriam Bensaid" userId="6732edbd-cc17-4b25-8fa6-040ea5375654" providerId="ADAL" clId="{CB2343DF-CAEE-41E0-BF22-A93BF8DF04D3}" dt="2025-06-10T20:54:53.539" v="2294" actId="14100"/>
          <ac:spMkLst>
            <pc:docMk/>
            <pc:sldMk cId="1007892645" sldId="264"/>
            <ac:spMk id="9" creationId="{30C56D77-A44A-529C-73EE-89FB50FBD6E5}"/>
          </ac:spMkLst>
        </pc:spChg>
        <pc:spChg chg="del mod">
          <ac:chgData name="Myriam Bensaid" userId="6732edbd-cc17-4b25-8fa6-040ea5375654" providerId="ADAL" clId="{CB2343DF-CAEE-41E0-BF22-A93BF8DF04D3}" dt="2025-06-10T16:50:11.046" v="2244" actId="478"/>
          <ac:spMkLst>
            <pc:docMk/>
            <pc:sldMk cId="1007892645" sldId="264"/>
            <ac:spMk id="10" creationId="{4C3E375B-34AE-D63B-BA07-34BCFD6B1C4A}"/>
          </ac:spMkLst>
        </pc:spChg>
        <pc:picChg chg="add mod">
          <ac:chgData name="Myriam Bensaid" userId="6732edbd-cc17-4b25-8fa6-040ea5375654" providerId="ADAL" clId="{CB2343DF-CAEE-41E0-BF22-A93BF8DF04D3}" dt="2025-06-10T13:39:57.139" v="2154"/>
          <ac:picMkLst>
            <pc:docMk/>
            <pc:sldMk cId="1007892645" sldId="264"/>
            <ac:picMk id="7" creationId="{7C4DB1C5-0C41-E258-88BE-659FACA7DE2A}"/>
          </ac:picMkLst>
        </pc:picChg>
      </pc:sldChg>
      <pc:sldChg chg="addSp delSp modSp add del mod delAnim modAnim modNotesTx">
        <pc:chgData name="Myriam Bensaid" userId="6732edbd-cc17-4b25-8fa6-040ea5375654" providerId="ADAL" clId="{CB2343DF-CAEE-41E0-BF22-A93BF8DF04D3}" dt="2025-06-10T19:15:40.700" v="2285"/>
        <pc:sldMkLst>
          <pc:docMk/>
          <pc:sldMk cId="1466491715" sldId="266"/>
        </pc:sldMkLst>
        <pc:spChg chg="mod">
          <ac:chgData name="Myriam Bensaid" userId="6732edbd-cc17-4b25-8fa6-040ea5375654" providerId="ADAL" clId="{CB2343DF-CAEE-41E0-BF22-A93BF8DF04D3}" dt="2025-06-09T22:32:24.941" v="1819" actId="790"/>
          <ac:spMkLst>
            <pc:docMk/>
            <pc:sldMk cId="1466491715" sldId="266"/>
            <ac:spMk id="3" creationId="{6012E2CF-4B81-BF9A-80AD-1F20695BFD06}"/>
          </ac:spMkLst>
        </pc:spChg>
        <pc:spChg chg="mod">
          <ac:chgData name="Myriam Bensaid" userId="6732edbd-cc17-4b25-8fa6-040ea5375654" providerId="ADAL" clId="{CB2343DF-CAEE-41E0-BF22-A93BF8DF04D3}" dt="2025-06-09T22:32:24.941" v="1819" actId="790"/>
          <ac:spMkLst>
            <pc:docMk/>
            <pc:sldMk cId="1466491715" sldId="266"/>
            <ac:spMk id="8" creationId="{1394DC0A-1C2E-4609-2C73-E4A436F66440}"/>
          </ac:spMkLst>
        </pc:spChg>
        <pc:spChg chg="add del mod">
          <ac:chgData name="Myriam Bensaid" userId="6732edbd-cc17-4b25-8fa6-040ea5375654" providerId="ADAL" clId="{CB2343DF-CAEE-41E0-BF22-A93BF8DF04D3}" dt="2025-06-10T19:15:04.400" v="2280"/>
          <ac:spMkLst>
            <pc:docMk/>
            <pc:sldMk cId="1466491715" sldId="266"/>
            <ac:spMk id="10" creationId="{DE66AE3D-152E-D0D2-56FC-584049C875D8}"/>
          </ac:spMkLst>
        </pc:spChg>
        <pc:picChg chg="del">
          <ac:chgData name="Myriam Bensaid" userId="6732edbd-cc17-4b25-8fa6-040ea5375654" providerId="ADAL" clId="{CB2343DF-CAEE-41E0-BF22-A93BF8DF04D3}" dt="2025-06-10T19:14:57.067" v="2279" actId="478"/>
          <ac:picMkLst>
            <pc:docMk/>
            <pc:sldMk cId="1466491715" sldId="266"/>
            <ac:picMk id="6" creationId="{E07E748F-8A15-6346-E86A-8F1AF28BDF60}"/>
          </ac:picMkLst>
        </pc:picChg>
        <pc:picChg chg="add mod">
          <ac:chgData name="Myriam Bensaid" userId="6732edbd-cc17-4b25-8fa6-040ea5375654" providerId="ADAL" clId="{CB2343DF-CAEE-41E0-BF22-A93BF8DF04D3}" dt="2025-06-10T13:40:04.427" v="2158"/>
          <ac:picMkLst>
            <pc:docMk/>
            <pc:sldMk cId="1466491715" sldId="266"/>
            <ac:picMk id="7" creationId="{4A299EE6-BB32-B75E-AE42-2949D479EAF1}"/>
          </ac:picMkLst>
        </pc:picChg>
        <pc:picChg chg="add mod">
          <ac:chgData name="Myriam Bensaid" userId="6732edbd-cc17-4b25-8fa6-040ea5375654" providerId="ADAL" clId="{CB2343DF-CAEE-41E0-BF22-A93BF8DF04D3}" dt="2025-06-10T19:15:29.794" v="2284"/>
          <ac:picMkLst>
            <pc:docMk/>
            <pc:sldMk cId="1466491715" sldId="266"/>
            <ac:picMk id="11" creationId="{4C968FD9-4045-4B3E-456A-FBD1FF455F81}"/>
          </ac:picMkLst>
        </pc:picChg>
      </pc:sldChg>
      <pc:sldChg chg="addSp modSp add del mod ord">
        <pc:chgData name="Myriam Bensaid" userId="6732edbd-cc17-4b25-8fa6-040ea5375654" providerId="ADAL" clId="{CB2343DF-CAEE-41E0-BF22-A93BF8DF04D3}" dt="2025-06-10T13:40:34.839" v="2166"/>
        <pc:sldMkLst>
          <pc:docMk/>
          <pc:sldMk cId="3106357947" sldId="269"/>
        </pc:sldMkLst>
        <pc:spChg chg="mod">
          <ac:chgData name="Myriam Bensaid" userId="6732edbd-cc17-4b25-8fa6-040ea5375654" providerId="ADAL" clId="{CB2343DF-CAEE-41E0-BF22-A93BF8DF04D3}" dt="2025-06-09T22:32:24.941" v="1819" actId="790"/>
          <ac:spMkLst>
            <pc:docMk/>
            <pc:sldMk cId="3106357947" sldId="269"/>
            <ac:spMk id="2" creationId="{3D52B480-FFEE-1C9B-E56F-DABF44392FB5}"/>
          </ac:spMkLst>
        </pc:spChg>
        <pc:spChg chg="mod">
          <ac:chgData name="Myriam Bensaid" userId="6732edbd-cc17-4b25-8fa6-040ea5375654" providerId="ADAL" clId="{CB2343DF-CAEE-41E0-BF22-A93BF8DF04D3}" dt="2025-06-09T22:32:24.941" v="1819" actId="790"/>
          <ac:spMkLst>
            <pc:docMk/>
            <pc:sldMk cId="3106357947" sldId="269"/>
            <ac:spMk id="6" creationId="{0BEFEFA9-50ED-3814-4DB2-8104411A1633}"/>
          </ac:spMkLst>
        </pc:spChg>
        <pc:spChg chg="mod">
          <ac:chgData name="Myriam Bensaid" userId="6732edbd-cc17-4b25-8fa6-040ea5375654" providerId="ADAL" clId="{CB2343DF-CAEE-41E0-BF22-A93BF8DF04D3}" dt="2025-06-10T13:16:15.446" v="1890" actId="14100"/>
          <ac:spMkLst>
            <pc:docMk/>
            <pc:sldMk cId="3106357947" sldId="269"/>
            <ac:spMk id="10" creationId="{A8DB0D5E-91E7-A168-C33B-A2E5B4298E1F}"/>
          </ac:spMkLst>
        </pc:spChg>
        <pc:picChg chg="mod">
          <ac:chgData name="Myriam Bensaid" userId="6732edbd-cc17-4b25-8fa6-040ea5375654" providerId="ADAL" clId="{CB2343DF-CAEE-41E0-BF22-A93BF8DF04D3}" dt="2025-06-05T12:45:10.987" v="1610"/>
          <ac:picMkLst>
            <pc:docMk/>
            <pc:sldMk cId="3106357947" sldId="269"/>
            <ac:picMk id="4" creationId="{EAA35AC4-7A37-2F6E-5A3F-AA331D6C2618}"/>
          </ac:picMkLst>
        </pc:picChg>
        <pc:picChg chg="add mod">
          <ac:chgData name="Myriam Bensaid" userId="6732edbd-cc17-4b25-8fa6-040ea5375654" providerId="ADAL" clId="{CB2343DF-CAEE-41E0-BF22-A93BF8DF04D3}" dt="2025-06-10T13:40:34.839" v="2166"/>
          <ac:picMkLst>
            <pc:docMk/>
            <pc:sldMk cId="3106357947" sldId="269"/>
            <ac:picMk id="12" creationId="{BC41879A-261A-995D-B698-5624A93BB649}"/>
          </ac:picMkLst>
        </pc:picChg>
      </pc:sldChg>
      <pc:sldChg chg="addSp delSp modSp add del mod">
        <pc:chgData name="Myriam Bensaid" userId="6732edbd-cc17-4b25-8fa6-040ea5375654" providerId="ADAL" clId="{CB2343DF-CAEE-41E0-BF22-A93BF8DF04D3}" dt="2025-06-10T17:25:50.916" v="2278"/>
        <pc:sldMkLst>
          <pc:docMk/>
          <pc:sldMk cId="2848038673" sldId="270"/>
        </pc:sldMkLst>
        <pc:spChg chg="mod">
          <ac:chgData name="Myriam Bensaid" userId="6732edbd-cc17-4b25-8fa6-040ea5375654" providerId="ADAL" clId="{CB2343DF-CAEE-41E0-BF22-A93BF8DF04D3}" dt="2025-06-09T22:32:24.941" v="1819" actId="790"/>
          <ac:spMkLst>
            <pc:docMk/>
            <pc:sldMk cId="2848038673" sldId="270"/>
            <ac:spMk id="2" creationId="{01A536B6-2D1F-96B6-0C27-DCC4C399200A}"/>
          </ac:spMkLst>
        </pc:spChg>
        <pc:spChg chg="mod">
          <ac:chgData name="Myriam Bensaid" userId="6732edbd-cc17-4b25-8fa6-040ea5375654" providerId="ADAL" clId="{CB2343DF-CAEE-41E0-BF22-A93BF8DF04D3}" dt="2025-06-10T16:49:28.674" v="2233" actId="20577"/>
          <ac:spMkLst>
            <pc:docMk/>
            <pc:sldMk cId="2848038673" sldId="270"/>
            <ac:spMk id="3" creationId="{B7F4B988-7AEA-4C36-1A1A-E8FAABE7DF9A}"/>
          </ac:spMkLst>
        </pc:spChg>
        <pc:spChg chg="mod">
          <ac:chgData name="Myriam Bensaid" userId="6732edbd-cc17-4b25-8fa6-040ea5375654" providerId="ADAL" clId="{CB2343DF-CAEE-41E0-BF22-A93BF8DF04D3}" dt="2025-06-09T22:32:24.941" v="1819" actId="790"/>
          <ac:spMkLst>
            <pc:docMk/>
            <pc:sldMk cId="2848038673" sldId="270"/>
            <ac:spMk id="7" creationId="{DCB90A91-6C34-E457-6485-55F5EAFCC40C}"/>
          </ac:spMkLst>
        </pc:spChg>
        <pc:spChg chg="mod">
          <ac:chgData name="Myriam Bensaid" userId="6732edbd-cc17-4b25-8fa6-040ea5375654" providerId="ADAL" clId="{CB2343DF-CAEE-41E0-BF22-A93BF8DF04D3}" dt="2025-06-09T22:32:24.941" v="1819" actId="790"/>
          <ac:spMkLst>
            <pc:docMk/>
            <pc:sldMk cId="2848038673" sldId="270"/>
            <ac:spMk id="9" creationId="{19BFADFE-F7C2-94CE-9286-5EDCB0DF0998}"/>
          </ac:spMkLst>
        </pc:spChg>
        <pc:spChg chg="del mod">
          <ac:chgData name="Myriam Bensaid" userId="6732edbd-cc17-4b25-8fa6-040ea5375654" providerId="ADAL" clId="{CB2343DF-CAEE-41E0-BF22-A93BF8DF04D3}" dt="2025-06-10T16:49:03.416" v="2223" actId="478"/>
          <ac:spMkLst>
            <pc:docMk/>
            <pc:sldMk cId="2848038673" sldId="270"/>
            <ac:spMk id="10" creationId="{90265BB4-7556-4952-731E-9AA325C45942}"/>
          </ac:spMkLst>
        </pc:spChg>
        <pc:picChg chg="add mod">
          <ac:chgData name="Myriam Bensaid" userId="6732edbd-cc17-4b25-8fa6-040ea5375654" providerId="ADAL" clId="{CB2343DF-CAEE-41E0-BF22-A93BF8DF04D3}" dt="2025-06-10T13:40:02.886" v="2157"/>
          <ac:picMkLst>
            <pc:docMk/>
            <pc:sldMk cId="2848038673" sldId="270"/>
            <ac:picMk id="8" creationId="{ECE45861-FE1D-B4DA-8A8B-474403859F22}"/>
          </ac:picMkLst>
        </pc:picChg>
        <pc:picChg chg="add mod">
          <ac:chgData name="Myriam Bensaid" userId="6732edbd-cc17-4b25-8fa6-040ea5375654" providerId="ADAL" clId="{CB2343DF-CAEE-41E0-BF22-A93BF8DF04D3}" dt="2025-06-10T17:25:50.916" v="2278"/>
          <ac:picMkLst>
            <pc:docMk/>
            <pc:sldMk cId="2848038673" sldId="270"/>
            <ac:picMk id="12" creationId="{FF336152-D9FD-27E2-D50C-26E1E8A6CE62}"/>
          </ac:picMkLst>
        </pc:picChg>
      </pc:sldChg>
      <pc:sldChg chg="addSp delSp modSp add del mod modNotesTx">
        <pc:chgData name="Myriam Bensaid" userId="6732edbd-cc17-4b25-8fa6-040ea5375654" providerId="ADAL" clId="{CB2343DF-CAEE-41E0-BF22-A93BF8DF04D3}" dt="2025-06-10T20:55:13.522" v="2295" actId="14100"/>
        <pc:sldMkLst>
          <pc:docMk/>
          <pc:sldMk cId="3104885242" sldId="271"/>
        </pc:sldMkLst>
        <pc:spChg chg="mod">
          <ac:chgData name="Myriam Bensaid" userId="6732edbd-cc17-4b25-8fa6-040ea5375654" providerId="ADAL" clId="{CB2343DF-CAEE-41E0-BF22-A93BF8DF04D3}" dt="2025-06-09T22:32:24.941" v="1819" actId="790"/>
          <ac:spMkLst>
            <pc:docMk/>
            <pc:sldMk cId="3104885242" sldId="271"/>
            <ac:spMk id="2" creationId="{6F29AFE0-5DC7-C401-13C6-AAF45CACE33D}"/>
          </ac:spMkLst>
        </pc:spChg>
        <pc:spChg chg="mod">
          <ac:chgData name="Myriam Bensaid" userId="6732edbd-cc17-4b25-8fa6-040ea5375654" providerId="ADAL" clId="{CB2343DF-CAEE-41E0-BF22-A93BF8DF04D3}" dt="2025-06-10T16:50:01.565" v="2241" actId="15"/>
          <ac:spMkLst>
            <pc:docMk/>
            <pc:sldMk cId="3104885242" sldId="271"/>
            <ac:spMk id="3" creationId="{D8C76DFD-637B-4FC2-620E-D853A51F7D2F}"/>
          </ac:spMkLst>
        </pc:spChg>
        <pc:spChg chg="mod">
          <ac:chgData name="Myriam Bensaid" userId="6732edbd-cc17-4b25-8fa6-040ea5375654" providerId="ADAL" clId="{CB2343DF-CAEE-41E0-BF22-A93BF8DF04D3}" dt="2025-06-09T22:32:24.941" v="1819" actId="790"/>
          <ac:spMkLst>
            <pc:docMk/>
            <pc:sldMk cId="3104885242" sldId="271"/>
            <ac:spMk id="7" creationId="{7023C65E-E715-E2E4-3389-A9335A7AC71C}"/>
          </ac:spMkLst>
        </pc:spChg>
        <pc:spChg chg="mod">
          <ac:chgData name="Myriam Bensaid" userId="6732edbd-cc17-4b25-8fa6-040ea5375654" providerId="ADAL" clId="{CB2343DF-CAEE-41E0-BF22-A93BF8DF04D3}" dt="2025-06-10T20:55:13.522" v="2295" actId="14100"/>
          <ac:spMkLst>
            <pc:docMk/>
            <pc:sldMk cId="3104885242" sldId="271"/>
            <ac:spMk id="8" creationId="{23E34306-9495-DCE0-EBDD-3854D4B8ABC1}"/>
          </ac:spMkLst>
        </pc:spChg>
        <pc:spChg chg="del mod">
          <ac:chgData name="Myriam Bensaid" userId="6732edbd-cc17-4b25-8fa6-040ea5375654" providerId="ADAL" clId="{CB2343DF-CAEE-41E0-BF22-A93BF8DF04D3}" dt="2025-06-10T16:49:51.138" v="2236" actId="478"/>
          <ac:spMkLst>
            <pc:docMk/>
            <pc:sldMk cId="3104885242" sldId="271"/>
            <ac:spMk id="9" creationId="{6C8579E4-51FA-E6A8-BAE2-8514BF3F4E69}"/>
          </ac:spMkLst>
        </pc:spChg>
        <pc:picChg chg="add mod">
          <ac:chgData name="Myriam Bensaid" userId="6732edbd-cc17-4b25-8fa6-040ea5375654" providerId="ADAL" clId="{CB2343DF-CAEE-41E0-BF22-A93BF8DF04D3}" dt="2025-06-10T13:39:57.970" v="2155"/>
          <ac:picMkLst>
            <pc:docMk/>
            <pc:sldMk cId="3104885242" sldId="271"/>
            <ac:picMk id="10" creationId="{DE8AB95A-4327-CDB6-3A46-F754C2E1B034}"/>
          </ac:picMkLst>
        </pc:picChg>
        <pc:picChg chg="mod">
          <ac:chgData name="Myriam Bensaid" userId="6732edbd-cc17-4b25-8fa6-040ea5375654" providerId="ADAL" clId="{CB2343DF-CAEE-41E0-BF22-A93BF8DF04D3}" dt="2025-06-10T16:51:10.522" v="2261"/>
          <ac:picMkLst>
            <pc:docMk/>
            <pc:sldMk cId="3104885242" sldId="271"/>
            <ac:picMk id="1026" creationId="{7174048F-2829-CD3F-6036-3847842A35E7}"/>
          </ac:picMkLst>
        </pc:picChg>
      </pc:sldChg>
      <pc:sldChg chg="addSp delSp modSp add del mod ord modNotesTx">
        <pc:chgData name="Myriam Bensaid" userId="6732edbd-cc17-4b25-8fa6-040ea5375654" providerId="ADAL" clId="{CB2343DF-CAEE-41E0-BF22-A93BF8DF04D3}" dt="2025-06-10T13:43:59.016" v="2179"/>
        <pc:sldMkLst>
          <pc:docMk/>
          <pc:sldMk cId="3581169715" sldId="274"/>
        </pc:sldMkLst>
        <pc:spChg chg="mod">
          <ac:chgData name="Myriam Bensaid" userId="6732edbd-cc17-4b25-8fa6-040ea5375654" providerId="ADAL" clId="{CB2343DF-CAEE-41E0-BF22-A93BF8DF04D3}" dt="2025-06-09T22:32:24.941" v="1819" actId="790"/>
          <ac:spMkLst>
            <pc:docMk/>
            <pc:sldMk cId="3581169715" sldId="274"/>
            <ac:spMk id="2" creationId="{BD4780B7-2C94-1AE2-589C-7745BBB1C1F0}"/>
          </ac:spMkLst>
        </pc:spChg>
        <pc:spChg chg="mod">
          <ac:chgData name="Myriam Bensaid" userId="6732edbd-cc17-4b25-8fa6-040ea5375654" providerId="ADAL" clId="{CB2343DF-CAEE-41E0-BF22-A93BF8DF04D3}" dt="2025-06-09T22:32:24.941" v="1819" actId="790"/>
          <ac:spMkLst>
            <pc:docMk/>
            <pc:sldMk cId="3581169715" sldId="274"/>
            <ac:spMk id="6" creationId="{C22697A7-341B-BDC5-8611-EF1474B5680C}"/>
          </ac:spMkLst>
        </pc:spChg>
        <pc:spChg chg="mod">
          <ac:chgData name="Myriam Bensaid" userId="6732edbd-cc17-4b25-8fa6-040ea5375654" providerId="ADAL" clId="{CB2343DF-CAEE-41E0-BF22-A93BF8DF04D3}" dt="2025-06-09T22:32:24.941" v="1819" actId="790"/>
          <ac:spMkLst>
            <pc:docMk/>
            <pc:sldMk cId="3581169715" sldId="274"/>
            <ac:spMk id="8" creationId="{07C71363-B1EF-EBA6-F2C9-3851444E63B1}"/>
          </ac:spMkLst>
        </pc:spChg>
        <pc:spChg chg="mod">
          <ac:chgData name="Myriam Bensaid" userId="6732edbd-cc17-4b25-8fa6-040ea5375654" providerId="ADAL" clId="{CB2343DF-CAEE-41E0-BF22-A93BF8DF04D3}" dt="2025-06-09T22:32:24.941" v="1819" actId="790"/>
          <ac:spMkLst>
            <pc:docMk/>
            <pc:sldMk cId="3581169715" sldId="274"/>
            <ac:spMk id="11" creationId="{B29354C5-9530-AFEB-894E-056BE9D31DBB}"/>
          </ac:spMkLst>
        </pc:spChg>
        <pc:picChg chg="add mod">
          <ac:chgData name="Myriam Bensaid" userId="6732edbd-cc17-4b25-8fa6-040ea5375654" providerId="ADAL" clId="{CB2343DF-CAEE-41E0-BF22-A93BF8DF04D3}" dt="2025-06-10T13:43:59.016" v="2179"/>
          <ac:picMkLst>
            <pc:docMk/>
            <pc:sldMk cId="3581169715" sldId="274"/>
            <ac:picMk id="7" creationId="{DFE3839D-A70F-AFBF-0826-50D8376F9DE5}"/>
          </ac:picMkLst>
        </pc:picChg>
      </pc:sldChg>
      <pc:sldChg chg="modSp del mod">
        <pc:chgData name="Myriam Bensaid" userId="6732edbd-cc17-4b25-8fa6-040ea5375654" providerId="ADAL" clId="{CB2343DF-CAEE-41E0-BF22-A93BF8DF04D3}" dt="2025-06-09T22:33:00.940" v="1820" actId="47"/>
        <pc:sldMkLst>
          <pc:docMk/>
          <pc:sldMk cId="3730856263" sldId="275"/>
        </pc:sldMkLst>
        <pc:spChg chg="mod">
          <ac:chgData name="Myriam Bensaid" userId="6732edbd-cc17-4b25-8fa6-040ea5375654" providerId="ADAL" clId="{CB2343DF-CAEE-41E0-BF22-A93BF8DF04D3}" dt="2025-06-09T22:32:24.941" v="1819" actId="790"/>
          <ac:spMkLst>
            <pc:docMk/>
            <pc:sldMk cId="3730856263" sldId="275"/>
            <ac:spMk id="2" creationId="{E43A1309-301E-EB6D-35B4-E6CAC60D4C61}"/>
          </ac:spMkLst>
        </pc:spChg>
        <pc:spChg chg="mod">
          <ac:chgData name="Myriam Bensaid" userId="6732edbd-cc17-4b25-8fa6-040ea5375654" providerId="ADAL" clId="{CB2343DF-CAEE-41E0-BF22-A93BF8DF04D3}" dt="2025-06-09T22:32:24.941" v="1819" actId="790"/>
          <ac:spMkLst>
            <pc:docMk/>
            <pc:sldMk cId="3730856263" sldId="275"/>
            <ac:spMk id="3" creationId="{4F254EFB-66A9-3101-3C7C-FE4F8ABCCA13}"/>
          </ac:spMkLst>
        </pc:spChg>
        <pc:spChg chg="mod">
          <ac:chgData name="Myriam Bensaid" userId="6732edbd-cc17-4b25-8fa6-040ea5375654" providerId="ADAL" clId="{CB2343DF-CAEE-41E0-BF22-A93BF8DF04D3}" dt="2025-06-09T22:32:24.941" v="1819" actId="790"/>
          <ac:spMkLst>
            <pc:docMk/>
            <pc:sldMk cId="3730856263" sldId="275"/>
            <ac:spMk id="7" creationId="{AFDAB7B1-D8CC-A74A-1C6C-01293DC68922}"/>
          </ac:spMkLst>
        </pc:spChg>
        <pc:spChg chg="mod">
          <ac:chgData name="Myriam Bensaid" userId="6732edbd-cc17-4b25-8fa6-040ea5375654" providerId="ADAL" clId="{CB2343DF-CAEE-41E0-BF22-A93BF8DF04D3}" dt="2025-06-09T22:32:24.941" v="1819" actId="790"/>
          <ac:spMkLst>
            <pc:docMk/>
            <pc:sldMk cId="3730856263" sldId="275"/>
            <ac:spMk id="8" creationId="{D642E531-3EEF-F2DA-0DE4-EBBAE2C4B6EE}"/>
          </ac:spMkLst>
        </pc:spChg>
      </pc:sldChg>
      <pc:sldChg chg="modSp del mod">
        <pc:chgData name="Myriam Bensaid" userId="6732edbd-cc17-4b25-8fa6-040ea5375654" providerId="ADAL" clId="{CB2343DF-CAEE-41E0-BF22-A93BF8DF04D3}" dt="2025-06-10T13:07:25.288" v="1840" actId="47"/>
        <pc:sldMkLst>
          <pc:docMk/>
          <pc:sldMk cId="852785038" sldId="276"/>
        </pc:sldMkLst>
        <pc:spChg chg="mod">
          <ac:chgData name="Myriam Bensaid" userId="6732edbd-cc17-4b25-8fa6-040ea5375654" providerId="ADAL" clId="{CB2343DF-CAEE-41E0-BF22-A93BF8DF04D3}" dt="2025-06-09T22:32:24.941" v="1819" actId="790"/>
          <ac:spMkLst>
            <pc:docMk/>
            <pc:sldMk cId="852785038" sldId="276"/>
            <ac:spMk id="2" creationId="{46BFE5DF-44ED-F202-583A-86E2DC7481EA}"/>
          </ac:spMkLst>
        </pc:spChg>
        <pc:spChg chg="mod">
          <ac:chgData name="Myriam Bensaid" userId="6732edbd-cc17-4b25-8fa6-040ea5375654" providerId="ADAL" clId="{CB2343DF-CAEE-41E0-BF22-A93BF8DF04D3}" dt="2025-06-09T22:32:24.941" v="1819" actId="790"/>
          <ac:spMkLst>
            <pc:docMk/>
            <pc:sldMk cId="852785038" sldId="276"/>
            <ac:spMk id="6" creationId="{9E7D2A87-D42C-1387-4B15-EDBA93DB95DA}"/>
          </ac:spMkLst>
        </pc:spChg>
        <pc:spChg chg="mod">
          <ac:chgData name="Myriam Bensaid" userId="6732edbd-cc17-4b25-8fa6-040ea5375654" providerId="ADAL" clId="{CB2343DF-CAEE-41E0-BF22-A93BF8DF04D3}" dt="2025-06-09T22:32:24.941" v="1819" actId="790"/>
          <ac:spMkLst>
            <pc:docMk/>
            <pc:sldMk cId="852785038" sldId="276"/>
            <ac:spMk id="7" creationId="{2CA40830-ADC2-E498-E9E9-DF6DB5B35FC5}"/>
          </ac:spMkLst>
        </pc:spChg>
        <pc:spChg chg="mod">
          <ac:chgData name="Myriam Bensaid" userId="6732edbd-cc17-4b25-8fa6-040ea5375654" providerId="ADAL" clId="{CB2343DF-CAEE-41E0-BF22-A93BF8DF04D3}" dt="2025-06-09T22:32:24.941" v="1819" actId="790"/>
          <ac:spMkLst>
            <pc:docMk/>
            <pc:sldMk cId="852785038" sldId="276"/>
            <ac:spMk id="15" creationId="{5B7EA904-FB3F-DAD7-6972-8C2B8C5ECC20}"/>
          </ac:spMkLst>
        </pc:spChg>
        <pc:spChg chg="mod">
          <ac:chgData name="Myriam Bensaid" userId="6732edbd-cc17-4b25-8fa6-040ea5375654" providerId="ADAL" clId="{CB2343DF-CAEE-41E0-BF22-A93BF8DF04D3}" dt="2025-06-09T22:32:24.941" v="1819" actId="790"/>
          <ac:spMkLst>
            <pc:docMk/>
            <pc:sldMk cId="852785038" sldId="276"/>
            <ac:spMk id="17" creationId="{010BEB76-9582-275B-59AF-3AFACCB52D99}"/>
          </ac:spMkLst>
        </pc:spChg>
        <pc:spChg chg="mod">
          <ac:chgData name="Myriam Bensaid" userId="6732edbd-cc17-4b25-8fa6-040ea5375654" providerId="ADAL" clId="{CB2343DF-CAEE-41E0-BF22-A93BF8DF04D3}" dt="2025-06-09T22:32:24.941" v="1819" actId="790"/>
          <ac:spMkLst>
            <pc:docMk/>
            <pc:sldMk cId="852785038" sldId="276"/>
            <ac:spMk id="18" creationId="{867213F3-6D40-8947-0E91-183D8F81FEB3}"/>
          </ac:spMkLst>
        </pc:spChg>
        <pc:picChg chg="mod">
          <ac:chgData name="Myriam Bensaid" userId="6732edbd-cc17-4b25-8fa6-040ea5375654" providerId="ADAL" clId="{CB2343DF-CAEE-41E0-BF22-A93BF8DF04D3}" dt="2025-06-09T19:37:19.633" v="1769" actId="1035"/>
          <ac:picMkLst>
            <pc:docMk/>
            <pc:sldMk cId="852785038" sldId="276"/>
            <ac:picMk id="11" creationId="{67B9E532-FDF4-D8BE-589F-9659D867B6D2}"/>
          </ac:picMkLst>
        </pc:picChg>
        <pc:picChg chg="mod">
          <ac:chgData name="Myriam Bensaid" userId="6732edbd-cc17-4b25-8fa6-040ea5375654" providerId="ADAL" clId="{CB2343DF-CAEE-41E0-BF22-A93BF8DF04D3}" dt="2025-06-09T19:37:19.633" v="1769" actId="1035"/>
          <ac:picMkLst>
            <pc:docMk/>
            <pc:sldMk cId="852785038" sldId="276"/>
            <ac:picMk id="13" creationId="{478D6DB1-9A6C-F202-20BA-48A6E00E0377}"/>
          </ac:picMkLst>
        </pc:picChg>
      </pc:sldChg>
      <pc:sldChg chg="modSp mod ord">
        <pc:chgData name="Myriam Bensaid" userId="6732edbd-cc17-4b25-8fa6-040ea5375654" providerId="ADAL" clId="{CB2343DF-CAEE-41E0-BF22-A93BF8DF04D3}" dt="2025-06-10T13:11:15.501" v="1879"/>
        <pc:sldMkLst>
          <pc:docMk/>
          <pc:sldMk cId="3951666606" sldId="277"/>
        </pc:sldMkLst>
        <pc:spChg chg="mod">
          <ac:chgData name="Myriam Bensaid" userId="6732edbd-cc17-4b25-8fa6-040ea5375654" providerId="ADAL" clId="{CB2343DF-CAEE-41E0-BF22-A93BF8DF04D3}" dt="2025-06-09T22:32:24.941" v="1819" actId="790"/>
          <ac:spMkLst>
            <pc:docMk/>
            <pc:sldMk cId="3951666606" sldId="277"/>
            <ac:spMk id="2" creationId="{44E7FC00-D7C9-4366-FB89-C3BCF0D70E12}"/>
          </ac:spMkLst>
        </pc:spChg>
        <pc:spChg chg="mod">
          <ac:chgData name="Myriam Bensaid" userId="6732edbd-cc17-4b25-8fa6-040ea5375654" providerId="ADAL" clId="{CB2343DF-CAEE-41E0-BF22-A93BF8DF04D3}" dt="2025-06-09T22:32:24.941" v="1819" actId="790"/>
          <ac:spMkLst>
            <pc:docMk/>
            <pc:sldMk cId="3951666606" sldId="277"/>
            <ac:spMk id="6" creationId="{1EAC39D4-5ACA-48F5-264C-5E4991FB6204}"/>
          </ac:spMkLst>
        </pc:spChg>
        <pc:spChg chg="mod">
          <ac:chgData name="Myriam Bensaid" userId="6732edbd-cc17-4b25-8fa6-040ea5375654" providerId="ADAL" clId="{CB2343DF-CAEE-41E0-BF22-A93BF8DF04D3}" dt="2025-06-09T22:32:24.941" v="1819" actId="790"/>
          <ac:spMkLst>
            <pc:docMk/>
            <pc:sldMk cId="3951666606" sldId="277"/>
            <ac:spMk id="7" creationId="{E530B043-C964-BDF6-D94A-1E98A5AFA511}"/>
          </ac:spMkLst>
        </pc:spChg>
      </pc:sldChg>
      <pc:sldChg chg="addSp modSp add del mod">
        <pc:chgData name="Myriam Bensaid" userId="6732edbd-cc17-4b25-8fa6-040ea5375654" providerId="ADAL" clId="{CB2343DF-CAEE-41E0-BF22-A93BF8DF04D3}" dt="2025-06-10T13:39:55.553" v="2153"/>
        <pc:sldMkLst>
          <pc:docMk/>
          <pc:sldMk cId="203898375" sldId="278"/>
        </pc:sldMkLst>
        <pc:spChg chg="mod">
          <ac:chgData name="Myriam Bensaid" userId="6732edbd-cc17-4b25-8fa6-040ea5375654" providerId="ADAL" clId="{CB2343DF-CAEE-41E0-BF22-A93BF8DF04D3}" dt="2025-06-09T22:32:24.941" v="1819" actId="790"/>
          <ac:spMkLst>
            <pc:docMk/>
            <pc:sldMk cId="203898375" sldId="278"/>
            <ac:spMk id="2" creationId="{28B054A5-60A5-BD96-45D3-6C8FDF2C0A7F}"/>
          </ac:spMkLst>
        </pc:spChg>
        <pc:spChg chg="mod">
          <ac:chgData name="Myriam Bensaid" userId="6732edbd-cc17-4b25-8fa6-040ea5375654" providerId="ADAL" clId="{CB2343DF-CAEE-41E0-BF22-A93BF8DF04D3}" dt="2025-06-09T22:32:24.941" v="1819" actId="790"/>
          <ac:spMkLst>
            <pc:docMk/>
            <pc:sldMk cId="203898375" sldId="278"/>
            <ac:spMk id="3" creationId="{1DE2827C-B862-C110-6569-E5688B034CD0}"/>
          </ac:spMkLst>
        </pc:spChg>
        <pc:spChg chg="mod">
          <ac:chgData name="Myriam Bensaid" userId="6732edbd-cc17-4b25-8fa6-040ea5375654" providerId="ADAL" clId="{CB2343DF-CAEE-41E0-BF22-A93BF8DF04D3}" dt="2025-06-09T22:32:24.941" v="1819" actId="790"/>
          <ac:spMkLst>
            <pc:docMk/>
            <pc:sldMk cId="203898375" sldId="278"/>
            <ac:spMk id="8" creationId="{7283AE6F-AE24-6B91-96B1-0AFC4D88B888}"/>
          </ac:spMkLst>
        </pc:spChg>
        <pc:spChg chg="mod">
          <ac:chgData name="Myriam Bensaid" userId="6732edbd-cc17-4b25-8fa6-040ea5375654" providerId="ADAL" clId="{CB2343DF-CAEE-41E0-BF22-A93BF8DF04D3}" dt="2025-06-09T22:32:24.941" v="1819" actId="790"/>
          <ac:spMkLst>
            <pc:docMk/>
            <pc:sldMk cId="203898375" sldId="278"/>
            <ac:spMk id="10" creationId="{61F68BAC-4359-B30C-0060-EB8FF2A95665}"/>
          </ac:spMkLst>
        </pc:spChg>
        <pc:picChg chg="add mod">
          <ac:chgData name="Myriam Bensaid" userId="6732edbd-cc17-4b25-8fa6-040ea5375654" providerId="ADAL" clId="{CB2343DF-CAEE-41E0-BF22-A93BF8DF04D3}" dt="2025-06-10T13:39:55.553" v="2153"/>
          <ac:picMkLst>
            <pc:docMk/>
            <pc:sldMk cId="203898375" sldId="278"/>
            <ac:picMk id="7" creationId="{EF99A38D-D038-A0C5-3BAE-D6359D54914C}"/>
          </ac:picMkLst>
        </pc:picChg>
      </pc:sldChg>
      <pc:sldChg chg="addSp delSp modSp mod ord modNotesTx">
        <pc:chgData name="Myriam Bensaid" userId="6732edbd-cc17-4b25-8fa6-040ea5375654" providerId="ADAL" clId="{CB2343DF-CAEE-41E0-BF22-A93BF8DF04D3}" dt="2025-06-10T20:58:50.238" v="2296" actId="14826"/>
        <pc:sldMkLst>
          <pc:docMk/>
          <pc:sldMk cId="12991851" sldId="280"/>
        </pc:sldMkLst>
        <pc:spChg chg="mod">
          <ac:chgData name="Myriam Bensaid" userId="6732edbd-cc17-4b25-8fa6-040ea5375654" providerId="ADAL" clId="{CB2343DF-CAEE-41E0-BF22-A93BF8DF04D3}" dt="2025-06-09T22:32:24.941" v="1819" actId="790"/>
          <ac:spMkLst>
            <pc:docMk/>
            <pc:sldMk cId="12991851" sldId="280"/>
            <ac:spMk id="2" creationId="{12CE6A17-344E-887B-4FF8-0AA7D968E28C}"/>
          </ac:spMkLst>
        </pc:spChg>
        <pc:spChg chg="mod">
          <ac:chgData name="Myriam Bensaid" userId="6732edbd-cc17-4b25-8fa6-040ea5375654" providerId="ADAL" clId="{CB2343DF-CAEE-41E0-BF22-A93BF8DF04D3}" dt="2025-06-09T22:32:24.941" v="1819" actId="790"/>
          <ac:spMkLst>
            <pc:docMk/>
            <pc:sldMk cId="12991851" sldId="280"/>
            <ac:spMk id="6" creationId="{E9E7BA5B-D719-9989-1968-97A0001095D7}"/>
          </ac:spMkLst>
        </pc:spChg>
        <pc:spChg chg="mod">
          <ac:chgData name="Myriam Bensaid" userId="6732edbd-cc17-4b25-8fa6-040ea5375654" providerId="ADAL" clId="{CB2343DF-CAEE-41E0-BF22-A93BF8DF04D3}" dt="2025-06-09T22:32:24.941" v="1819" actId="790"/>
          <ac:spMkLst>
            <pc:docMk/>
            <pc:sldMk cId="12991851" sldId="280"/>
            <ac:spMk id="7" creationId="{425BF1EC-9D19-E477-4D8E-52AA5084C772}"/>
          </ac:spMkLst>
        </pc:spChg>
        <pc:picChg chg="add mod">
          <ac:chgData name="Myriam Bensaid" userId="6732edbd-cc17-4b25-8fa6-040ea5375654" providerId="ADAL" clId="{CB2343DF-CAEE-41E0-BF22-A93BF8DF04D3}" dt="2025-06-10T20:58:50.238" v="2296" actId="14826"/>
          <ac:picMkLst>
            <pc:docMk/>
            <pc:sldMk cId="12991851" sldId="280"/>
            <ac:picMk id="8" creationId="{68C8F2A8-51B6-9212-7A4F-1B298F53A18C}"/>
          </ac:picMkLst>
        </pc:picChg>
        <pc:picChg chg="add mod">
          <ac:chgData name="Myriam Bensaid" userId="6732edbd-cc17-4b25-8fa6-040ea5375654" providerId="ADAL" clId="{CB2343DF-CAEE-41E0-BF22-A93BF8DF04D3}" dt="2025-06-10T13:44:01.385" v="2180"/>
          <ac:picMkLst>
            <pc:docMk/>
            <pc:sldMk cId="12991851" sldId="280"/>
            <ac:picMk id="9" creationId="{6EC3EC7C-7B25-A623-7F38-AC815AFE9528}"/>
          </ac:picMkLst>
        </pc:picChg>
      </pc:sldChg>
      <pc:sldChg chg="addSp modSp mod modNotesTx">
        <pc:chgData name="Myriam Bensaid" userId="6732edbd-cc17-4b25-8fa6-040ea5375654" providerId="ADAL" clId="{CB2343DF-CAEE-41E0-BF22-A93BF8DF04D3}" dt="2025-06-10T13:39:31.992" v="2146"/>
        <pc:sldMkLst>
          <pc:docMk/>
          <pc:sldMk cId="1111283915" sldId="281"/>
        </pc:sldMkLst>
        <pc:spChg chg="mod">
          <ac:chgData name="Myriam Bensaid" userId="6732edbd-cc17-4b25-8fa6-040ea5375654" providerId="ADAL" clId="{CB2343DF-CAEE-41E0-BF22-A93BF8DF04D3}" dt="2025-06-09T22:32:24.941" v="1819" actId="790"/>
          <ac:spMkLst>
            <pc:docMk/>
            <pc:sldMk cId="1111283915" sldId="281"/>
            <ac:spMk id="2" creationId="{EB4C13E9-7ADA-8D17-3AFF-165995A77559}"/>
          </ac:spMkLst>
        </pc:spChg>
        <pc:spChg chg="mod">
          <ac:chgData name="Myriam Bensaid" userId="6732edbd-cc17-4b25-8fa6-040ea5375654" providerId="ADAL" clId="{CB2343DF-CAEE-41E0-BF22-A93BF8DF04D3}" dt="2025-06-10T13:13:15.633" v="1887" actId="108"/>
          <ac:spMkLst>
            <pc:docMk/>
            <pc:sldMk cId="1111283915" sldId="281"/>
            <ac:spMk id="3" creationId="{D8FF151B-ED03-6BCD-4B4D-1ED989A56F1E}"/>
          </ac:spMkLst>
        </pc:spChg>
        <pc:spChg chg="mod">
          <ac:chgData name="Myriam Bensaid" userId="6732edbd-cc17-4b25-8fa6-040ea5375654" providerId="ADAL" clId="{CB2343DF-CAEE-41E0-BF22-A93BF8DF04D3}" dt="2025-06-09T22:32:24.941" v="1819" actId="790"/>
          <ac:spMkLst>
            <pc:docMk/>
            <pc:sldMk cId="1111283915" sldId="281"/>
            <ac:spMk id="8" creationId="{95747171-877D-F3A4-ECFF-A74E323E5439}"/>
          </ac:spMkLst>
        </pc:spChg>
        <pc:spChg chg="mod">
          <ac:chgData name="Myriam Bensaid" userId="6732edbd-cc17-4b25-8fa6-040ea5375654" providerId="ADAL" clId="{CB2343DF-CAEE-41E0-BF22-A93BF8DF04D3}" dt="2025-06-09T22:32:24.941" v="1819" actId="790"/>
          <ac:spMkLst>
            <pc:docMk/>
            <pc:sldMk cId="1111283915" sldId="281"/>
            <ac:spMk id="9" creationId="{676C933D-2FBF-6C8B-008E-4F6FFCE9A13D}"/>
          </ac:spMkLst>
        </pc:spChg>
        <pc:picChg chg="add mod">
          <ac:chgData name="Myriam Bensaid" userId="6732edbd-cc17-4b25-8fa6-040ea5375654" providerId="ADAL" clId="{CB2343DF-CAEE-41E0-BF22-A93BF8DF04D3}" dt="2025-06-10T13:39:31.992" v="2146"/>
          <ac:picMkLst>
            <pc:docMk/>
            <pc:sldMk cId="1111283915" sldId="281"/>
            <ac:picMk id="7" creationId="{C859E244-68C9-4F31-6449-272682CD1BC3}"/>
          </ac:picMkLst>
        </pc:picChg>
      </pc:sldChg>
      <pc:sldChg chg="addSp modSp add del mod">
        <pc:chgData name="Myriam Bensaid" userId="6732edbd-cc17-4b25-8fa6-040ea5375654" providerId="ADAL" clId="{CB2343DF-CAEE-41E0-BF22-A93BF8DF04D3}" dt="2025-06-10T15:57:08.254" v="2192" actId="14100"/>
        <pc:sldMkLst>
          <pc:docMk/>
          <pc:sldMk cId="623530343" sldId="282"/>
        </pc:sldMkLst>
        <pc:spChg chg="mod">
          <ac:chgData name="Myriam Bensaid" userId="6732edbd-cc17-4b25-8fa6-040ea5375654" providerId="ADAL" clId="{CB2343DF-CAEE-41E0-BF22-A93BF8DF04D3}" dt="2025-06-10T13:53:30.010" v="2188" actId="20577"/>
          <ac:spMkLst>
            <pc:docMk/>
            <pc:sldMk cId="623530343" sldId="282"/>
            <ac:spMk id="2" creationId="{8161F992-1C47-FBE0-513F-211E5B327084}"/>
          </ac:spMkLst>
        </pc:spChg>
        <pc:spChg chg="mod">
          <ac:chgData name="Myriam Bensaid" userId="6732edbd-cc17-4b25-8fa6-040ea5375654" providerId="ADAL" clId="{CB2343DF-CAEE-41E0-BF22-A93BF8DF04D3}" dt="2025-06-09T22:32:24.941" v="1819" actId="790"/>
          <ac:spMkLst>
            <pc:docMk/>
            <pc:sldMk cId="623530343" sldId="282"/>
            <ac:spMk id="13" creationId="{B9FB8A41-41ED-46C2-7485-F74ECC24B200}"/>
          </ac:spMkLst>
        </pc:spChg>
        <pc:spChg chg="mod">
          <ac:chgData name="Myriam Bensaid" userId="6732edbd-cc17-4b25-8fa6-040ea5375654" providerId="ADAL" clId="{CB2343DF-CAEE-41E0-BF22-A93BF8DF04D3}" dt="2025-06-10T15:57:08.254" v="2192" actId="14100"/>
          <ac:spMkLst>
            <pc:docMk/>
            <pc:sldMk cId="623530343" sldId="282"/>
            <ac:spMk id="14" creationId="{3362BAC5-D254-486B-2FD3-A859C71B58FB}"/>
          </ac:spMkLst>
        </pc:spChg>
        <pc:picChg chg="add mod">
          <ac:chgData name="Myriam Bensaid" userId="6732edbd-cc17-4b25-8fa6-040ea5375654" providerId="ADAL" clId="{CB2343DF-CAEE-41E0-BF22-A93BF8DF04D3}" dt="2025-06-10T13:40:00.307" v="2156"/>
          <ac:picMkLst>
            <pc:docMk/>
            <pc:sldMk cId="623530343" sldId="282"/>
            <ac:picMk id="15" creationId="{B710234B-2BD6-5B93-E95B-AD3292FECCEC}"/>
          </ac:picMkLst>
        </pc:picChg>
        <pc:picChg chg="mod">
          <ac:chgData name="Myriam Bensaid" userId="6732edbd-cc17-4b25-8fa6-040ea5375654" providerId="ADAL" clId="{CB2343DF-CAEE-41E0-BF22-A93BF8DF04D3}" dt="2025-06-10T15:56:59.513" v="2191" actId="1076"/>
          <ac:picMkLst>
            <pc:docMk/>
            <pc:sldMk cId="623530343" sldId="282"/>
            <ac:picMk id="16" creationId="{44D780C7-74FF-9348-760F-AB8F1613EF3A}"/>
          </ac:picMkLst>
        </pc:picChg>
      </pc:sldChg>
      <pc:sldChg chg="addSp modSp add del mod">
        <pc:chgData name="Myriam Bensaid" userId="6732edbd-cc17-4b25-8fa6-040ea5375654" providerId="ADAL" clId="{CB2343DF-CAEE-41E0-BF22-A93BF8DF04D3}" dt="2025-06-10T13:40:06.378" v="2159"/>
        <pc:sldMkLst>
          <pc:docMk/>
          <pc:sldMk cId="2970935995" sldId="283"/>
        </pc:sldMkLst>
        <pc:spChg chg="mod">
          <ac:chgData name="Myriam Bensaid" userId="6732edbd-cc17-4b25-8fa6-040ea5375654" providerId="ADAL" clId="{CB2343DF-CAEE-41E0-BF22-A93BF8DF04D3}" dt="2025-06-09T22:32:24.941" v="1819" actId="790"/>
          <ac:spMkLst>
            <pc:docMk/>
            <pc:sldMk cId="2970935995" sldId="283"/>
            <ac:spMk id="2" creationId="{EE3639A1-9E75-4916-368E-C819DAB491A7}"/>
          </ac:spMkLst>
        </pc:spChg>
        <pc:spChg chg="mod">
          <ac:chgData name="Myriam Bensaid" userId="6732edbd-cc17-4b25-8fa6-040ea5375654" providerId="ADAL" clId="{CB2343DF-CAEE-41E0-BF22-A93BF8DF04D3}" dt="2025-06-09T22:32:24.941" v="1819" actId="790"/>
          <ac:spMkLst>
            <pc:docMk/>
            <pc:sldMk cId="2970935995" sldId="283"/>
            <ac:spMk id="3" creationId="{766CF4DD-B5BD-7775-B526-4F04D9F10E94}"/>
          </ac:spMkLst>
        </pc:spChg>
        <pc:spChg chg="mod">
          <ac:chgData name="Myriam Bensaid" userId="6732edbd-cc17-4b25-8fa6-040ea5375654" providerId="ADAL" clId="{CB2343DF-CAEE-41E0-BF22-A93BF8DF04D3}" dt="2025-06-09T22:32:24.941" v="1819" actId="790"/>
          <ac:spMkLst>
            <pc:docMk/>
            <pc:sldMk cId="2970935995" sldId="283"/>
            <ac:spMk id="7" creationId="{F9B147C0-6F76-4332-E0F0-CADC93392A3F}"/>
          </ac:spMkLst>
        </pc:spChg>
        <pc:spChg chg="mod">
          <ac:chgData name="Myriam Bensaid" userId="6732edbd-cc17-4b25-8fa6-040ea5375654" providerId="ADAL" clId="{CB2343DF-CAEE-41E0-BF22-A93BF8DF04D3}" dt="2025-06-09T22:32:24.941" v="1819" actId="790"/>
          <ac:spMkLst>
            <pc:docMk/>
            <pc:sldMk cId="2970935995" sldId="283"/>
            <ac:spMk id="8" creationId="{A9CFE21F-9A39-0838-82C2-12222AB986A7}"/>
          </ac:spMkLst>
        </pc:spChg>
        <pc:picChg chg="add mod">
          <ac:chgData name="Myriam Bensaid" userId="6732edbd-cc17-4b25-8fa6-040ea5375654" providerId="ADAL" clId="{CB2343DF-CAEE-41E0-BF22-A93BF8DF04D3}" dt="2025-06-10T13:40:06.378" v="2159"/>
          <ac:picMkLst>
            <pc:docMk/>
            <pc:sldMk cId="2970935995" sldId="283"/>
            <ac:picMk id="9" creationId="{0F9B9BF3-2846-D2A1-D251-758FFD8A8C51}"/>
          </ac:picMkLst>
        </pc:picChg>
      </pc:sldChg>
      <pc:sldChg chg="addSp delSp modSp mod">
        <pc:chgData name="Myriam Bensaid" userId="6732edbd-cc17-4b25-8fa6-040ea5375654" providerId="ADAL" clId="{CB2343DF-CAEE-41E0-BF22-A93BF8DF04D3}" dt="2025-06-10T13:40:28.693" v="2165" actId="21"/>
        <pc:sldMkLst>
          <pc:docMk/>
          <pc:sldMk cId="1555216939" sldId="284"/>
        </pc:sldMkLst>
        <pc:spChg chg="mod">
          <ac:chgData name="Myriam Bensaid" userId="6732edbd-cc17-4b25-8fa6-040ea5375654" providerId="ADAL" clId="{CB2343DF-CAEE-41E0-BF22-A93BF8DF04D3}" dt="2025-06-09T22:32:24.941" v="1819" actId="790"/>
          <ac:spMkLst>
            <pc:docMk/>
            <pc:sldMk cId="1555216939" sldId="284"/>
            <ac:spMk id="2" creationId="{90025A88-BEB9-29CB-6D31-589711254313}"/>
          </ac:spMkLst>
        </pc:spChg>
        <pc:spChg chg="mod">
          <ac:chgData name="Myriam Bensaid" userId="6732edbd-cc17-4b25-8fa6-040ea5375654" providerId="ADAL" clId="{CB2343DF-CAEE-41E0-BF22-A93BF8DF04D3}" dt="2025-06-09T22:32:24.941" v="1819" actId="790"/>
          <ac:spMkLst>
            <pc:docMk/>
            <pc:sldMk cId="1555216939" sldId="284"/>
            <ac:spMk id="3" creationId="{93957559-F6C0-5FFF-ADE6-5467768627CD}"/>
          </ac:spMkLst>
        </pc:spChg>
        <pc:spChg chg="mod">
          <ac:chgData name="Myriam Bensaid" userId="6732edbd-cc17-4b25-8fa6-040ea5375654" providerId="ADAL" clId="{CB2343DF-CAEE-41E0-BF22-A93BF8DF04D3}" dt="2025-06-09T22:32:24.941" v="1819" actId="790"/>
          <ac:spMkLst>
            <pc:docMk/>
            <pc:sldMk cId="1555216939" sldId="284"/>
            <ac:spMk id="9" creationId="{A0B9154E-E94C-AB5E-6007-7F291BD9E671}"/>
          </ac:spMkLst>
        </pc:spChg>
        <pc:spChg chg="mod">
          <ac:chgData name="Myriam Bensaid" userId="6732edbd-cc17-4b25-8fa6-040ea5375654" providerId="ADAL" clId="{CB2343DF-CAEE-41E0-BF22-A93BF8DF04D3}" dt="2025-06-09T22:32:24.941" v="1819" actId="790"/>
          <ac:spMkLst>
            <pc:docMk/>
            <pc:sldMk cId="1555216939" sldId="284"/>
            <ac:spMk id="11" creationId="{837F0A46-54E7-7468-1059-D69C61106F78}"/>
          </ac:spMkLst>
        </pc:spChg>
        <pc:picChg chg="add mod">
          <ac:chgData name="Myriam Bensaid" userId="6732edbd-cc17-4b25-8fa6-040ea5375654" providerId="ADAL" clId="{CB2343DF-CAEE-41E0-BF22-A93BF8DF04D3}" dt="2025-06-10T13:39:20.597" v="2141" actId="14100"/>
          <ac:picMkLst>
            <pc:docMk/>
            <pc:sldMk cId="1555216939" sldId="284"/>
            <ac:picMk id="6" creationId="{3B96476C-6FD4-924E-39BA-5CF50F78A93F}"/>
          </ac:picMkLst>
        </pc:picChg>
        <pc:picChg chg="add del mod">
          <ac:chgData name="Myriam Bensaid" userId="6732edbd-cc17-4b25-8fa6-040ea5375654" providerId="ADAL" clId="{CB2343DF-CAEE-41E0-BF22-A93BF8DF04D3}" dt="2025-06-10T13:39:52.104" v="2152" actId="21"/>
          <ac:picMkLst>
            <pc:docMk/>
            <pc:sldMk cId="1555216939" sldId="284"/>
            <ac:picMk id="10" creationId="{EF99A38D-D038-A0C5-3BAE-D6359D54914C}"/>
          </ac:picMkLst>
        </pc:picChg>
        <pc:picChg chg="add del mod">
          <ac:chgData name="Myriam Bensaid" userId="6732edbd-cc17-4b25-8fa6-040ea5375654" providerId="ADAL" clId="{CB2343DF-CAEE-41E0-BF22-A93BF8DF04D3}" dt="2025-06-10T13:40:28.693" v="2165" actId="21"/>
          <ac:picMkLst>
            <pc:docMk/>
            <pc:sldMk cId="1555216939" sldId="284"/>
            <ac:picMk id="12" creationId="{BC41879A-261A-995D-B698-5624A93BB649}"/>
          </ac:picMkLst>
        </pc:picChg>
      </pc:sldChg>
      <pc:sldChg chg="modSp mod ord">
        <pc:chgData name="Myriam Bensaid" userId="6732edbd-cc17-4b25-8fa6-040ea5375654" providerId="ADAL" clId="{CB2343DF-CAEE-41E0-BF22-A93BF8DF04D3}" dt="2025-06-10T13:11:15.501" v="1879"/>
        <pc:sldMkLst>
          <pc:docMk/>
          <pc:sldMk cId="1085405391" sldId="285"/>
        </pc:sldMkLst>
        <pc:spChg chg="mod">
          <ac:chgData name="Myriam Bensaid" userId="6732edbd-cc17-4b25-8fa6-040ea5375654" providerId="ADAL" clId="{CB2343DF-CAEE-41E0-BF22-A93BF8DF04D3}" dt="2025-06-09T22:32:24.941" v="1819" actId="790"/>
          <ac:spMkLst>
            <pc:docMk/>
            <pc:sldMk cId="1085405391" sldId="285"/>
            <ac:spMk id="10" creationId="{A11BE4D9-2490-EFBC-7842-6BCAC8563F32}"/>
          </ac:spMkLst>
        </pc:spChg>
        <pc:spChg chg="mod">
          <ac:chgData name="Myriam Bensaid" userId="6732edbd-cc17-4b25-8fa6-040ea5375654" providerId="ADAL" clId="{CB2343DF-CAEE-41E0-BF22-A93BF8DF04D3}" dt="2025-06-09T22:32:24.941" v="1819" actId="790"/>
          <ac:spMkLst>
            <pc:docMk/>
            <pc:sldMk cId="1085405391" sldId="285"/>
            <ac:spMk id="11" creationId="{157E226E-D6F6-EF88-18C6-0589661F23AB}"/>
          </ac:spMkLst>
        </pc:spChg>
      </pc:sldChg>
      <pc:sldChg chg="modSp del mod">
        <pc:chgData name="Myriam Bensaid" userId="6732edbd-cc17-4b25-8fa6-040ea5375654" providerId="ADAL" clId="{CB2343DF-CAEE-41E0-BF22-A93BF8DF04D3}" dt="2025-06-03T20:40:00.291" v="212" actId="47"/>
        <pc:sldMkLst>
          <pc:docMk/>
          <pc:sldMk cId="252730288" sldId="289"/>
        </pc:sldMkLst>
      </pc:sldChg>
      <pc:sldChg chg="del">
        <pc:chgData name="Myriam Bensaid" userId="6732edbd-cc17-4b25-8fa6-040ea5375654" providerId="ADAL" clId="{CB2343DF-CAEE-41E0-BF22-A93BF8DF04D3}" dt="2025-06-03T15:34:18.724" v="44" actId="2696"/>
        <pc:sldMkLst>
          <pc:docMk/>
          <pc:sldMk cId="1211474811" sldId="289"/>
        </pc:sldMkLst>
      </pc:sldChg>
      <pc:sldChg chg="modSp del mod">
        <pc:chgData name="Myriam Bensaid" userId="6732edbd-cc17-4b25-8fa6-040ea5375654" providerId="ADAL" clId="{CB2343DF-CAEE-41E0-BF22-A93BF8DF04D3}" dt="2025-06-03T20:47:38.939" v="285" actId="2696"/>
        <pc:sldMkLst>
          <pc:docMk/>
          <pc:sldMk cId="1884257811" sldId="290"/>
        </pc:sldMkLst>
      </pc:sldChg>
      <pc:sldChg chg="addSp modSp add del mod ord">
        <pc:chgData name="Myriam Bensaid" userId="6732edbd-cc17-4b25-8fa6-040ea5375654" providerId="ADAL" clId="{CB2343DF-CAEE-41E0-BF22-A93BF8DF04D3}" dt="2025-06-10T13:40:11.994" v="2160"/>
        <pc:sldMkLst>
          <pc:docMk/>
          <pc:sldMk cId="3832222315" sldId="291"/>
        </pc:sldMkLst>
        <pc:spChg chg="mod">
          <ac:chgData name="Myriam Bensaid" userId="6732edbd-cc17-4b25-8fa6-040ea5375654" providerId="ADAL" clId="{CB2343DF-CAEE-41E0-BF22-A93BF8DF04D3}" dt="2025-06-10T13:15:52.188" v="1889" actId="255"/>
          <ac:spMkLst>
            <pc:docMk/>
            <pc:sldMk cId="3832222315" sldId="291"/>
            <ac:spMk id="2" creationId="{643CE25B-01F2-369E-32AC-9AD806AB71F3}"/>
          </ac:spMkLst>
        </pc:spChg>
        <pc:spChg chg="mod">
          <ac:chgData name="Myriam Bensaid" userId="6732edbd-cc17-4b25-8fa6-040ea5375654" providerId="ADAL" clId="{CB2343DF-CAEE-41E0-BF22-A93BF8DF04D3}" dt="2025-06-09T22:32:24.941" v="1819" actId="790"/>
          <ac:spMkLst>
            <pc:docMk/>
            <pc:sldMk cId="3832222315" sldId="291"/>
            <ac:spMk id="3" creationId="{FEE3054A-9A76-4BB2-CB18-30F385DA8E17}"/>
          </ac:spMkLst>
        </pc:spChg>
        <pc:spChg chg="mod">
          <ac:chgData name="Myriam Bensaid" userId="6732edbd-cc17-4b25-8fa6-040ea5375654" providerId="ADAL" clId="{CB2343DF-CAEE-41E0-BF22-A93BF8DF04D3}" dt="2025-06-09T22:32:24.941" v="1819" actId="790"/>
          <ac:spMkLst>
            <pc:docMk/>
            <pc:sldMk cId="3832222315" sldId="291"/>
            <ac:spMk id="7" creationId="{88AB0ED9-C40A-BEBC-A08C-1F83D6CA0D4F}"/>
          </ac:spMkLst>
        </pc:spChg>
        <pc:spChg chg="mod">
          <ac:chgData name="Myriam Bensaid" userId="6732edbd-cc17-4b25-8fa6-040ea5375654" providerId="ADAL" clId="{CB2343DF-CAEE-41E0-BF22-A93BF8DF04D3}" dt="2025-06-09T22:32:24.941" v="1819" actId="790"/>
          <ac:spMkLst>
            <pc:docMk/>
            <pc:sldMk cId="3832222315" sldId="291"/>
            <ac:spMk id="8" creationId="{6E03E6F8-F013-5253-D573-7EF17C3D1D3E}"/>
          </ac:spMkLst>
        </pc:spChg>
        <pc:spChg chg="mod">
          <ac:chgData name="Myriam Bensaid" userId="6732edbd-cc17-4b25-8fa6-040ea5375654" providerId="ADAL" clId="{CB2343DF-CAEE-41E0-BF22-A93BF8DF04D3}" dt="2025-06-09T22:32:24.941" v="1819" actId="790"/>
          <ac:spMkLst>
            <pc:docMk/>
            <pc:sldMk cId="3832222315" sldId="291"/>
            <ac:spMk id="14" creationId="{714F50B3-E573-22C7-DB58-EAF09EED7359}"/>
          </ac:spMkLst>
        </pc:spChg>
        <pc:grpChg chg="add mod">
          <ac:chgData name="Myriam Bensaid" userId="6732edbd-cc17-4b25-8fa6-040ea5375654" providerId="ADAL" clId="{CB2343DF-CAEE-41E0-BF22-A93BF8DF04D3}" dt="2025-06-09T22:31:58.248" v="1817" actId="1076"/>
          <ac:grpSpMkLst>
            <pc:docMk/>
            <pc:sldMk cId="3832222315" sldId="291"/>
            <ac:grpSpMk id="11" creationId="{9D5A2FD9-1059-FFEE-8E1F-E18948D6F90E}"/>
          </ac:grpSpMkLst>
        </pc:grpChg>
        <pc:picChg chg="mod">
          <ac:chgData name="Myriam Bensaid" userId="6732edbd-cc17-4b25-8fa6-040ea5375654" providerId="ADAL" clId="{CB2343DF-CAEE-41E0-BF22-A93BF8DF04D3}" dt="2025-06-03T20:36:54.015" v="182" actId="1076"/>
          <ac:picMkLst>
            <pc:docMk/>
            <pc:sldMk cId="3832222315" sldId="291"/>
            <ac:picMk id="6" creationId="{3B19F7D5-46B8-D77E-CD23-B3368B4266AC}"/>
          </ac:picMkLst>
        </pc:picChg>
        <pc:picChg chg="add mod ord modCrop">
          <ac:chgData name="Myriam Bensaid" userId="6732edbd-cc17-4b25-8fa6-040ea5375654" providerId="ADAL" clId="{CB2343DF-CAEE-41E0-BF22-A93BF8DF04D3}" dt="2025-06-05T11:07:04.318" v="625" actId="164"/>
          <ac:picMkLst>
            <pc:docMk/>
            <pc:sldMk cId="3832222315" sldId="291"/>
            <ac:picMk id="9" creationId="{A12BF25D-F4C9-A18D-F0DC-057FFD092430}"/>
          </ac:picMkLst>
        </pc:picChg>
        <pc:picChg chg="add mod">
          <ac:chgData name="Myriam Bensaid" userId="6732edbd-cc17-4b25-8fa6-040ea5375654" providerId="ADAL" clId="{CB2343DF-CAEE-41E0-BF22-A93BF8DF04D3}" dt="2025-06-10T13:40:11.994" v="2160"/>
          <ac:picMkLst>
            <pc:docMk/>
            <pc:sldMk cId="3832222315" sldId="291"/>
            <ac:picMk id="10" creationId="{EC5216DF-0523-65BB-EEC5-E24419ED022F}"/>
          </ac:picMkLst>
        </pc:picChg>
        <pc:picChg chg="add mod modCrop">
          <ac:chgData name="Myriam Bensaid" userId="6732edbd-cc17-4b25-8fa6-040ea5375654" providerId="ADAL" clId="{CB2343DF-CAEE-41E0-BF22-A93BF8DF04D3}" dt="2025-06-05T11:07:04.318" v="625" actId="164"/>
          <ac:picMkLst>
            <pc:docMk/>
            <pc:sldMk cId="3832222315" sldId="291"/>
            <ac:picMk id="12" creationId="{8383D55F-0010-180E-5849-D0F5AB18D8C1}"/>
          </ac:picMkLst>
        </pc:picChg>
        <pc:picChg chg="mod">
          <ac:chgData name="Myriam Bensaid" userId="6732edbd-cc17-4b25-8fa6-040ea5375654" providerId="ADAL" clId="{CB2343DF-CAEE-41E0-BF22-A93BF8DF04D3}" dt="2025-06-09T22:31:13.101" v="1805" actId="1076"/>
          <ac:picMkLst>
            <pc:docMk/>
            <pc:sldMk cId="3832222315" sldId="291"/>
            <ac:picMk id="13" creationId="{EB52AD4A-FE52-EB97-1563-2085F1F00CF6}"/>
          </ac:picMkLst>
        </pc:picChg>
      </pc:sldChg>
      <pc:sldChg chg="addSp delSp modSp add del mod ord">
        <pc:chgData name="Myriam Bensaid" userId="6732edbd-cc17-4b25-8fa6-040ea5375654" providerId="ADAL" clId="{CB2343DF-CAEE-41E0-BF22-A93BF8DF04D3}" dt="2025-06-10T17:03:28.401" v="2263" actId="14734"/>
        <pc:sldMkLst>
          <pc:docMk/>
          <pc:sldMk cId="4048429243" sldId="292"/>
        </pc:sldMkLst>
        <pc:spChg chg="mod">
          <ac:chgData name="Myriam Bensaid" userId="6732edbd-cc17-4b25-8fa6-040ea5375654" providerId="ADAL" clId="{CB2343DF-CAEE-41E0-BF22-A93BF8DF04D3}" dt="2025-06-09T22:32:24.941" v="1819" actId="790"/>
          <ac:spMkLst>
            <pc:docMk/>
            <pc:sldMk cId="4048429243" sldId="292"/>
            <ac:spMk id="2" creationId="{EF7B9AB6-E548-3475-613B-81913A67703E}"/>
          </ac:spMkLst>
        </pc:spChg>
        <pc:spChg chg="add mod">
          <ac:chgData name="Myriam Bensaid" userId="6732edbd-cc17-4b25-8fa6-040ea5375654" providerId="ADAL" clId="{CB2343DF-CAEE-41E0-BF22-A93BF8DF04D3}" dt="2025-06-09T22:32:24.941" v="1819" actId="790"/>
          <ac:spMkLst>
            <pc:docMk/>
            <pc:sldMk cId="4048429243" sldId="292"/>
            <ac:spMk id="3" creationId="{11460E39-4330-82DC-D9A3-70C344A73CED}"/>
          </ac:spMkLst>
        </pc:spChg>
        <pc:spChg chg="mod">
          <ac:chgData name="Myriam Bensaid" userId="6732edbd-cc17-4b25-8fa6-040ea5375654" providerId="ADAL" clId="{CB2343DF-CAEE-41E0-BF22-A93BF8DF04D3}" dt="2025-06-09T22:32:24.941" v="1819" actId="790"/>
          <ac:spMkLst>
            <pc:docMk/>
            <pc:sldMk cId="4048429243" sldId="292"/>
            <ac:spMk id="7" creationId="{ACA78D5E-0593-6B9E-118C-8EF547F2ED83}"/>
          </ac:spMkLst>
        </pc:spChg>
        <pc:spChg chg="mod">
          <ac:chgData name="Myriam Bensaid" userId="6732edbd-cc17-4b25-8fa6-040ea5375654" providerId="ADAL" clId="{CB2343DF-CAEE-41E0-BF22-A93BF8DF04D3}" dt="2025-06-09T22:32:24.941" v="1819" actId="790"/>
          <ac:spMkLst>
            <pc:docMk/>
            <pc:sldMk cId="4048429243" sldId="292"/>
            <ac:spMk id="8" creationId="{C4D02B10-8F7A-E2DD-7C5C-C8730F8C17E1}"/>
          </ac:spMkLst>
        </pc:spChg>
        <pc:spChg chg="add mod">
          <ac:chgData name="Myriam Bensaid" userId="6732edbd-cc17-4b25-8fa6-040ea5375654" providerId="ADAL" clId="{CB2343DF-CAEE-41E0-BF22-A93BF8DF04D3}" dt="2025-06-09T22:32:24.941" v="1819" actId="790"/>
          <ac:spMkLst>
            <pc:docMk/>
            <pc:sldMk cId="4048429243" sldId="292"/>
            <ac:spMk id="9" creationId="{CDED8EA7-370C-C40E-E80E-C7DF61669A95}"/>
          </ac:spMkLst>
        </pc:spChg>
        <pc:spChg chg="add mod">
          <ac:chgData name="Myriam Bensaid" userId="6732edbd-cc17-4b25-8fa6-040ea5375654" providerId="ADAL" clId="{CB2343DF-CAEE-41E0-BF22-A93BF8DF04D3}" dt="2025-06-09T22:32:24.941" v="1819" actId="790"/>
          <ac:spMkLst>
            <pc:docMk/>
            <pc:sldMk cId="4048429243" sldId="292"/>
            <ac:spMk id="10" creationId="{26490530-6868-A43E-C9EC-0108AD7C87B5}"/>
          </ac:spMkLst>
        </pc:spChg>
        <pc:spChg chg="add mod">
          <ac:chgData name="Myriam Bensaid" userId="6732edbd-cc17-4b25-8fa6-040ea5375654" providerId="ADAL" clId="{CB2343DF-CAEE-41E0-BF22-A93BF8DF04D3}" dt="2025-06-09T22:32:24.941" v="1819" actId="790"/>
          <ac:spMkLst>
            <pc:docMk/>
            <pc:sldMk cId="4048429243" sldId="292"/>
            <ac:spMk id="16" creationId="{C4BE8439-677E-162C-23A7-34779665B186}"/>
          </ac:spMkLst>
        </pc:spChg>
        <pc:graphicFrameChg chg="add mod modGraphic">
          <ac:chgData name="Myriam Bensaid" userId="6732edbd-cc17-4b25-8fa6-040ea5375654" providerId="ADAL" clId="{CB2343DF-CAEE-41E0-BF22-A93BF8DF04D3}" dt="2025-06-10T17:03:28.401" v="2263" actId="14734"/>
          <ac:graphicFrameMkLst>
            <pc:docMk/>
            <pc:sldMk cId="4048429243" sldId="292"/>
            <ac:graphicFrameMk id="13" creationId="{2EFB0B67-AD02-95A1-BD09-3513E0795944}"/>
          </ac:graphicFrameMkLst>
        </pc:graphicFrameChg>
        <pc:graphicFrameChg chg="add mod modGraphic">
          <ac:chgData name="Myriam Bensaid" userId="6732edbd-cc17-4b25-8fa6-040ea5375654" providerId="ADAL" clId="{CB2343DF-CAEE-41E0-BF22-A93BF8DF04D3}" dt="2025-06-09T22:32:24.941" v="1819" actId="790"/>
          <ac:graphicFrameMkLst>
            <pc:docMk/>
            <pc:sldMk cId="4048429243" sldId="292"/>
            <ac:graphicFrameMk id="14" creationId="{9C70BA21-A756-291E-A2E6-34C6FA31CCC2}"/>
          </ac:graphicFrameMkLst>
        </pc:graphicFrameChg>
        <pc:picChg chg="add mod">
          <ac:chgData name="Myriam Bensaid" userId="6732edbd-cc17-4b25-8fa6-040ea5375654" providerId="ADAL" clId="{CB2343DF-CAEE-41E0-BF22-A93BF8DF04D3}" dt="2025-06-10T13:40:14.127" v="2161"/>
          <ac:picMkLst>
            <pc:docMk/>
            <pc:sldMk cId="4048429243" sldId="292"/>
            <ac:picMk id="11" creationId="{A8AE7321-3B46-E189-30D6-62F5E6D660F0}"/>
          </ac:picMkLst>
        </pc:picChg>
      </pc:sldChg>
      <pc:sldChg chg="addSp delSp modSp mod ord">
        <pc:chgData name="Myriam Bensaid" userId="6732edbd-cc17-4b25-8fa6-040ea5375654" providerId="ADAL" clId="{CB2343DF-CAEE-41E0-BF22-A93BF8DF04D3}" dt="2025-06-10T13:43:56.426" v="2178" actId="21"/>
        <pc:sldMkLst>
          <pc:docMk/>
          <pc:sldMk cId="1515967042" sldId="293"/>
        </pc:sldMkLst>
        <pc:spChg chg="mod">
          <ac:chgData name="Myriam Bensaid" userId="6732edbd-cc17-4b25-8fa6-040ea5375654" providerId="ADAL" clId="{CB2343DF-CAEE-41E0-BF22-A93BF8DF04D3}" dt="2025-06-09T22:32:24.941" v="1819" actId="790"/>
          <ac:spMkLst>
            <pc:docMk/>
            <pc:sldMk cId="1515967042" sldId="293"/>
            <ac:spMk id="2" creationId="{78C38555-4830-45C1-85DA-9D4E246E6B56}"/>
          </ac:spMkLst>
        </pc:spChg>
        <pc:spChg chg="mod">
          <ac:chgData name="Myriam Bensaid" userId="6732edbd-cc17-4b25-8fa6-040ea5375654" providerId="ADAL" clId="{CB2343DF-CAEE-41E0-BF22-A93BF8DF04D3}" dt="2025-06-09T22:32:24.941" v="1819" actId="790"/>
          <ac:spMkLst>
            <pc:docMk/>
            <pc:sldMk cId="1515967042" sldId="293"/>
            <ac:spMk id="3" creationId="{D0F249DB-E775-197C-C3CA-40E835444BC9}"/>
          </ac:spMkLst>
        </pc:spChg>
        <pc:spChg chg="mod">
          <ac:chgData name="Myriam Bensaid" userId="6732edbd-cc17-4b25-8fa6-040ea5375654" providerId="ADAL" clId="{CB2343DF-CAEE-41E0-BF22-A93BF8DF04D3}" dt="2025-06-09T22:32:24.941" v="1819" actId="790"/>
          <ac:spMkLst>
            <pc:docMk/>
            <pc:sldMk cId="1515967042" sldId="293"/>
            <ac:spMk id="7" creationId="{DB918036-4DD0-2F0E-82E2-96AB0F992EA1}"/>
          </ac:spMkLst>
        </pc:spChg>
        <pc:spChg chg="mod">
          <ac:chgData name="Myriam Bensaid" userId="6732edbd-cc17-4b25-8fa6-040ea5375654" providerId="ADAL" clId="{CB2343DF-CAEE-41E0-BF22-A93BF8DF04D3}" dt="2025-06-09T22:32:24.941" v="1819" actId="790"/>
          <ac:spMkLst>
            <pc:docMk/>
            <pc:sldMk cId="1515967042" sldId="293"/>
            <ac:spMk id="9" creationId="{8590C616-3372-03E4-8EDF-9A74CDEA11BA}"/>
          </ac:spMkLst>
        </pc:spChg>
        <pc:picChg chg="add mod">
          <ac:chgData name="Myriam Bensaid" userId="6732edbd-cc17-4b25-8fa6-040ea5375654" providerId="ADAL" clId="{CB2343DF-CAEE-41E0-BF22-A93BF8DF04D3}" dt="2025-06-10T13:40:36.397" v="2167"/>
          <ac:picMkLst>
            <pc:docMk/>
            <pc:sldMk cId="1515967042" sldId="293"/>
            <ac:picMk id="8" creationId="{8A710BD2-AF1D-59B1-5868-B31B4EF53605}"/>
          </ac:picMkLst>
        </pc:picChg>
        <pc:picChg chg="add del mod">
          <ac:chgData name="Myriam Bensaid" userId="6732edbd-cc17-4b25-8fa6-040ea5375654" providerId="ADAL" clId="{CB2343DF-CAEE-41E0-BF22-A93BF8DF04D3}" dt="2025-06-10T13:43:56.426" v="2178" actId="21"/>
          <ac:picMkLst>
            <pc:docMk/>
            <pc:sldMk cId="1515967042" sldId="293"/>
            <ac:picMk id="11" creationId="{DFE3839D-A70F-AFBF-0826-50D8376F9DE5}"/>
          </ac:picMkLst>
        </pc:picChg>
      </pc:sldChg>
      <pc:sldChg chg="addSp modSp add ord">
        <pc:chgData name="Myriam Bensaid" userId="6732edbd-cc17-4b25-8fa6-040ea5375654" providerId="ADAL" clId="{CB2343DF-CAEE-41E0-BF22-A93BF8DF04D3}" dt="2025-06-10T13:44:03.542" v="2181"/>
        <pc:sldMkLst>
          <pc:docMk/>
          <pc:sldMk cId="1519378309" sldId="294"/>
        </pc:sldMkLst>
        <pc:picChg chg="add mod">
          <ac:chgData name="Myriam Bensaid" userId="6732edbd-cc17-4b25-8fa6-040ea5375654" providerId="ADAL" clId="{CB2343DF-CAEE-41E0-BF22-A93BF8DF04D3}" dt="2025-06-10T13:44:03.542" v="2181"/>
          <ac:picMkLst>
            <pc:docMk/>
            <pc:sldMk cId="1519378309" sldId="294"/>
            <ac:picMk id="8" creationId="{631C2B4D-33E4-C479-9973-F8E11E2F24B4}"/>
          </ac:picMkLst>
        </pc:picChg>
      </pc:sldChg>
      <pc:sldChg chg="add del">
        <pc:chgData name="Myriam Bensaid" userId="6732edbd-cc17-4b25-8fa6-040ea5375654" providerId="ADAL" clId="{CB2343DF-CAEE-41E0-BF22-A93BF8DF04D3}" dt="2025-06-10T13:06:10.277" v="1823" actId="47"/>
        <pc:sldMkLst>
          <pc:docMk/>
          <pc:sldMk cId="3462573251" sldId="294"/>
        </pc:sldMkLst>
      </pc:sldChg>
    </pc:docChg>
  </pc:docChgLst>
  <pc:docChgLst>
    <pc:chgData name="Tom Jaffrain" userId="S::tom.jaffrain@etu.cyu.fr::3465d130-e37b-4363-a46a-94c5b2166a36" providerId="AD" clId="Web-{5EDF11B1-A2EE-2778-F96D-07E048D4EC33}"/>
    <pc:docChg chg="modSld">
      <pc:chgData name="Tom Jaffrain" userId="S::tom.jaffrain@etu.cyu.fr::3465d130-e37b-4363-a46a-94c5b2166a36" providerId="AD" clId="Web-{5EDF11B1-A2EE-2778-F96D-07E048D4EC33}" dt="2025-06-03T06:03:20.332" v="43" actId="1076"/>
      <pc:docMkLst>
        <pc:docMk/>
      </pc:docMkLst>
      <pc:sldChg chg="addSp delSp modSp">
        <pc:chgData name="Tom Jaffrain" userId="S::tom.jaffrain@etu.cyu.fr::3465d130-e37b-4363-a46a-94c5b2166a36" providerId="AD" clId="Web-{5EDF11B1-A2EE-2778-F96D-07E048D4EC33}" dt="2025-06-03T06:03:20.332" v="43" actId="1076"/>
        <pc:sldMkLst>
          <pc:docMk/>
          <pc:sldMk cId="3287384019" sldId="259"/>
        </pc:sldMkLst>
        <pc:spChg chg="mod">
          <ac:chgData name="Tom Jaffrain" userId="S::tom.jaffrain@etu.cyu.fr::3465d130-e37b-4363-a46a-94c5b2166a36" providerId="AD" clId="Web-{5EDF11B1-A2EE-2778-F96D-07E048D4EC33}" dt="2025-06-03T05:58:28.430" v="31" actId="1076"/>
          <ac:spMkLst>
            <pc:docMk/>
            <pc:sldMk cId="3287384019" sldId="259"/>
            <ac:spMk id="7" creationId="{1C4D4E2B-5A03-32C2-CC63-66A9FE1BAC46}"/>
          </ac:spMkLst>
        </pc:spChg>
      </pc:sldChg>
    </pc:docChg>
  </pc:docChgLst>
  <pc:docChgLst>
    <pc:chgData name="Maria-Danielle Boula" userId="S::maria-danielle.boula@etu.cyu.fr::859cf926-bdfd-4a6e-8ea5-01bbdb4ec499" providerId="AD" clId="Web-{84871631-F3F1-9485-5462-8610FD375EB4}"/>
    <pc:docChg chg="addSld modSld sldOrd">
      <pc:chgData name="Maria-Danielle Boula" userId="S::maria-danielle.boula@etu.cyu.fr::859cf926-bdfd-4a6e-8ea5-01bbdb4ec499" providerId="AD" clId="Web-{84871631-F3F1-9485-5462-8610FD375EB4}" dt="2025-05-13T10:41:09.631" v="250" actId="20577"/>
      <pc:docMkLst>
        <pc:docMk/>
      </pc:docMkLst>
      <pc:sldChg chg="modSp">
        <pc:chgData name="Maria-Danielle Boula" userId="S::maria-danielle.boula@etu.cyu.fr::859cf926-bdfd-4a6e-8ea5-01bbdb4ec499" providerId="AD" clId="Web-{84871631-F3F1-9485-5462-8610FD375EB4}" dt="2025-05-13T10:03:41.568" v="1" actId="20577"/>
        <pc:sldMkLst>
          <pc:docMk/>
          <pc:sldMk cId="2335391542" sldId="267"/>
        </pc:sldMkLst>
      </pc:sldChg>
      <pc:sldChg chg="modSp add replId">
        <pc:chgData name="Maria-Danielle Boula" userId="S::maria-danielle.boula@etu.cyu.fr::859cf926-bdfd-4a6e-8ea5-01bbdb4ec499" providerId="AD" clId="Web-{84871631-F3F1-9485-5462-8610FD375EB4}" dt="2025-05-13T10:41:09.631" v="250" actId="20577"/>
        <pc:sldMkLst>
          <pc:docMk/>
          <pc:sldMk cId="1111283915" sldId="281"/>
        </pc:sldMkLst>
        <pc:spChg chg="mod">
          <ac:chgData name="Maria-Danielle Boula" userId="S::maria-danielle.boula@etu.cyu.fr::859cf926-bdfd-4a6e-8ea5-01bbdb4ec499" providerId="AD" clId="Web-{84871631-F3F1-9485-5462-8610FD375EB4}" dt="2025-05-13T10:39:41.690" v="213" actId="20577"/>
          <ac:spMkLst>
            <pc:docMk/>
            <pc:sldMk cId="1111283915" sldId="281"/>
            <ac:spMk id="2" creationId="{EB4C13E9-7ADA-8D17-3AFF-165995A77559}"/>
          </ac:spMkLst>
        </pc:spChg>
        <pc:spChg chg="mod">
          <ac:chgData name="Maria-Danielle Boula" userId="S::maria-danielle.boula@etu.cyu.fr::859cf926-bdfd-4a6e-8ea5-01bbdb4ec499" providerId="AD" clId="Web-{84871631-F3F1-9485-5462-8610FD375EB4}" dt="2025-05-13T10:41:09.631" v="250" actId="20577"/>
          <ac:spMkLst>
            <pc:docMk/>
            <pc:sldMk cId="1111283915" sldId="281"/>
            <ac:spMk id="3" creationId="{D8FF151B-ED03-6BCD-4B4D-1ED989A56F1E}"/>
          </ac:spMkLst>
        </pc:spChg>
      </pc:sldChg>
      <pc:sldChg chg="add replId">
        <pc:chgData name="Maria-Danielle Boula" userId="S::maria-danielle.boula@etu.cyu.fr::859cf926-bdfd-4a6e-8ea5-01bbdb4ec499" providerId="AD" clId="Web-{84871631-F3F1-9485-5462-8610FD375EB4}" dt="2025-05-13T10:19:16.748" v="75"/>
        <pc:sldMkLst>
          <pc:docMk/>
          <pc:sldMk cId="2970935995" sldId="283"/>
        </pc:sldMkLst>
      </pc:sldChg>
    </pc:docChg>
  </pc:docChgLst>
  <pc:docChgLst>
    <pc:chgData name="Myriam Bensaid" userId="6732edbd-cc17-4b25-8fa6-040ea5375654" providerId="ADAL" clId="{9EF41607-4297-425F-B820-F9B0D3A9B5E2}"/>
    <pc:docChg chg="undo redo custSel addSld delSld modSld sldOrd">
      <pc:chgData name="Myriam Bensaid" userId="6732edbd-cc17-4b25-8fa6-040ea5375654" providerId="ADAL" clId="{9EF41607-4297-425F-B820-F9B0D3A9B5E2}" dt="2025-05-13T12:05:49.036" v="2877" actId="47"/>
      <pc:docMkLst>
        <pc:docMk/>
      </pc:docMkLst>
      <pc:sldChg chg="addSp delSp modSp mod">
        <pc:chgData name="Myriam Bensaid" userId="6732edbd-cc17-4b25-8fa6-040ea5375654" providerId="ADAL" clId="{9EF41607-4297-425F-B820-F9B0D3A9B5E2}" dt="2025-05-13T11:59:58.527" v="2864" actId="14100"/>
        <pc:sldMkLst>
          <pc:docMk/>
          <pc:sldMk cId="3784089036" sldId="256"/>
        </pc:sldMkLst>
        <pc:spChg chg="mod">
          <ac:chgData name="Myriam Bensaid" userId="6732edbd-cc17-4b25-8fa6-040ea5375654" providerId="ADAL" clId="{9EF41607-4297-425F-B820-F9B0D3A9B5E2}" dt="2025-05-13T10:35:04.244" v="1855" actId="1035"/>
          <ac:spMkLst>
            <pc:docMk/>
            <pc:sldMk cId="3784089036" sldId="256"/>
            <ac:spMk id="2" creationId="{00000000-0000-0000-0000-000000000000}"/>
          </ac:spMkLst>
        </pc:spChg>
        <pc:spChg chg="mod">
          <ac:chgData name="Myriam Bensaid" userId="6732edbd-cc17-4b25-8fa6-040ea5375654" providerId="ADAL" clId="{9EF41607-4297-425F-B820-F9B0D3A9B5E2}" dt="2025-05-13T11:59:58.527" v="2864" actId="14100"/>
          <ac:spMkLst>
            <pc:docMk/>
            <pc:sldMk cId="3784089036" sldId="256"/>
            <ac:spMk id="3" creationId="{00000000-0000-0000-0000-000000000000}"/>
          </ac:spMkLst>
        </pc:spChg>
        <pc:spChg chg="add mod">
          <ac:chgData name="Myriam Bensaid" userId="6732edbd-cc17-4b25-8fa6-040ea5375654" providerId="ADAL" clId="{9EF41607-4297-425F-B820-F9B0D3A9B5E2}" dt="2025-05-13T10:54:53.404" v="2109" actId="20577"/>
          <ac:spMkLst>
            <pc:docMk/>
            <pc:sldMk cId="3784089036" sldId="256"/>
            <ac:spMk id="11" creationId="{0DAC06B7-388D-6A29-16FD-BEECA7ADB120}"/>
          </ac:spMkLst>
        </pc:spChg>
        <pc:spChg chg="add mod">
          <ac:chgData name="Myriam Bensaid" userId="6732edbd-cc17-4b25-8fa6-040ea5375654" providerId="ADAL" clId="{9EF41607-4297-425F-B820-F9B0D3A9B5E2}" dt="2025-05-13T10:57:54.929" v="2335" actId="14100"/>
          <ac:spMkLst>
            <pc:docMk/>
            <pc:sldMk cId="3784089036" sldId="256"/>
            <ac:spMk id="14" creationId="{0963C5F4-48CC-1912-E859-BE1F87659271}"/>
          </ac:spMkLst>
        </pc:spChg>
        <pc:picChg chg="mod">
          <ac:chgData name="Myriam Bensaid" userId="6732edbd-cc17-4b25-8fa6-040ea5375654" providerId="ADAL" clId="{9EF41607-4297-425F-B820-F9B0D3A9B5E2}" dt="2025-05-13T10:34:08.278" v="1740"/>
          <ac:picMkLst>
            <pc:docMk/>
            <pc:sldMk cId="3784089036" sldId="256"/>
            <ac:picMk id="7" creationId="{55F952E4-955F-8A0A-4F32-18478370EF8D}"/>
          </ac:picMkLst>
        </pc:picChg>
        <pc:picChg chg="add mod">
          <ac:chgData name="Myriam Bensaid" userId="6732edbd-cc17-4b25-8fa6-040ea5375654" providerId="ADAL" clId="{9EF41607-4297-425F-B820-F9B0D3A9B5E2}" dt="2025-05-13T10:53:38.367" v="2047" actId="1037"/>
          <ac:picMkLst>
            <pc:docMk/>
            <pc:sldMk cId="3784089036" sldId="256"/>
            <ac:picMk id="13" creationId="{7C3BE7AC-4391-D2EA-4FAD-BF06E8910B31}"/>
          </ac:picMkLst>
        </pc:picChg>
      </pc:sldChg>
      <pc:sldChg chg="addSp delSp modSp mod">
        <pc:chgData name="Myriam Bensaid" userId="6732edbd-cc17-4b25-8fa6-040ea5375654" providerId="ADAL" clId="{9EF41607-4297-425F-B820-F9B0D3A9B5E2}" dt="2025-05-13T12:04:22.742" v="2876"/>
        <pc:sldMkLst>
          <pc:docMk/>
          <pc:sldMk cId="2747738135" sldId="257"/>
        </pc:sldMkLst>
        <pc:spChg chg="mod">
          <ac:chgData name="Myriam Bensaid" userId="6732edbd-cc17-4b25-8fa6-040ea5375654" providerId="ADAL" clId="{9EF41607-4297-425F-B820-F9B0D3A9B5E2}" dt="2025-05-13T12:04:01.341" v="2872" actId="20577"/>
          <ac:spMkLst>
            <pc:docMk/>
            <pc:sldMk cId="2747738135" sldId="257"/>
            <ac:spMk id="2" creationId="{B795DD2E-8DA8-00D9-D8AD-A43EAFF5E2EE}"/>
          </ac:spMkLst>
        </pc:spChg>
        <pc:picChg chg="add mod ord">
          <ac:chgData name="Myriam Bensaid" userId="6732edbd-cc17-4b25-8fa6-040ea5375654" providerId="ADAL" clId="{9EF41607-4297-425F-B820-F9B0D3A9B5E2}" dt="2025-05-12T21:19:38.443" v="1048" actId="1076"/>
          <ac:picMkLst>
            <pc:docMk/>
            <pc:sldMk cId="2747738135" sldId="257"/>
            <ac:picMk id="7" creationId="{9A2BE67D-2C9B-A472-7F01-3622E5CBA413}"/>
          </ac:picMkLst>
        </pc:picChg>
        <pc:picChg chg="add mod ord">
          <ac:chgData name="Myriam Bensaid" userId="6732edbd-cc17-4b25-8fa6-040ea5375654" providerId="ADAL" clId="{9EF41607-4297-425F-B820-F9B0D3A9B5E2}" dt="2025-05-12T21:19:31.934" v="1047" actId="1076"/>
          <ac:picMkLst>
            <pc:docMk/>
            <pc:sldMk cId="2747738135" sldId="257"/>
            <ac:picMk id="8" creationId="{AEE63AE5-E744-3A3A-3B55-C5195431B617}"/>
          </ac:picMkLst>
        </pc:picChg>
      </pc:sldChg>
      <pc:sldChg chg="addSp modSp mod modNotesTx">
        <pc:chgData name="Myriam Bensaid" userId="6732edbd-cc17-4b25-8fa6-040ea5375654" providerId="ADAL" clId="{9EF41607-4297-425F-B820-F9B0D3A9B5E2}" dt="2025-05-13T11:44:46.320" v="2521" actId="20577"/>
        <pc:sldMkLst>
          <pc:docMk/>
          <pc:sldMk cId="3497336989" sldId="258"/>
        </pc:sldMkLst>
        <pc:picChg chg="add mod ord">
          <ac:chgData name="Myriam Bensaid" userId="6732edbd-cc17-4b25-8fa6-040ea5375654" providerId="ADAL" clId="{9EF41607-4297-425F-B820-F9B0D3A9B5E2}" dt="2025-05-12T21:20:03.021" v="1050" actId="167"/>
          <ac:picMkLst>
            <pc:docMk/>
            <pc:sldMk cId="3497336989" sldId="258"/>
            <ac:picMk id="3" creationId="{06ABF2FE-8F16-C706-7921-D8CF7808C7A1}"/>
          </ac:picMkLst>
        </pc:picChg>
        <pc:picChg chg="add mod ord">
          <ac:chgData name="Myriam Bensaid" userId="6732edbd-cc17-4b25-8fa6-040ea5375654" providerId="ADAL" clId="{9EF41607-4297-425F-B820-F9B0D3A9B5E2}" dt="2025-05-12T21:20:03.021" v="1050" actId="167"/>
          <ac:picMkLst>
            <pc:docMk/>
            <pc:sldMk cId="3497336989" sldId="258"/>
            <ac:picMk id="5" creationId="{65C230B9-4E3D-6F03-4629-048938DAC05F}"/>
          </ac:picMkLst>
        </pc:picChg>
      </pc:sldChg>
      <pc:sldChg chg="addSp delSp modSp mod modNotesTx">
        <pc:chgData name="Myriam Bensaid" userId="6732edbd-cc17-4b25-8fa6-040ea5375654" providerId="ADAL" clId="{9EF41607-4297-425F-B820-F9B0D3A9B5E2}" dt="2025-05-13T11:45:41.957" v="2547" actId="20577"/>
        <pc:sldMkLst>
          <pc:docMk/>
          <pc:sldMk cId="3287384019" sldId="259"/>
        </pc:sldMkLst>
        <pc:picChg chg="add mod ord">
          <ac:chgData name="Myriam Bensaid" userId="6732edbd-cc17-4b25-8fa6-040ea5375654" providerId="ADAL" clId="{9EF41607-4297-425F-B820-F9B0D3A9B5E2}" dt="2025-05-12T21:20:13.789" v="1052" actId="167"/>
          <ac:picMkLst>
            <pc:docMk/>
            <pc:sldMk cId="3287384019" sldId="259"/>
            <ac:picMk id="9" creationId="{A466D225-B741-AE35-6D74-F3E5424361B3}"/>
          </ac:picMkLst>
        </pc:picChg>
        <pc:picChg chg="add mod ord">
          <ac:chgData name="Myriam Bensaid" userId="6732edbd-cc17-4b25-8fa6-040ea5375654" providerId="ADAL" clId="{9EF41607-4297-425F-B820-F9B0D3A9B5E2}" dt="2025-05-12T21:20:13.789" v="1052" actId="167"/>
          <ac:picMkLst>
            <pc:docMk/>
            <pc:sldMk cId="3287384019" sldId="259"/>
            <ac:picMk id="10" creationId="{DF7E802C-FABC-BFC9-2C7E-9B5B8A9B25AB}"/>
          </ac:picMkLst>
        </pc:picChg>
      </pc:sldChg>
      <pc:sldChg chg="addSp modSp mod modNotesTx">
        <pc:chgData name="Myriam Bensaid" userId="6732edbd-cc17-4b25-8fa6-040ea5375654" providerId="ADAL" clId="{9EF41607-4297-425F-B820-F9B0D3A9B5E2}" dt="2025-05-13T11:46:03.712" v="2575" actId="20577"/>
        <pc:sldMkLst>
          <pc:docMk/>
          <pc:sldMk cId="3179145733" sldId="260"/>
        </pc:sldMkLst>
        <pc:picChg chg="add mod ord">
          <ac:chgData name="Myriam Bensaid" userId="6732edbd-cc17-4b25-8fa6-040ea5375654" providerId="ADAL" clId="{9EF41607-4297-425F-B820-F9B0D3A9B5E2}" dt="2025-05-12T21:20:23.327" v="1054" actId="167"/>
          <ac:picMkLst>
            <pc:docMk/>
            <pc:sldMk cId="3179145733" sldId="260"/>
            <ac:picMk id="4" creationId="{82E3BF42-7A0E-581A-F0DB-BA9A44EE3AAC}"/>
          </ac:picMkLst>
        </pc:picChg>
        <pc:picChg chg="add mod ord">
          <ac:chgData name="Myriam Bensaid" userId="6732edbd-cc17-4b25-8fa6-040ea5375654" providerId="ADAL" clId="{9EF41607-4297-425F-B820-F9B0D3A9B5E2}" dt="2025-05-12T21:20:23.327" v="1054" actId="167"/>
          <ac:picMkLst>
            <pc:docMk/>
            <pc:sldMk cId="3179145733" sldId="260"/>
            <ac:picMk id="5" creationId="{FA6DE95D-5232-3E3B-1B10-30498B158310}"/>
          </ac:picMkLst>
        </pc:picChg>
      </pc:sldChg>
      <pc:sldChg chg="addSp modSp mod modNotesTx">
        <pc:chgData name="Myriam Bensaid" userId="6732edbd-cc17-4b25-8fa6-040ea5375654" providerId="ADAL" clId="{9EF41607-4297-425F-B820-F9B0D3A9B5E2}" dt="2025-05-13T11:48:14.082" v="2607" actId="5793"/>
        <pc:sldMkLst>
          <pc:docMk/>
          <pc:sldMk cId="964759020" sldId="261"/>
        </pc:sldMkLst>
        <pc:picChg chg="add mod ord">
          <ac:chgData name="Myriam Bensaid" userId="6732edbd-cc17-4b25-8fa6-040ea5375654" providerId="ADAL" clId="{9EF41607-4297-425F-B820-F9B0D3A9B5E2}" dt="2025-05-12T21:20:32.588" v="1056" actId="167"/>
          <ac:picMkLst>
            <pc:docMk/>
            <pc:sldMk cId="964759020" sldId="261"/>
            <ac:picMk id="4" creationId="{A24024A3-2FE5-44BA-B82B-1D8F0330E2C5}"/>
          </ac:picMkLst>
        </pc:picChg>
        <pc:picChg chg="add mod ord">
          <ac:chgData name="Myriam Bensaid" userId="6732edbd-cc17-4b25-8fa6-040ea5375654" providerId="ADAL" clId="{9EF41607-4297-425F-B820-F9B0D3A9B5E2}" dt="2025-05-12T21:20:32.588" v="1056" actId="167"/>
          <ac:picMkLst>
            <pc:docMk/>
            <pc:sldMk cId="964759020" sldId="261"/>
            <ac:picMk id="5" creationId="{2BE4C435-B5A7-2BF5-AD60-0090CBDFB48F}"/>
          </ac:picMkLst>
        </pc:picChg>
      </pc:sldChg>
      <pc:sldChg chg="addSp modSp del mod modShow">
        <pc:chgData name="Myriam Bensaid" userId="6732edbd-cc17-4b25-8fa6-040ea5375654" providerId="ADAL" clId="{9EF41607-4297-425F-B820-F9B0D3A9B5E2}" dt="2025-05-13T12:05:49.036" v="2877" actId="47"/>
        <pc:sldMkLst>
          <pc:docMk/>
          <pc:sldMk cId="2572991978" sldId="262"/>
        </pc:sldMkLst>
      </pc:sldChg>
      <pc:sldChg chg="addSp modSp mod">
        <pc:chgData name="Myriam Bensaid" userId="6732edbd-cc17-4b25-8fa6-040ea5375654" providerId="ADAL" clId="{9EF41607-4297-425F-B820-F9B0D3A9B5E2}" dt="2025-05-13T11:49:30.348" v="2625" actId="20577"/>
        <pc:sldMkLst>
          <pc:docMk/>
          <pc:sldMk cId="1876133328" sldId="263"/>
        </pc:sldMkLst>
        <pc:spChg chg="mod">
          <ac:chgData name="Myriam Bensaid" userId="6732edbd-cc17-4b25-8fa6-040ea5375654" providerId="ADAL" clId="{9EF41607-4297-425F-B820-F9B0D3A9B5E2}" dt="2025-05-13T11:49:30.348" v="2625" actId="20577"/>
          <ac:spMkLst>
            <pc:docMk/>
            <pc:sldMk cId="1876133328" sldId="263"/>
            <ac:spMk id="2" creationId="{37EA3F49-9A50-A15D-E2EB-16646E8B3EC6}"/>
          </ac:spMkLst>
        </pc:spChg>
        <pc:picChg chg="add mod ord">
          <ac:chgData name="Myriam Bensaid" userId="6732edbd-cc17-4b25-8fa6-040ea5375654" providerId="ADAL" clId="{9EF41607-4297-425F-B820-F9B0D3A9B5E2}" dt="2025-05-12T21:20:52.271" v="1060" actId="167"/>
          <ac:picMkLst>
            <pc:docMk/>
            <pc:sldMk cId="1876133328" sldId="263"/>
            <ac:picMk id="4" creationId="{8B308EE6-3415-ED7E-A261-B636D7E22E9B}"/>
          </ac:picMkLst>
        </pc:picChg>
        <pc:picChg chg="add mod ord">
          <ac:chgData name="Myriam Bensaid" userId="6732edbd-cc17-4b25-8fa6-040ea5375654" providerId="ADAL" clId="{9EF41607-4297-425F-B820-F9B0D3A9B5E2}" dt="2025-05-12T21:20:52.271" v="1060" actId="167"/>
          <ac:picMkLst>
            <pc:docMk/>
            <pc:sldMk cId="1876133328" sldId="263"/>
            <ac:picMk id="5" creationId="{43CC9BB5-2590-E1C9-0146-78EF31617939}"/>
          </ac:picMkLst>
        </pc:picChg>
      </pc:sldChg>
      <pc:sldChg chg="addSp delSp modSp mod">
        <pc:chgData name="Myriam Bensaid" userId="6732edbd-cc17-4b25-8fa6-040ea5375654" providerId="ADAL" clId="{9EF41607-4297-425F-B820-F9B0D3A9B5E2}" dt="2025-05-13T11:50:31.334" v="2626" actId="478"/>
        <pc:sldMkLst>
          <pc:docMk/>
          <pc:sldMk cId="1007892645" sldId="264"/>
        </pc:sldMkLst>
        <pc:picChg chg="add mod ord">
          <ac:chgData name="Myriam Bensaid" userId="6732edbd-cc17-4b25-8fa6-040ea5375654" providerId="ADAL" clId="{9EF41607-4297-425F-B820-F9B0D3A9B5E2}" dt="2025-05-12T21:21:20.753" v="1066" actId="167"/>
          <ac:picMkLst>
            <pc:docMk/>
            <pc:sldMk cId="1007892645" sldId="264"/>
            <ac:picMk id="4" creationId="{886B8F1D-6C3E-4CC3-CE78-148582FDDD45}"/>
          </ac:picMkLst>
        </pc:picChg>
        <pc:picChg chg="add mod ord">
          <ac:chgData name="Myriam Bensaid" userId="6732edbd-cc17-4b25-8fa6-040ea5375654" providerId="ADAL" clId="{9EF41607-4297-425F-B820-F9B0D3A9B5E2}" dt="2025-05-12T21:21:20.753" v="1066" actId="167"/>
          <ac:picMkLst>
            <pc:docMk/>
            <pc:sldMk cId="1007892645" sldId="264"/>
            <ac:picMk id="5" creationId="{B8CDE003-8505-3F58-37A2-050EB005BF0B}"/>
          </ac:picMkLst>
        </pc:picChg>
      </pc:sldChg>
      <pc:sldChg chg="addSp modSp mod">
        <pc:chgData name="Myriam Bensaid" userId="6732edbd-cc17-4b25-8fa6-040ea5375654" providerId="ADAL" clId="{9EF41607-4297-425F-B820-F9B0D3A9B5E2}" dt="2025-05-12T21:21:26.848" v="1068" actId="167"/>
        <pc:sldMkLst>
          <pc:docMk/>
          <pc:sldMk cId="398091348" sldId="265"/>
        </pc:sldMkLst>
      </pc:sldChg>
      <pc:sldChg chg="addSp modSp mod modNotesTx">
        <pc:chgData name="Myriam Bensaid" userId="6732edbd-cc17-4b25-8fa6-040ea5375654" providerId="ADAL" clId="{9EF41607-4297-425F-B820-F9B0D3A9B5E2}" dt="2025-05-13T11:56:26.045" v="2760" actId="20577"/>
        <pc:sldMkLst>
          <pc:docMk/>
          <pc:sldMk cId="1466491715" sldId="266"/>
        </pc:sldMkLst>
        <pc:picChg chg="add mod ord">
          <ac:chgData name="Myriam Bensaid" userId="6732edbd-cc17-4b25-8fa6-040ea5375654" providerId="ADAL" clId="{9EF41607-4297-425F-B820-F9B0D3A9B5E2}" dt="2025-05-12T21:22:02.705" v="1078" actId="167"/>
          <ac:picMkLst>
            <pc:docMk/>
            <pc:sldMk cId="1466491715" sldId="266"/>
            <ac:picMk id="4" creationId="{45C78A00-5CC0-B0AF-97B4-7EEFC4B7012F}"/>
          </ac:picMkLst>
        </pc:picChg>
      </pc:sldChg>
      <pc:sldChg chg="addSp modSp del mod">
        <pc:chgData name="Myriam Bensaid" userId="6732edbd-cc17-4b25-8fa6-040ea5375654" providerId="ADAL" clId="{9EF41607-4297-425F-B820-F9B0D3A9B5E2}" dt="2025-05-13T10:07:07.542" v="1682" actId="47"/>
        <pc:sldMkLst>
          <pc:docMk/>
          <pc:sldMk cId="2335391542" sldId="267"/>
        </pc:sldMkLst>
      </pc:sldChg>
      <pc:sldChg chg="addSp modSp del mod">
        <pc:chgData name="Myriam Bensaid" userId="6732edbd-cc17-4b25-8fa6-040ea5375654" providerId="ADAL" clId="{9EF41607-4297-425F-B820-F9B0D3A9B5E2}" dt="2025-05-12T22:02:04.850" v="1334" actId="47"/>
        <pc:sldMkLst>
          <pc:docMk/>
          <pc:sldMk cId="1889526354" sldId="268"/>
        </pc:sldMkLst>
      </pc:sldChg>
      <pc:sldChg chg="addSp modSp mod">
        <pc:chgData name="Myriam Bensaid" userId="6732edbd-cc17-4b25-8fa6-040ea5375654" providerId="ADAL" clId="{9EF41607-4297-425F-B820-F9B0D3A9B5E2}" dt="2025-05-12T22:02:30.838" v="1357" actId="1035"/>
        <pc:sldMkLst>
          <pc:docMk/>
          <pc:sldMk cId="3106357947" sldId="269"/>
        </pc:sldMkLst>
        <pc:picChg chg="add mod ord">
          <ac:chgData name="Myriam Bensaid" userId="6732edbd-cc17-4b25-8fa6-040ea5375654" providerId="ADAL" clId="{9EF41607-4297-425F-B820-F9B0D3A9B5E2}" dt="2025-05-12T21:22:28.232" v="1084" actId="167"/>
          <ac:picMkLst>
            <pc:docMk/>
            <pc:sldMk cId="3106357947" sldId="269"/>
            <ac:picMk id="3" creationId="{0F82FC74-DDF8-BDC9-8F6C-3DA8E2A870F7}"/>
          </ac:picMkLst>
        </pc:picChg>
        <pc:picChg chg="mod">
          <ac:chgData name="Myriam Bensaid" userId="6732edbd-cc17-4b25-8fa6-040ea5375654" providerId="ADAL" clId="{9EF41607-4297-425F-B820-F9B0D3A9B5E2}" dt="2025-05-12T22:02:30.838" v="1357" actId="1035"/>
          <ac:picMkLst>
            <pc:docMk/>
            <pc:sldMk cId="3106357947" sldId="269"/>
            <ac:picMk id="4" creationId="{EAA35AC4-7A37-2F6E-5A3F-AA331D6C2618}"/>
          </ac:picMkLst>
        </pc:picChg>
        <pc:picChg chg="add mod ord">
          <ac:chgData name="Myriam Bensaid" userId="6732edbd-cc17-4b25-8fa6-040ea5375654" providerId="ADAL" clId="{9EF41607-4297-425F-B820-F9B0D3A9B5E2}" dt="2025-05-12T21:22:28.232" v="1084" actId="167"/>
          <ac:picMkLst>
            <pc:docMk/>
            <pc:sldMk cId="3106357947" sldId="269"/>
            <ac:picMk id="5" creationId="{D1BD0679-032D-6430-6611-C0A0801656DF}"/>
          </ac:picMkLst>
        </pc:picChg>
      </pc:sldChg>
      <pc:sldChg chg="addSp modSp mod">
        <pc:chgData name="Myriam Bensaid" userId="6732edbd-cc17-4b25-8fa6-040ea5375654" providerId="ADAL" clId="{9EF41607-4297-425F-B820-F9B0D3A9B5E2}" dt="2025-05-12T21:21:35.020" v="1070" actId="167"/>
        <pc:sldMkLst>
          <pc:docMk/>
          <pc:sldMk cId="2848038673" sldId="270"/>
        </pc:sldMkLst>
        <pc:picChg chg="add mod ord">
          <ac:chgData name="Myriam Bensaid" userId="6732edbd-cc17-4b25-8fa6-040ea5375654" providerId="ADAL" clId="{9EF41607-4297-425F-B820-F9B0D3A9B5E2}" dt="2025-05-12T21:21:35.020" v="1070" actId="167"/>
          <ac:picMkLst>
            <pc:docMk/>
            <pc:sldMk cId="2848038673" sldId="270"/>
            <ac:picMk id="4" creationId="{CB3470AA-2B90-9B41-E38F-3B46465D5715}"/>
          </ac:picMkLst>
        </pc:picChg>
        <pc:picChg chg="add mod ord">
          <ac:chgData name="Myriam Bensaid" userId="6732edbd-cc17-4b25-8fa6-040ea5375654" providerId="ADAL" clId="{9EF41607-4297-425F-B820-F9B0D3A9B5E2}" dt="2025-05-12T21:21:35.020" v="1070" actId="167"/>
          <ac:picMkLst>
            <pc:docMk/>
            <pc:sldMk cId="2848038673" sldId="270"/>
            <ac:picMk id="5" creationId="{E50BA902-ABA9-35B5-A3F4-AEAE5432D5C6}"/>
          </ac:picMkLst>
        </pc:picChg>
      </pc:sldChg>
      <pc:sldChg chg="addSp modSp mod">
        <pc:chgData name="Myriam Bensaid" userId="6732edbd-cc17-4b25-8fa6-040ea5375654" providerId="ADAL" clId="{9EF41607-4297-425F-B820-F9B0D3A9B5E2}" dt="2025-05-12T21:21:45.559" v="1074" actId="167"/>
        <pc:sldMkLst>
          <pc:docMk/>
          <pc:sldMk cId="3104885242" sldId="271"/>
        </pc:sldMkLst>
        <pc:picChg chg="add mod ord">
          <ac:chgData name="Myriam Bensaid" userId="6732edbd-cc17-4b25-8fa6-040ea5375654" providerId="ADAL" clId="{9EF41607-4297-425F-B820-F9B0D3A9B5E2}" dt="2025-05-12T21:21:45.559" v="1074" actId="167"/>
          <ac:picMkLst>
            <pc:docMk/>
            <pc:sldMk cId="3104885242" sldId="271"/>
            <ac:picMk id="4" creationId="{8892D093-AA23-ED26-C385-7A6AE1C58F3D}"/>
          </ac:picMkLst>
        </pc:picChg>
        <pc:picChg chg="add mod ord">
          <ac:chgData name="Myriam Bensaid" userId="6732edbd-cc17-4b25-8fa6-040ea5375654" providerId="ADAL" clId="{9EF41607-4297-425F-B820-F9B0D3A9B5E2}" dt="2025-05-12T21:21:45.559" v="1074" actId="167"/>
          <ac:picMkLst>
            <pc:docMk/>
            <pc:sldMk cId="3104885242" sldId="271"/>
            <ac:picMk id="5" creationId="{4D433BE0-FC82-35A5-1CA6-7817C1A1CA79}"/>
          </ac:picMkLst>
        </pc:picChg>
      </pc:sldChg>
      <pc:sldChg chg="addSp modSp mod">
        <pc:chgData name="Myriam Bensaid" userId="6732edbd-cc17-4b25-8fa6-040ea5375654" providerId="ADAL" clId="{9EF41607-4297-425F-B820-F9B0D3A9B5E2}" dt="2025-05-13T11:50:54.882" v="2627" actId="6549"/>
        <pc:sldMkLst>
          <pc:docMk/>
          <pc:sldMk cId="2251917429" sldId="272"/>
        </pc:sldMkLst>
      </pc:sldChg>
      <pc:sldChg chg="addSp modSp mod">
        <pc:chgData name="Myriam Bensaid" userId="6732edbd-cc17-4b25-8fa6-040ea5375654" providerId="ADAL" clId="{9EF41607-4297-425F-B820-F9B0D3A9B5E2}" dt="2025-05-12T21:21:50.089" v="1076" actId="167"/>
        <pc:sldMkLst>
          <pc:docMk/>
          <pc:sldMk cId="1168645551" sldId="273"/>
        </pc:sldMkLst>
      </pc:sldChg>
      <pc:sldChg chg="addSp delSp modSp mod modNotesTx">
        <pc:chgData name="Myriam Bensaid" userId="6732edbd-cc17-4b25-8fa6-040ea5375654" providerId="ADAL" clId="{9EF41607-4297-425F-B820-F9B0D3A9B5E2}" dt="2025-05-13T07:17:48.889" v="1681" actId="20577"/>
        <pc:sldMkLst>
          <pc:docMk/>
          <pc:sldMk cId="3581169715" sldId="274"/>
        </pc:sldMkLst>
        <pc:spChg chg="mod">
          <ac:chgData name="Myriam Bensaid" userId="6732edbd-cc17-4b25-8fa6-040ea5375654" providerId="ADAL" clId="{9EF41607-4297-425F-B820-F9B0D3A9B5E2}" dt="2025-05-13T07:08:18.795" v="1394" actId="20577"/>
          <ac:spMkLst>
            <pc:docMk/>
            <pc:sldMk cId="3581169715" sldId="274"/>
            <ac:spMk id="2" creationId="{BD4780B7-2C94-1AE2-589C-7745BBB1C1F0}"/>
          </ac:spMkLst>
        </pc:spChg>
        <pc:spChg chg="add mod">
          <ac:chgData name="Myriam Bensaid" userId="6732edbd-cc17-4b25-8fa6-040ea5375654" providerId="ADAL" clId="{9EF41607-4297-425F-B820-F9B0D3A9B5E2}" dt="2025-05-13T07:17:21.174" v="1680" actId="14100"/>
          <ac:spMkLst>
            <pc:docMk/>
            <pc:sldMk cId="3581169715" sldId="274"/>
            <ac:spMk id="11" creationId="{B29354C5-9530-AFEB-894E-056BE9D31DBB}"/>
          </ac:spMkLst>
        </pc:spChg>
        <pc:picChg chg="add mod ord">
          <ac:chgData name="Myriam Bensaid" userId="6732edbd-cc17-4b25-8fa6-040ea5375654" providerId="ADAL" clId="{9EF41607-4297-425F-B820-F9B0D3A9B5E2}" dt="2025-05-12T21:22:33.486" v="1086" actId="167"/>
          <ac:picMkLst>
            <pc:docMk/>
            <pc:sldMk cId="3581169715" sldId="274"/>
            <ac:picMk id="3" creationId="{6BA500FB-599D-6979-4ED4-264827F2B22A}"/>
          </ac:picMkLst>
        </pc:picChg>
        <pc:picChg chg="add mod ord">
          <ac:chgData name="Myriam Bensaid" userId="6732edbd-cc17-4b25-8fa6-040ea5375654" providerId="ADAL" clId="{9EF41607-4297-425F-B820-F9B0D3A9B5E2}" dt="2025-05-12T21:22:33.486" v="1086" actId="167"/>
          <ac:picMkLst>
            <pc:docMk/>
            <pc:sldMk cId="3581169715" sldId="274"/>
            <ac:picMk id="4" creationId="{81A9F19A-F737-89F1-08B4-6EDBA6110253}"/>
          </ac:picMkLst>
        </pc:picChg>
        <pc:picChg chg="add mod">
          <ac:chgData name="Myriam Bensaid" userId="6732edbd-cc17-4b25-8fa6-040ea5375654" providerId="ADAL" clId="{9EF41607-4297-425F-B820-F9B0D3A9B5E2}" dt="2025-05-13T07:17:02.814" v="1659" actId="1037"/>
          <ac:picMkLst>
            <pc:docMk/>
            <pc:sldMk cId="3581169715" sldId="274"/>
            <ac:picMk id="10" creationId="{1E42669D-1343-DD91-584A-6E02ADC05F3B}"/>
          </ac:picMkLst>
        </pc:picChg>
      </pc:sldChg>
      <pc:sldChg chg="addSp modSp mod">
        <pc:chgData name="Myriam Bensaid" userId="6732edbd-cc17-4b25-8fa6-040ea5375654" providerId="ADAL" clId="{9EF41607-4297-425F-B820-F9B0D3A9B5E2}" dt="2025-05-12T21:22:42.375" v="1088" actId="167"/>
        <pc:sldMkLst>
          <pc:docMk/>
          <pc:sldMk cId="3730856263" sldId="275"/>
        </pc:sldMkLst>
      </pc:sldChg>
      <pc:sldChg chg="addSp modSp mod">
        <pc:chgData name="Myriam Bensaid" userId="6732edbd-cc17-4b25-8fa6-040ea5375654" providerId="ADAL" clId="{9EF41607-4297-425F-B820-F9B0D3A9B5E2}" dt="2025-05-13T10:50:49.278" v="1907" actId="14826"/>
        <pc:sldMkLst>
          <pc:docMk/>
          <pc:sldMk cId="852785038" sldId="276"/>
        </pc:sldMkLst>
      </pc:sldChg>
      <pc:sldChg chg="addSp modSp mod">
        <pc:chgData name="Myriam Bensaid" userId="6732edbd-cc17-4b25-8fa6-040ea5375654" providerId="ADAL" clId="{9EF41607-4297-425F-B820-F9B0D3A9B5E2}" dt="2025-05-12T21:22:57.001" v="1092" actId="167"/>
        <pc:sldMkLst>
          <pc:docMk/>
          <pc:sldMk cId="3951666606" sldId="277"/>
        </pc:sldMkLst>
        <pc:picChg chg="add mod ord">
          <ac:chgData name="Myriam Bensaid" userId="6732edbd-cc17-4b25-8fa6-040ea5375654" providerId="ADAL" clId="{9EF41607-4297-425F-B820-F9B0D3A9B5E2}" dt="2025-05-12T21:22:57.001" v="1092" actId="167"/>
          <ac:picMkLst>
            <pc:docMk/>
            <pc:sldMk cId="3951666606" sldId="277"/>
            <ac:picMk id="3" creationId="{C826BAB3-5C97-6D0F-FA87-D16E0BD7D2B1}"/>
          </ac:picMkLst>
        </pc:picChg>
        <pc:picChg chg="add mod ord">
          <ac:chgData name="Myriam Bensaid" userId="6732edbd-cc17-4b25-8fa6-040ea5375654" providerId="ADAL" clId="{9EF41607-4297-425F-B820-F9B0D3A9B5E2}" dt="2025-05-12T21:22:57.001" v="1092" actId="167"/>
          <ac:picMkLst>
            <pc:docMk/>
            <pc:sldMk cId="3951666606" sldId="277"/>
            <ac:picMk id="4" creationId="{2C82BF07-7B84-2DEF-D1F2-1C35944D9886}"/>
          </ac:picMkLst>
        </pc:picChg>
      </pc:sldChg>
      <pc:sldChg chg="addSp delSp modSp mod">
        <pc:chgData name="Myriam Bensaid" userId="6732edbd-cc17-4b25-8fa6-040ea5375654" providerId="ADAL" clId="{9EF41607-4297-425F-B820-F9B0D3A9B5E2}" dt="2025-05-12T21:21:09.920" v="1064" actId="167"/>
        <pc:sldMkLst>
          <pc:docMk/>
          <pc:sldMk cId="203898375" sldId="278"/>
        </pc:sldMkLst>
        <pc:picChg chg="add mod ord">
          <ac:chgData name="Myriam Bensaid" userId="6732edbd-cc17-4b25-8fa6-040ea5375654" providerId="ADAL" clId="{9EF41607-4297-425F-B820-F9B0D3A9B5E2}" dt="2025-05-12T21:21:09.920" v="1064" actId="167"/>
          <ac:picMkLst>
            <pc:docMk/>
            <pc:sldMk cId="203898375" sldId="278"/>
            <ac:picMk id="4" creationId="{FF22985F-7B62-ADC6-BE9F-1712544E3A3A}"/>
          </ac:picMkLst>
        </pc:picChg>
        <pc:picChg chg="add mod ord">
          <ac:chgData name="Myriam Bensaid" userId="6732edbd-cc17-4b25-8fa6-040ea5375654" providerId="ADAL" clId="{9EF41607-4297-425F-B820-F9B0D3A9B5E2}" dt="2025-05-12T21:21:09.920" v="1064" actId="167"/>
          <ac:picMkLst>
            <pc:docMk/>
            <pc:sldMk cId="203898375" sldId="278"/>
            <ac:picMk id="6" creationId="{387CECFB-DBE3-3F2B-5E2B-A004DE779CD6}"/>
          </ac:picMkLst>
        </pc:picChg>
      </pc:sldChg>
      <pc:sldChg chg="addSp modSp del mod">
        <pc:chgData name="Myriam Bensaid" userId="6732edbd-cc17-4b25-8fa6-040ea5375654" providerId="ADAL" clId="{9EF41607-4297-425F-B820-F9B0D3A9B5E2}" dt="2025-05-13T11:41:20.872" v="2341" actId="47"/>
        <pc:sldMkLst>
          <pc:docMk/>
          <pc:sldMk cId="4185814877" sldId="279"/>
        </pc:sldMkLst>
      </pc:sldChg>
      <pc:sldChg chg="add">
        <pc:chgData name="Myriam Bensaid" userId="6732edbd-cc17-4b25-8fa6-040ea5375654" providerId="ADAL" clId="{9EF41607-4297-425F-B820-F9B0D3A9B5E2}" dt="2025-05-13T07:08:09.751" v="1368" actId="2890"/>
        <pc:sldMkLst>
          <pc:docMk/>
          <pc:sldMk cId="12991851" sldId="280"/>
        </pc:sldMkLst>
      </pc:sldChg>
      <pc:sldChg chg="modSp mod ord modNotesTx">
        <pc:chgData name="Myriam Bensaid" userId="6732edbd-cc17-4b25-8fa6-040ea5375654" providerId="ADAL" clId="{9EF41607-4297-425F-B820-F9B0D3A9B5E2}" dt="2025-05-13T11:54:24.816" v="2699" actId="20577"/>
        <pc:sldMkLst>
          <pc:docMk/>
          <pc:sldMk cId="1111283915" sldId="281"/>
        </pc:sldMkLst>
        <pc:spChg chg="mod">
          <ac:chgData name="Myriam Bensaid" userId="6732edbd-cc17-4b25-8fa6-040ea5375654" providerId="ADAL" clId="{9EF41607-4297-425F-B820-F9B0D3A9B5E2}" dt="2025-05-13T11:52:11.965" v="2648" actId="20577"/>
          <ac:spMkLst>
            <pc:docMk/>
            <pc:sldMk cId="1111283915" sldId="281"/>
            <ac:spMk id="2" creationId="{EB4C13E9-7ADA-8D17-3AFF-165995A77559}"/>
          </ac:spMkLst>
        </pc:spChg>
        <pc:spChg chg="mod">
          <ac:chgData name="Myriam Bensaid" userId="6732edbd-cc17-4b25-8fa6-040ea5375654" providerId="ADAL" clId="{9EF41607-4297-425F-B820-F9B0D3A9B5E2}" dt="2025-05-13T10:52:05.940" v="1942" actId="1035"/>
          <ac:spMkLst>
            <pc:docMk/>
            <pc:sldMk cId="1111283915" sldId="281"/>
            <ac:spMk id="3" creationId="{D8FF151B-ED03-6BCD-4B4D-1ED989A56F1E}"/>
          </ac:spMkLst>
        </pc:spChg>
      </pc:sldChg>
      <pc:sldChg chg="modSp mod modNotesTx">
        <pc:chgData name="Myriam Bensaid" userId="6732edbd-cc17-4b25-8fa6-040ea5375654" providerId="ADAL" clId="{9EF41607-4297-425F-B820-F9B0D3A9B5E2}" dt="2025-05-13T11:57:04.042" v="2788" actId="20577"/>
        <pc:sldMkLst>
          <pc:docMk/>
          <pc:sldMk cId="623530343" sldId="282"/>
        </pc:sldMkLst>
      </pc:sldChg>
      <pc:sldChg chg="modNotesTx">
        <pc:chgData name="Myriam Bensaid" userId="6732edbd-cc17-4b25-8fa6-040ea5375654" providerId="ADAL" clId="{9EF41607-4297-425F-B820-F9B0D3A9B5E2}" dt="2025-05-13T11:57:49.838" v="2838" actId="20577"/>
        <pc:sldMkLst>
          <pc:docMk/>
          <pc:sldMk cId="2970935995" sldId="283"/>
        </pc:sldMkLst>
      </pc:sldChg>
      <pc:sldChg chg="add modNotesTx">
        <pc:chgData name="Myriam Bensaid" userId="6732edbd-cc17-4b25-8fa6-040ea5375654" providerId="ADAL" clId="{9EF41607-4297-425F-B820-F9B0D3A9B5E2}" dt="2025-05-13T11:43:44.235" v="2459" actId="20577"/>
        <pc:sldMkLst>
          <pc:docMk/>
          <pc:sldMk cId="1555216939" sldId="284"/>
        </pc:sldMkLst>
      </pc:sldChg>
    </pc:docChg>
  </pc:docChgLst>
  <pc:docChgLst>
    <pc:chgData name="Ibrahim Fridjine" userId="S::ibrahim.fridjine@etu.cyu.fr::67dc31e2-e662-4518-b469-c9f45de4918e" providerId="AD" clId="Web-{C6A7FBB3-9CD0-2DF5-30F7-3213F97B833A}"/>
    <pc:docChg chg="modSld">
      <pc:chgData name="Ibrahim Fridjine" userId="S::ibrahim.fridjine@etu.cyu.fr::67dc31e2-e662-4518-b469-c9f45de4918e" providerId="AD" clId="Web-{C6A7FBB3-9CD0-2DF5-30F7-3213F97B833A}" dt="2025-06-04T08:44:15.626" v="1" actId="14100"/>
      <pc:docMkLst>
        <pc:docMk/>
      </pc:docMkLst>
      <pc:sldChg chg="modSp">
        <pc:chgData name="Ibrahim Fridjine" userId="S::ibrahim.fridjine@etu.cyu.fr::67dc31e2-e662-4518-b469-c9f45de4918e" providerId="AD" clId="Web-{C6A7FBB3-9CD0-2DF5-30F7-3213F97B833A}" dt="2025-06-04T08:44:05.892" v="0" actId="1076"/>
        <pc:sldMkLst>
          <pc:docMk/>
          <pc:sldMk cId="3832222315" sldId="291"/>
        </pc:sldMkLst>
        <pc:picChg chg="mod">
          <ac:chgData name="Ibrahim Fridjine" userId="S::ibrahim.fridjine@etu.cyu.fr::67dc31e2-e662-4518-b469-c9f45de4918e" providerId="AD" clId="Web-{C6A7FBB3-9CD0-2DF5-30F7-3213F97B833A}" dt="2025-06-04T08:44:05.892" v="0" actId="1076"/>
          <ac:picMkLst>
            <pc:docMk/>
            <pc:sldMk cId="3832222315" sldId="291"/>
            <ac:picMk id="12" creationId="{8383D55F-0010-180E-5849-D0F5AB18D8C1}"/>
          </ac:picMkLst>
        </pc:picChg>
      </pc:sldChg>
      <pc:sldChg chg="modSp">
        <pc:chgData name="Ibrahim Fridjine" userId="S::ibrahim.fridjine@etu.cyu.fr::67dc31e2-e662-4518-b469-c9f45de4918e" providerId="AD" clId="Web-{C6A7FBB3-9CD0-2DF5-30F7-3213F97B833A}" dt="2025-06-04T08:44:15.626" v="1" actId="14100"/>
        <pc:sldMkLst>
          <pc:docMk/>
          <pc:sldMk cId="4048429243" sldId="292"/>
        </pc:sldMkLst>
        <pc:spChg chg="mod">
          <ac:chgData name="Ibrahim Fridjine" userId="S::ibrahim.fridjine@etu.cyu.fr::67dc31e2-e662-4518-b469-c9f45de4918e" providerId="AD" clId="Web-{C6A7FBB3-9CD0-2DF5-30F7-3213F97B833A}" dt="2025-06-04T08:44:15.626" v="1" actId="14100"/>
          <ac:spMkLst>
            <pc:docMk/>
            <pc:sldMk cId="4048429243" sldId="292"/>
            <ac:spMk id="16" creationId="{C4BE8439-677E-162C-23A7-34779665B186}"/>
          </ac:spMkLst>
        </pc:spChg>
      </pc:sldChg>
    </pc:docChg>
  </pc:docChgLst>
  <pc:docChgLst>
    <pc:chgData name="Tom Jaffrain" userId="S::tom.jaffrain@etu.cyu.fr::3465d130-e37b-4363-a46a-94c5b2166a36" providerId="AD" clId="Web-{4C7E62A3-D037-274B-2FB4-8BFC861896D2}"/>
    <pc:docChg chg="addSld modSld">
      <pc:chgData name="Tom Jaffrain" userId="S::tom.jaffrain@etu.cyu.fr::3465d130-e37b-4363-a46a-94c5b2166a36" providerId="AD" clId="Web-{4C7E62A3-D037-274B-2FB4-8BFC861896D2}" dt="2025-06-02T17:18:21.167" v="3"/>
      <pc:docMkLst>
        <pc:docMk/>
      </pc:docMkLst>
      <pc:sldChg chg="addSp delSp modSp new">
        <pc:chgData name="Tom Jaffrain" userId="S::tom.jaffrain@etu.cyu.fr::3465d130-e37b-4363-a46a-94c5b2166a36" providerId="AD" clId="Web-{4C7E62A3-D037-274B-2FB4-8BFC861896D2}" dt="2025-06-02T17:18:21.167" v="3"/>
        <pc:sldMkLst>
          <pc:docMk/>
          <pc:sldMk cId="1211474811" sldId="289"/>
        </pc:sldMkLst>
      </pc:sldChg>
    </pc:docChg>
  </pc:docChgLst>
  <pc:docChgLst>
    <pc:chgData name="Ibrahim Fridjine" userId="S::ibrahim.fridjine@etu.cyu.fr::67dc31e2-e662-4518-b469-c9f45de4918e" providerId="AD" clId="Web-{8F337EF2-50BD-DED4-2B0B-3983050F7478}"/>
    <pc:docChg chg="addSld modSld">
      <pc:chgData name="Ibrahim Fridjine" userId="S::ibrahim.fridjine@etu.cyu.fr::67dc31e2-e662-4518-b469-c9f45de4918e" providerId="AD" clId="Web-{8F337EF2-50BD-DED4-2B0B-3983050F7478}" dt="2025-05-30T09:08:03.342" v="4"/>
      <pc:docMkLst>
        <pc:docMk/>
      </pc:docMkLst>
      <pc:sldChg chg="modSp">
        <pc:chgData name="Ibrahim Fridjine" userId="S::ibrahim.fridjine@etu.cyu.fr::67dc31e2-e662-4518-b469-c9f45de4918e" providerId="AD" clId="Web-{8F337EF2-50BD-DED4-2B0B-3983050F7478}" dt="2025-05-30T08:17:47.299" v="2" actId="20577"/>
        <pc:sldMkLst>
          <pc:docMk/>
          <pc:sldMk cId="1007892645" sldId="264"/>
        </pc:sldMkLst>
      </pc:sldChg>
      <pc:sldChg chg="new">
        <pc:chgData name="Ibrahim Fridjine" userId="S::ibrahim.fridjine@etu.cyu.fr::67dc31e2-e662-4518-b469-c9f45de4918e" providerId="AD" clId="Web-{8F337EF2-50BD-DED4-2B0B-3983050F7478}" dt="2025-05-30T09:08:00.655" v="3"/>
        <pc:sldMkLst>
          <pc:docMk/>
          <pc:sldMk cId="386852836" sldId="286"/>
        </pc:sldMkLst>
      </pc:sldChg>
      <pc:sldChg chg="new">
        <pc:chgData name="Ibrahim Fridjine" userId="S::ibrahim.fridjine@etu.cyu.fr::67dc31e2-e662-4518-b469-c9f45de4918e" providerId="AD" clId="Web-{8F337EF2-50BD-DED4-2B0B-3983050F7478}" dt="2025-05-30T09:08:03.342" v="4"/>
        <pc:sldMkLst>
          <pc:docMk/>
          <pc:sldMk cId="493950129" sldId="287"/>
        </pc:sldMkLst>
      </pc:sldChg>
    </pc:docChg>
  </pc:docChgLst>
  <pc:docChgLst>
    <pc:chgData name="Ibrahim Fridjine" userId="S::ibrahim.fridjine@etu.cyu.fr::67dc31e2-e662-4518-b469-c9f45de4918e" providerId="AD" clId="Web-{46362A42-390B-92D4-13DD-A5FE3C7E58E1}"/>
    <pc:docChg chg="addSld delSld modSld sldOrd">
      <pc:chgData name="Ibrahim Fridjine" userId="S::ibrahim.fridjine@etu.cyu.fr::67dc31e2-e662-4518-b469-c9f45de4918e" providerId="AD" clId="Web-{46362A42-390B-92D4-13DD-A5FE3C7E58E1}" dt="2025-06-03T17:22:34.094" v="235" actId="1076"/>
      <pc:docMkLst>
        <pc:docMk/>
      </pc:docMkLst>
      <pc:sldChg chg="modSp">
        <pc:chgData name="Ibrahim Fridjine" userId="S::ibrahim.fridjine@etu.cyu.fr::67dc31e2-e662-4518-b469-c9f45de4918e" providerId="AD" clId="Web-{46362A42-390B-92D4-13DD-A5FE3C7E58E1}" dt="2025-06-03T17:22:34.094" v="235" actId="1076"/>
        <pc:sldMkLst>
          <pc:docMk/>
          <pc:sldMk cId="852785038" sldId="276"/>
        </pc:sldMkLst>
      </pc:sldChg>
      <pc:sldChg chg="modSp">
        <pc:chgData name="Ibrahim Fridjine" userId="S::ibrahim.fridjine@etu.cyu.fr::67dc31e2-e662-4518-b469-c9f45de4918e" providerId="AD" clId="Web-{46362A42-390B-92D4-13DD-A5FE3C7E58E1}" dt="2025-06-03T16:56:04.452" v="230" actId="20577"/>
        <pc:sldMkLst>
          <pc:docMk/>
          <pc:sldMk cId="2970935995" sldId="283"/>
        </pc:sldMkLst>
        <pc:spChg chg="mod">
          <ac:chgData name="Ibrahim Fridjine" userId="S::ibrahim.fridjine@etu.cyu.fr::67dc31e2-e662-4518-b469-c9f45de4918e" providerId="AD" clId="Web-{46362A42-390B-92D4-13DD-A5FE3C7E58E1}" dt="2025-06-03T16:56:04.452" v="230" actId="20577"/>
          <ac:spMkLst>
            <pc:docMk/>
            <pc:sldMk cId="2970935995" sldId="283"/>
            <ac:spMk id="3" creationId="{766CF4DD-B5BD-7775-B526-4F04D9F10E94}"/>
          </ac:spMkLst>
        </pc:spChg>
      </pc:sldChg>
      <pc:sldChg chg="del">
        <pc:chgData name="Ibrahim Fridjine" userId="S::ibrahim.fridjine@etu.cyu.fr::67dc31e2-e662-4518-b469-c9f45de4918e" providerId="AD" clId="Web-{46362A42-390B-92D4-13DD-A5FE3C7E58E1}" dt="2025-06-03T16:50:36.307" v="156"/>
        <pc:sldMkLst>
          <pc:docMk/>
          <pc:sldMk cId="3322585812" sldId="286"/>
        </pc:sldMkLst>
      </pc:sldChg>
      <pc:sldChg chg="delSp modSp del">
        <pc:chgData name="Ibrahim Fridjine" userId="S::ibrahim.fridjine@etu.cyu.fr::67dc31e2-e662-4518-b469-c9f45de4918e" providerId="AD" clId="Web-{46362A42-390B-92D4-13DD-A5FE3C7E58E1}" dt="2025-06-03T16:53:46.865" v="215"/>
        <pc:sldMkLst>
          <pc:docMk/>
          <pc:sldMk cId="1793229043" sldId="288"/>
        </pc:sldMkLst>
      </pc:sldChg>
      <pc:sldChg chg="addSp modSp add ord replId">
        <pc:chgData name="Ibrahim Fridjine" userId="S::ibrahim.fridjine@etu.cyu.fr::67dc31e2-e662-4518-b469-c9f45de4918e" providerId="AD" clId="Web-{46362A42-390B-92D4-13DD-A5FE3C7E58E1}" dt="2025-06-03T16:55:20.621" v="225"/>
        <pc:sldMkLst>
          <pc:docMk/>
          <pc:sldMk cId="252730288" sldId="289"/>
        </pc:sldMkLst>
      </pc:sldChg>
      <pc:sldChg chg="addSp delSp modSp add ord replId">
        <pc:chgData name="Ibrahim Fridjine" userId="S::ibrahim.fridjine@etu.cyu.fr::67dc31e2-e662-4518-b469-c9f45de4918e" providerId="AD" clId="Web-{46362A42-390B-92D4-13DD-A5FE3C7E58E1}" dt="2025-06-03T16:55:47.638" v="227"/>
        <pc:sldMkLst>
          <pc:docMk/>
          <pc:sldMk cId="1884257811" sldId="290"/>
        </pc:sldMkLst>
      </pc:sldChg>
    </pc:docChg>
  </pc:docChgLst>
  <pc:docChgLst>
    <pc:chgData name="Wahiba Talantikite" userId="4d342499-98aa-4c09-9d11-ef2edea3ff94" providerId="ADAL" clId="{66E217D5-57F7-FB43-B3A6-639A42190497}"/>
    <pc:docChg chg="undo custSel modSld">
      <pc:chgData name="Wahiba Talantikite" userId="4d342499-98aa-4c09-9d11-ef2edea3ff94" providerId="ADAL" clId="{66E217D5-57F7-FB43-B3A6-639A42190497}" dt="2025-06-04T13:42:44.376" v="3" actId="14100"/>
      <pc:docMkLst>
        <pc:docMk/>
      </pc:docMkLst>
      <pc:sldChg chg="addSp modSp">
        <pc:chgData name="Wahiba Talantikite" userId="4d342499-98aa-4c09-9d11-ef2edea3ff94" providerId="ADAL" clId="{66E217D5-57F7-FB43-B3A6-639A42190497}" dt="2025-06-04T13:42:44.376" v="3" actId="14100"/>
        <pc:sldMkLst>
          <pc:docMk/>
          <pc:sldMk cId="3287384019" sldId="259"/>
        </pc:sldMkLst>
      </pc:sldChg>
    </pc:docChg>
  </pc:docChgLst>
  <pc:docChgLst>
    <pc:chgData name="Maria-Danielle Boula" userId="S::maria-danielle.boula@etu.cyu.fr::859cf926-bdfd-4a6e-8ea5-01bbdb4ec499" providerId="AD" clId="Web-{3690196D-0DBC-5733-E24A-3AE66393F8D1}"/>
    <pc:docChg chg="modSld">
      <pc:chgData name="Maria-Danielle Boula" userId="S::maria-danielle.boula@etu.cyu.fr::859cf926-bdfd-4a6e-8ea5-01bbdb4ec499" providerId="AD" clId="Web-{3690196D-0DBC-5733-E24A-3AE66393F8D1}" dt="2025-06-10T13:51:54.798" v="42"/>
      <pc:docMkLst>
        <pc:docMk/>
      </pc:docMkLst>
      <pc:sldChg chg="modSp">
        <pc:chgData name="Maria-Danielle Boula" userId="S::maria-danielle.boula@etu.cyu.fr::859cf926-bdfd-4a6e-8ea5-01bbdb4ec499" providerId="AD" clId="Web-{3690196D-0DBC-5733-E24A-3AE66393F8D1}" dt="2025-06-10T13:45:09.301" v="1" actId="1076"/>
        <pc:sldMkLst>
          <pc:docMk/>
          <pc:sldMk cId="12991851" sldId="280"/>
        </pc:sldMkLst>
        <pc:picChg chg="mod">
          <ac:chgData name="Maria-Danielle Boula" userId="S::maria-danielle.boula@etu.cyu.fr::859cf926-bdfd-4a6e-8ea5-01bbdb4ec499" providerId="AD" clId="Web-{3690196D-0DBC-5733-E24A-3AE66393F8D1}" dt="2025-06-10T13:45:09.301" v="1" actId="1076"/>
          <ac:picMkLst>
            <pc:docMk/>
            <pc:sldMk cId="12991851" sldId="280"/>
            <ac:picMk id="8" creationId="{68C8F2A8-51B6-9212-7A4F-1B298F53A18C}"/>
          </ac:picMkLst>
        </pc:picChg>
      </pc:sldChg>
      <pc:sldChg chg="addSp delSp modSp">
        <pc:chgData name="Maria-Danielle Boula" userId="S::maria-danielle.boula@etu.cyu.fr::859cf926-bdfd-4a6e-8ea5-01bbdb4ec499" providerId="AD" clId="Web-{3690196D-0DBC-5733-E24A-3AE66393F8D1}" dt="2025-06-10T13:51:54.798" v="42"/>
        <pc:sldMkLst>
          <pc:docMk/>
          <pc:sldMk cId="623530343" sldId="282"/>
        </pc:sldMkLst>
        <pc:spChg chg="mod">
          <ac:chgData name="Maria-Danielle Boula" userId="S::maria-danielle.boula@etu.cyu.fr::859cf926-bdfd-4a6e-8ea5-01bbdb4ec499" providerId="AD" clId="Web-{3690196D-0DBC-5733-E24A-3AE66393F8D1}" dt="2025-06-10T13:51:38.860" v="41" actId="20577"/>
          <ac:spMkLst>
            <pc:docMk/>
            <pc:sldMk cId="623530343" sldId="282"/>
            <ac:spMk id="2" creationId="{8161F992-1C47-FBE0-513F-211E5B327084}"/>
          </ac:spMkLst>
        </pc:spChg>
        <pc:spChg chg="mod">
          <ac:chgData name="Maria-Danielle Boula" userId="S::maria-danielle.boula@etu.cyu.fr::859cf926-bdfd-4a6e-8ea5-01bbdb4ec499" providerId="AD" clId="Web-{3690196D-0DBC-5733-E24A-3AE66393F8D1}" dt="2025-06-10T13:46:33.882" v="3" actId="1076"/>
          <ac:spMkLst>
            <pc:docMk/>
            <pc:sldMk cId="623530343" sldId="282"/>
            <ac:spMk id="14" creationId="{3362BAC5-D254-486B-2FD3-A859C71B58FB}"/>
          </ac:spMkLst>
        </pc:spChg>
        <pc:spChg chg="add del mod">
          <ac:chgData name="Maria-Danielle Boula" userId="S::maria-danielle.boula@etu.cyu.fr::859cf926-bdfd-4a6e-8ea5-01bbdb4ec499" providerId="AD" clId="Web-{3690196D-0DBC-5733-E24A-3AE66393F8D1}" dt="2025-06-10T13:48:59.386" v="12"/>
          <ac:spMkLst>
            <pc:docMk/>
            <pc:sldMk cId="623530343" sldId="282"/>
            <ac:spMk id="17" creationId="{E2B37E8C-4BE2-9D47-F72A-8271390F588C}"/>
          </ac:spMkLst>
        </pc:spChg>
        <pc:picChg chg="del">
          <ac:chgData name="Maria-Danielle Boula" userId="S::maria-danielle.boula@etu.cyu.fr::859cf926-bdfd-4a6e-8ea5-01bbdb4ec499" providerId="AD" clId="Web-{3690196D-0DBC-5733-E24A-3AE66393F8D1}" dt="2025-06-10T13:46:54.648" v="9"/>
          <ac:picMkLst>
            <pc:docMk/>
            <pc:sldMk cId="623530343" sldId="282"/>
            <ac:picMk id="6" creationId="{99107A90-18B1-2424-0EC1-64E353570DB8}"/>
          </ac:picMkLst>
        </pc:picChg>
        <pc:picChg chg="del">
          <ac:chgData name="Maria-Danielle Boula" userId="S::maria-danielle.boula@etu.cyu.fr::859cf926-bdfd-4a6e-8ea5-01bbdb4ec499" providerId="AD" clId="Web-{3690196D-0DBC-5733-E24A-3AE66393F8D1}" dt="2025-06-10T13:46:52.257" v="8"/>
          <ac:picMkLst>
            <pc:docMk/>
            <pc:sldMk cId="623530343" sldId="282"/>
            <ac:picMk id="7" creationId="{A6C15D20-0C2F-1163-F8DF-77A98902F332}"/>
          </ac:picMkLst>
        </pc:picChg>
        <pc:picChg chg="del">
          <ac:chgData name="Maria-Danielle Boula" userId="S::maria-danielle.boula@etu.cyu.fr::859cf926-bdfd-4a6e-8ea5-01bbdb4ec499" providerId="AD" clId="Web-{3690196D-0DBC-5733-E24A-3AE66393F8D1}" dt="2025-06-10T13:46:49.632" v="7"/>
          <ac:picMkLst>
            <pc:docMk/>
            <pc:sldMk cId="623530343" sldId="282"/>
            <ac:picMk id="8" creationId="{FACD0E97-B88F-3693-274C-C46874392B19}"/>
          </ac:picMkLst>
        </pc:picChg>
        <pc:picChg chg="del">
          <ac:chgData name="Maria-Danielle Boula" userId="S::maria-danielle.boula@etu.cyu.fr::859cf926-bdfd-4a6e-8ea5-01bbdb4ec499" providerId="AD" clId="Web-{3690196D-0DBC-5733-E24A-3AE66393F8D1}" dt="2025-06-10T13:46:43.820" v="4"/>
          <ac:picMkLst>
            <pc:docMk/>
            <pc:sldMk cId="623530343" sldId="282"/>
            <ac:picMk id="9" creationId="{E844B20B-7CAC-CBDA-DD52-A15612CF349E}"/>
          </ac:picMkLst>
        </pc:picChg>
        <pc:picChg chg="del">
          <ac:chgData name="Maria-Danielle Boula" userId="S::maria-danielle.boula@etu.cyu.fr::859cf926-bdfd-4a6e-8ea5-01bbdb4ec499" providerId="AD" clId="Web-{3690196D-0DBC-5733-E24A-3AE66393F8D1}" dt="2025-06-10T13:46:45.554" v="5"/>
          <ac:picMkLst>
            <pc:docMk/>
            <pc:sldMk cId="623530343" sldId="282"/>
            <ac:picMk id="10" creationId="{49CE1BF4-30E3-E509-2AC8-1AAC89DC14E4}"/>
          </ac:picMkLst>
        </pc:picChg>
        <pc:picChg chg="del">
          <ac:chgData name="Maria-Danielle Boula" userId="S::maria-danielle.boula@etu.cyu.fr::859cf926-bdfd-4a6e-8ea5-01bbdb4ec499" providerId="AD" clId="Web-{3690196D-0DBC-5733-E24A-3AE66393F8D1}" dt="2025-06-10T13:46:47.429" v="6"/>
          <ac:picMkLst>
            <pc:docMk/>
            <pc:sldMk cId="623530343" sldId="282"/>
            <ac:picMk id="11" creationId="{4B89DDAF-E688-EAB7-EF51-BD082382B913}"/>
          </ac:picMkLst>
        </pc:picChg>
        <pc:picChg chg="del">
          <ac:chgData name="Maria-Danielle Boula" userId="S::maria-danielle.boula@etu.cyu.fr::859cf926-bdfd-4a6e-8ea5-01bbdb4ec499" providerId="AD" clId="Web-{3690196D-0DBC-5733-E24A-3AE66393F8D1}" dt="2025-06-10T13:51:54.798" v="42"/>
          <ac:picMkLst>
            <pc:docMk/>
            <pc:sldMk cId="623530343" sldId="282"/>
            <ac:picMk id="12" creationId="{C4360719-149D-7B15-C736-D80C85047FB6}"/>
          </ac:picMkLst>
        </pc:picChg>
        <pc:picChg chg="add del mod ord">
          <ac:chgData name="Maria-Danielle Boula" userId="S::maria-danielle.boula@etu.cyu.fr::859cf926-bdfd-4a6e-8ea5-01bbdb4ec499" providerId="AD" clId="Web-{3690196D-0DBC-5733-E24A-3AE66393F8D1}" dt="2025-06-10T13:47:21.415" v="11"/>
          <ac:picMkLst>
            <pc:docMk/>
            <pc:sldMk cId="623530343" sldId="282"/>
            <ac:picMk id="18" creationId="{6C52B239-B5B7-1035-B886-7124D7A2AF2A}"/>
          </ac:picMkLst>
        </pc:picChg>
        <pc:picChg chg="add mod ord modCrop">
          <ac:chgData name="Maria-Danielle Boula" userId="S::maria-danielle.boula@etu.cyu.fr::859cf926-bdfd-4a6e-8ea5-01bbdb4ec499" providerId="AD" clId="Web-{3690196D-0DBC-5733-E24A-3AE66393F8D1}" dt="2025-06-10T13:51:26.281" v="33" actId="14100"/>
          <ac:picMkLst>
            <pc:docMk/>
            <pc:sldMk cId="623530343" sldId="282"/>
            <ac:picMk id="19" creationId="{B93B9039-336A-F30D-C52E-6F6CF89B7D51}"/>
          </ac:picMkLst>
        </pc:picChg>
        <pc:picChg chg="add del mod">
          <ac:chgData name="Maria-Danielle Boula" userId="S::maria-danielle.boula@etu.cyu.fr::859cf926-bdfd-4a6e-8ea5-01bbdb4ec499" providerId="AD" clId="Web-{3690196D-0DBC-5733-E24A-3AE66393F8D1}" dt="2025-06-10T13:49:26.653" v="20"/>
          <ac:picMkLst>
            <pc:docMk/>
            <pc:sldMk cId="623530343" sldId="282"/>
            <ac:picMk id="20" creationId="{5489FE32-83F7-910B-FFFE-0BBDB46C939A}"/>
          </ac:picMkLst>
        </pc:picChg>
        <pc:picChg chg="add mod modCrop">
          <ac:chgData name="Maria-Danielle Boula" userId="S::maria-danielle.boula@etu.cyu.fr::859cf926-bdfd-4a6e-8ea5-01bbdb4ec499" providerId="AD" clId="Web-{3690196D-0DBC-5733-E24A-3AE66393F8D1}" dt="2025-06-10T13:50:36.561" v="27" actId="1076"/>
          <ac:picMkLst>
            <pc:docMk/>
            <pc:sldMk cId="623530343" sldId="282"/>
            <ac:picMk id="21" creationId="{26182472-0E04-AA23-484A-8B75E2B903C6}"/>
          </ac:picMkLst>
        </pc:picChg>
      </pc:sldChg>
    </pc:docChg>
  </pc:docChgLst>
  <pc:docChgLst>
    <pc:chgData name="Myriam Bensaid" userId="6732edbd-cc17-4b25-8fa6-040ea5375654" providerId="ADAL" clId="{1FCB8825-89EA-45CA-B598-43A62F83B1E9}"/>
    <pc:docChg chg="modSld">
      <pc:chgData name="Myriam Bensaid" userId="6732edbd-cc17-4b25-8fa6-040ea5375654" providerId="ADAL" clId="{1FCB8825-89EA-45CA-B598-43A62F83B1E9}" dt="2025-04-17T16:58:14.282" v="0" actId="14100"/>
      <pc:docMkLst>
        <pc:docMk/>
      </pc:docMkLst>
      <pc:sldChg chg="modSp mod">
        <pc:chgData name="Myriam Bensaid" userId="6732edbd-cc17-4b25-8fa6-040ea5375654" providerId="ADAL" clId="{1FCB8825-89EA-45CA-B598-43A62F83B1E9}" dt="2025-04-17T16:58:14.282" v="0" actId="14100"/>
        <pc:sldMkLst>
          <pc:docMk/>
          <pc:sldMk cId="3784089036" sldId="256"/>
        </pc:sldMkLst>
      </pc:sldChg>
    </pc:docChg>
  </pc:docChgLst>
  <pc:docChgLst>
    <pc:chgData name="Maria-Danielle Boula" userId="S::maria-danielle.boula@etu.cyu.fr::859cf926-bdfd-4a6e-8ea5-01bbdb4ec499" providerId="AD" clId="Web-{2C249599-F59E-FB0D-7CD7-287D13F90F45}"/>
    <pc:docChg chg="modSld">
      <pc:chgData name="Maria-Danielle Boula" userId="S::maria-danielle.boula@etu.cyu.fr::859cf926-bdfd-4a6e-8ea5-01bbdb4ec499" providerId="AD" clId="Web-{2C249599-F59E-FB0D-7CD7-287D13F90F45}" dt="2025-06-04T13:43:10.410" v="5" actId="14100"/>
      <pc:docMkLst>
        <pc:docMk/>
      </pc:docMkLst>
      <pc:sldChg chg="addSp modSp">
        <pc:chgData name="Maria-Danielle Boula" userId="S::maria-danielle.boula@etu.cyu.fr::859cf926-bdfd-4a6e-8ea5-01bbdb4ec499" providerId="AD" clId="Web-{2C249599-F59E-FB0D-7CD7-287D13F90F45}" dt="2025-06-04T13:43:10.410" v="5" actId="14100"/>
        <pc:sldMkLst>
          <pc:docMk/>
          <pc:sldMk cId="3287384019" sldId="259"/>
        </pc:sldMkLst>
      </pc:sldChg>
    </pc:docChg>
  </pc:docChgLst>
  <pc:docChgLst>
    <pc:chgData name="Ibrahim Fridjine" userId="S::ibrahim.fridjine@etu.cyu.fr::67dc31e2-e662-4518-b469-c9f45de4918e" providerId="AD" clId="Web-{5E026872-AB7F-F7FA-B77C-95B622FA9001}"/>
    <pc:docChg chg="addSld modSld">
      <pc:chgData name="Ibrahim Fridjine" userId="S::ibrahim.fridjine@etu.cyu.fr::67dc31e2-e662-4518-b469-c9f45de4918e" providerId="AD" clId="Web-{5E026872-AB7F-F7FA-B77C-95B622FA9001}" dt="2025-05-12T19:56:52.327" v="89" actId="20577"/>
      <pc:docMkLst>
        <pc:docMk/>
      </pc:docMkLst>
      <pc:sldChg chg="addSp modSp">
        <pc:chgData name="Ibrahim Fridjine" userId="S::ibrahim.fridjine@etu.cyu.fr::67dc31e2-e662-4518-b469-c9f45de4918e" providerId="AD" clId="Web-{5E026872-AB7F-F7FA-B77C-95B622FA9001}" dt="2025-05-12T19:51:38.783" v="9" actId="1076"/>
        <pc:sldMkLst>
          <pc:docMk/>
          <pc:sldMk cId="3287384019" sldId="259"/>
        </pc:sldMkLst>
      </pc:sldChg>
      <pc:sldChg chg="modSp">
        <pc:chgData name="Ibrahim Fridjine" userId="S::ibrahim.fridjine@etu.cyu.fr::67dc31e2-e662-4518-b469-c9f45de4918e" providerId="AD" clId="Web-{5E026872-AB7F-F7FA-B77C-95B622FA9001}" dt="2025-05-12T19:56:52.327" v="89" actId="20577"/>
        <pc:sldMkLst>
          <pc:docMk/>
          <pc:sldMk cId="1007892645" sldId="264"/>
        </pc:sldMkLst>
        <pc:spChg chg="mod">
          <ac:chgData name="Ibrahim Fridjine" userId="S::ibrahim.fridjine@etu.cyu.fr::67dc31e2-e662-4518-b469-c9f45de4918e" providerId="AD" clId="Web-{5E026872-AB7F-F7FA-B77C-95B622FA9001}" dt="2025-05-12T19:56:52.327" v="89" actId="20577"/>
          <ac:spMkLst>
            <pc:docMk/>
            <pc:sldMk cId="1007892645" sldId="264"/>
            <ac:spMk id="2" creationId="{98D36A97-A078-A963-8D60-293C715D7846}"/>
          </ac:spMkLst>
        </pc:spChg>
      </pc:sldChg>
      <pc:sldChg chg="addSp delSp modSp">
        <pc:chgData name="Ibrahim Fridjine" userId="S::ibrahim.fridjine@etu.cyu.fr::67dc31e2-e662-4518-b469-c9f45de4918e" providerId="AD" clId="Web-{5E026872-AB7F-F7FA-B77C-95B622FA9001}" dt="2025-05-12T19:52:52.067" v="12"/>
        <pc:sldMkLst>
          <pc:docMk/>
          <pc:sldMk cId="203898375" sldId="278"/>
        </pc:sldMkLst>
      </pc:sldChg>
      <pc:sldChg chg="modSp new">
        <pc:chgData name="Ibrahim Fridjine" userId="S::ibrahim.fridjine@etu.cyu.fr::67dc31e2-e662-4518-b469-c9f45de4918e" providerId="AD" clId="Web-{5E026872-AB7F-F7FA-B77C-95B622FA9001}" dt="2025-05-12T19:54:44.634" v="32" actId="20577"/>
        <pc:sldMkLst>
          <pc:docMk/>
          <pc:sldMk cId="4185814877" sldId="279"/>
        </pc:sldMkLst>
      </pc:sldChg>
    </pc:docChg>
  </pc:docChgLst>
  <pc:docChgLst>
    <pc:chgData name="Myriam Bensaid" userId="6732edbd-cc17-4b25-8fa6-040ea5375654" providerId="ADAL" clId="{4109DC55-63F4-4DE6-80D0-92457929DA0F}"/>
    <pc:docChg chg="undo redo custSel addSld delSld modSld sldOrd modMainMaster">
      <pc:chgData name="Myriam Bensaid" userId="6732edbd-cc17-4b25-8fa6-040ea5375654" providerId="ADAL" clId="{4109DC55-63F4-4DE6-80D0-92457929DA0F}" dt="2025-05-28T13:00:34.422" v="1481" actId="478"/>
      <pc:docMkLst>
        <pc:docMk/>
      </pc:docMkLst>
      <pc:sldChg chg="addSp delSp modSp mod modTransition modNotesTx">
        <pc:chgData name="Myriam Bensaid" userId="6732edbd-cc17-4b25-8fa6-040ea5375654" providerId="ADAL" clId="{4109DC55-63F4-4DE6-80D0-92457929DA0F}" dt="2025-05-28T12:59:27.997" v="1459" actId="1038"/>
        <pc:sldMkLst>
          <pc:docMk/>
          <pc:sldMk cId="3784089036" sldId="256"/>
        </pc:sldMkLst>
        <pc:spChg chg="add mod">
          <ac:chgData name="Myriam Bensaid" userId="6732edbd-cc17-4b25-8fa6-040ea5375654" providerId="ADAL" clId="{4109DC55-63F4-4DE6-80D0-92457929DA0F}" dt="2025-05-28T12:59:27.997" v="1459" actId="1038"/>
          <ac:spMkLst>
            <pc:docMk/>
            <pc:sldMk cId="3784089036" sldId="256"/>
            <ac:spMk id="6" creationId="{31C9FB3D-D08C-0815-E7FC-1406F5181A8A}"/>
          </ac:spMkLst>
        </pc:spChg>
        <pc:picChg chg="add mod ord">
          <ac:chgData name="Myriam Bensaid" userId="6732edbd-cc17-4b25-8fa6-040ea5375654" providerId="ADAL" clId="{4109DC55-63F4-4DE6-80D0-92457929DA0F}" dt="2025-05-20T07:55:43.309" v="1385" actId="170"/>
          <ac:picMkLst>
            <pc:docMk/>
            <pc:sldMk cId="3784089036" sldId="256"/>
            <ac:picMk id="4" creationId="{32424431-87B3-20C2-9596-821300FFD8E3}"/>
          </ac:picMkLst>
        </pc:picChg>
        <pc:picChg chg="add mod ord">
          <ac:chgData name="Myriam Bensaid" userId="6732edbd-cc17-4b25-8fa6-040ea5375654" providerId="ADAL" clId="{4109DC55-63F4-4DE6-80D0-92457929DA0F}" dt="2025-05-20T07:55:43.309" v="1385" actId="170"/>
          <ac:picMkLst>
            <pc:docMk/>
            <pc:sldMk cId="3784089036" sldId="256"/>
            <ac:picMk id="5" creationId="{18E1BC27-2DC8-A092-6157-AFCEBAF6E8EF}"/>
          </ac:picMkLst>
        </pc:picChg>
        <pc:picChg chg="add del">
          <ac:chgData name="Myriam Bensaid" userId="6732edbd-cc17-4b25-8fa6-040ea5375654" providerId="ADAL" clId="{4109DC55-63F4-4DE6-80D0-92457929DA0F}" dt="2025-05-20T09:47:47.906" v="1423" actId="478"/>
          <ac:picMkLst>
            <pc:docMk/>
            <pc:sldMk cId="3784089036" sldId="256"/>
            <ac:picMk id="7" creationId="{55F952E4-955F-8A0A-4F32-18478370EF8D}"/>
          </ac:picMkLst>
        </pc:picChg>
        <pc:picChg chg="add mod ord">
          <ac:chgData name="Myriam Bensaid" userId="6732edbd-cc17-4b25-8fa6-040ea5375654" providerId="ADAL" clId="{4109DC55-63F4-4DE6-80D0-92457929DA0F}" dt="2025-05-16T11:46:56.760" v="1362" actId="167"/>
          <ac:picMkLst>
            <pc:docMk/>
            <pc:sldMk cId="3784089036" sldId="256"/>
            <ac:picMk id="15" creationId="{6C393093-CE55-F412-5B24-9D514328E3BC}"/>
          </ac:picMkLst>
        </pc:picChg>
      </pc:sldChg>
      <pc:sldChg chg="addSp delSp modSp mod modTransition modNotesTx">
        <pc:chgData name="Myriam Bensaid" userId="6732edbd-cc17-4b25-8fa6-040ea5375654" providerId="ADAL" clId="{4109DC55-63F4-4DE6-80D0-92457929DA0F}" dt="2025-05-28T12:59:35.557" v="1460"/>
        <pc:sldMkLst>
          <pc:docMk/>
          <pc:sldMk cId="2747738135" sldId="257"/>
        </pc:sldMkLst>
        <pc:spChg chg="mod">
          <ac:chgData name="Myriam Bensaid" userId="6732edbd-cc17-4b25-8fa6-040ea5375654" providerId="ADAL" clId="{4109DC55-63F4-4DE6-80D0-92457929DA0F}" dt="2025-05-16T10:41:12.876" v="796" actId="207"/>
          <ac:spMkLst>
            <pc:docMk/>
            <pc:sldMk cId="2747738135" sldId="257"/>
            <ac:spMk id="2" creationId="{B795DD2E-8DA8-00D9-D8AD-A43EAFF5E2EE}"/>
          </ac:spMkLst>
        </pc:spChg>
        <pc:spChg chg="add mod">
          <ac:chgData name="Myriam Bensaid" userId="6732edbd-cc17-4b25-8fa6-040ea5375654" providerId="ADAL" clId="{4109DC55-63F4-4DE6-80D0-92457929DA0F}" dt="2025-05-16T11:14:31.742" v="1360" actId="20577"/>
          <ac:spMkLst>
            <pc:docMk/>
            <pc:sldMk cId="2747738135" sldId="257"/>
            <ac:spMk id="3" creationId="{C0F4B379-740F-DE6B-0DCC-7B24290E29AE}"/>
          </ac:spMkLst>
        </pc:spChg>
        <pc:spChg chg="add mod">
          <ac:chgData name="Myriam Bensaid" userId="6732edbd-cc17-4b25-8fa6-040ea5375654" providerId="ADAL" clId="{4109DC55-63F4-4DE6-80D0-92457929DA0F}" dt="2025-05-28T12:59:35.557" v="1460"/>
          <ac:spMkLst>
            <pc:docMk/>
            <pc:sldMk cId="2747738135" sldId="257"/>
            <ac:spMk id="6" creationId="{1ED40E9E-5399-FCEE-D6D1-4AB8ACEA16B5}"/>
          </ac:spMkLst>
        </pc:spChg>
        <pc:spChg chg="add mod ord">
          <ac:chgData name="Myriam Bensaid" userId="6732edbd-cc17-4b25-8fa6-040ea5375654" providerId="ADAL" clId="{4109DC55-63F4-4DE6-80D0-92457929DA0F}" dt="2025-05-16T13:25:23.366" v="1380" actId="14100"/>
          <ac:spMkLst>
            <pc:docMk/>
            <pc:sldMk cId="2747738135" sldId="257"/>
            <ac:spMk id="10" creationId="{B0273E22-C0E2-FC1C-4FA1-2344E35C9AE4}"/>
          </ac:spMkLst>
        </pc:spChg>
        <pc:picChg chg="add mod ord">
          <ac:chgData name="Myriam Bensaid" userId="6732edbd-cc17-4b25-8fa6-040ea5375654" providerId="ADAL" clId="{4109DC55-63F4-4DE6-80D0-92457929DA0F}" dt="2025-05-16T10:14:07.235" v="349" actId="167"/>
          <ac:picMkLst>
            <pc:docMk/>
            <pc:sldMk cId="2747738135" sldId="257"/>
            <ac:picMk id="4" creationId="{D0DCCCB2-FFB2-DC5D-CB6F-6C29C231F163}"/>
          </ac:picMkLst>
        </pc:picChg>
        <pc:picChg chg="mod">
          <ac:chgData name="Myriam Bensaid" userId="6732edbd-cc17-4b25-8fa6-040ea5375654" providerId="ADAL" clId="{4109DC55-63F4-4DE6-80D0-92457929DA0F}" dt="2025-05-16T10:14:13.811" v="350"/>
          <ac:picMkLst>
            <pc:docMk/>
            <pc:sldMk cId="2747738135" sldId="257"/>
            <ac:picMk id="7" creationId="{9A2BE67D-2C9B-A472-7F01-3622E5CBA413}"/>
          </ac:picMkLst>
        </pc:picChg>
        <pc:picChg chg="mod">
          <ac:chgData name="Myriam Bensaid" userId="6732edbd-cc17-4b25-8fa6-040ea5375654" providerId="ADAL" clId="{4109DC55-63F4-4DE6-80D0-92457929DA0F}" dt="2025-05-16T10:14:13.811" v="350"/>
          <ac:picMkLst>
            <pc:docMk/>
            <pc:sldMk cId="2747738135" sldId="257"/>
            <ac:picMk id="8" creationId="{AEE63AE5-E744-3A3A-3B55-C5195431B617}"/>
          </ac:picMkLst>
        </pc:picChg>
      </pc:sldChg>
      <pc:sldChg chg="addSp delSp modSp mod modTransition">
        <pc:chgData name="Myriam Bensaid" userId="6732edbd-cc17-4b25-8fa6-040ea5375654" providerId="ADAL" clId="{4109DC55-63F4-4DE6-80D0-92457929DA0F}" dt="2025-05-28T12:59:39.211" v="1462"/>
        <pc:sldMkLst>
          <pc:docMk/>
          <pc:sldMk cId="3497336989" sldId="258"/>
        </pc:sldMkLst>
        <pc:spChg chg="mod">
          <ac:chgData name="Myriam Bensaid" userId="6732edbd-cc17-4b25-8fa6-040ea5375654" providerId="ADAL" clId="{4109DC55-63F4-4DE6-80D0-92457929DA0F}" dt="2025-05-16T10:42:18.695" v="807" actId="207"/>
          <ac:spMkLst>
            <pc:docMk/>
            <pc:sldMk cId="3497336989" sldId="258"/>
            <ac:spMk id="2" creationId="{809F9038-8612-43BF-117E-528D46BD92F2}"/>
          </ac:spMkLst>
        </pc:spChg>
        <pc:spChg chg="add mod">
          <ac:chgData name="Myriam Bensaid" userId="6732edbd-cc17-4b25-8fa6-040ea5375654" providerId="ADAL" clId="{4109DC55-63F4-4DE6-80D0-92457929DA0F}" dt="2025-05-28T12:59:39.211" v="1462"/>
          <ac:spMkLst>
            <pc:docMk/>
            <pc:sldMk cId="3497336989" sldId="258"/>
            <ac:spMk id="8" creationId="{A03F84D0-F10E-C01F-C6FC-3E504CE719B4}"/>
          </ac:spMkLst>
        </pc:spChg>
        <pc:spChg chg="add mod ord">
          <ac:chgData name="Myriam Bensaid" userId="6732edbd-cc17-4b25-8fa6-040ea5375654" providerId="ADAL" clId="{4109DC55-63F4-4DE6-80D0-92457929DA0F}" dt="2025-05-16T10:42:23.875" v="808" actId="14100"/>
          <ac:spMkLst>
            <pc:docMk/>
            <pc:sldMk cId="3497336989" sldId="258"/>
            <ac:spMk id="10" creationId="{39540790-D5B5-6526-5391-5D114BE799D7}"/>
          </ac:spMkLst>
        </pc:spChg>
        <pc:picChg chg="mod">
          <ac:chgData name="Myriam Bensaid" userId="6732edbd-cc17-4b25-8fa6-040ea5375654" providerId="ADAL" clId="{4109DC55-63F4-4DE6-80D0-92457929DA0F}" dt="2025-05-16T10:14:53.071" v="359"/>
          <ac:picMkLst>
            <pc:docMk/>
            <pc:sldMk cId="3497336989" sldId="258"/>
            <ac:picMk id="3" creationId="{06ABF2FE-8F16-C706-7921-D8CF7808C7A1}"/>
          </ac:picMkLst>
        </pc:picChg>
        <pc:picChg chg="mod">
          <ac:chgData name="Myriam Bensaid" userId="6732edbd-cc17-4b25-8fa6-040ea5375654" providerId="ADAL" clId="{4109DC55-63F4-4DE6-80D0-92457929DA0F}" dt="2025-05-16T10:14:53.071" v="359"/>
          <ac:picMkLst>
            <pc:docMk/>
            <pc:sldMk cId="3497336989" sldId="258"/>
            <ac:picMk id="5" creationId="{65C230B9-4E3D-6F03-4629-048938DAC05F}"/>
          </ac:picMkLst>
        </pc:picChg>
        <pc:picChg chg="add mod ord">
          <ac:chgData name="Myriam Bensaid" userId="6732edbd-cc17-4b25-8fa6-040ea5375654" providerId="ADAL" clId="{4109DC55-63F4-4DE6-80D0-92457929DA0F}" dt="2025-05-16T10:14:38.447" v="357" actId="167"/>
          <ac:picMkLst>
            <pc:docMk/>
            <pc:sldMk cId="3497336989" sldId="258"/>
            <ac:picMk id="6" creationId="{41CC01A0-0B80-0FC6-2EF7-2D052789DA59}"/>
          </ac:picMkLst>
        </pc:picChg>
      </pc:sldChg>
      <pc:sldChg chg="addSp delSp modSp mod modTransition">
        <pc:chgData name="Myriam Bensaid" userId="6732edbd-cc17-4b25-8fa6-040ea5375654" providerId="ADAL" clId="{4109DC55-63F4-4DE6-80D0-92457929DA0F}" dt="2025-05-28T12:59:41.243" v="1463"/>
        <pc:sldMkLst>
          <pc:docMk/>
          <pc:sldMk cId="3287384019" sldId="259"/>
        </pc:sldMkLst>
        <pc:spChg chg="mod">
          <ac:chgData name="Myriam Bensaid" userId="6732edbd-cc17-4b25-8fa6-040ea5375654" providerId="ADAL" clId="{4109DC55-63F4-4DE6-80D0-92457929DA0F}" dt="2025-05-16T10:42:52.215" v="814" actId="207"/>
          <ac:spMkLst>
            <pc:docMk/>
            <pc:sldMk cId="3287384019" sldId="259"/>
            <ac:spMk id="2" creationId="{BF2B3912-134D-46DD-F869-8387EEA6C675}"/>
          </ac:spMkLst>
        </pc:spChg>
        <pc:spChg chg="add mod">
          <ac:chgData name="Myriam Bensaid" userId="6732edbd-cc17-4b25-8fa6-040ea5375654" providerId="ADAL" clId="{4109DC55-63F4-4DE6-80D0-92457929DA0F}" dt="2025-05-28T12:59:41.243" v="1463"/>
          <ac:spMkLst>
            <pc:docMk/>
            <pc:sldMk cId="3287384019" sldId="259"/>
            <ac:spMk id="5" creationId="{2283AC8B-821F-A5E4-65B0-15968DBE28E3}"/>
          </ac:spMkLst>
        </pc:spChg>
        <pc:spChg chg="add mod ord">
          <ac:chgData name="Myriam Bensaid" userId="6732edbd-cc17-4b25-8fa6-040ea5375654" providerId="ADAL" clId="{4109DC55-63F4-4DE6-80D0-92457929DA0F}" dt="2025-05-16T10:46:13.544" v="845" actId="14100"/>
          <ac:spMkLst>
            <pc:docMk/>
            <pc:sldMk cId="3287384019" sldId="259"/>
            <ac:spMk id="7" creationId="{1C4D4E2B-5A03-32C2-CC63-66A9FE1BAC46}"/>
          </ac:spMkLst>
        </pc:spChg>
        <pc:picChg chg="add mod ord">
          <ac:chgData name="Myriam Bensaid" userId="6732edbd-cc17-4b25-8fa6-040ea5375654" providerId="ADAL" clId="{4109DC55-63F4-4DE6-80D0-92457929DA0F}" dt="2025-05-16T10:14:58.681" v="361" actId="167"/>
          <ac:picMkLst>
            <pc:docMk/>
            <pc:sldMk cId="3287384019" sldId="259"/>
            <ac:picMk id="3" creationId="{314E0849-B8A5-063F-03B6-D123908FACEE}"/>
          </ac:picMkLst>
        </pc:picChg>
        <pc:picChg chg="mod">
          <ac:chgData name="Myriam Bensaid" userId="6732edbd-cc17-4b25-8fa6-040ea5375654" providerId="ADAL" clId="{4109DC55-63F4-4DE6-80D0-92457929DA0F}" dt="2025-05-16T10:15:06.317" v="362"/>
          <ac:picMkLst>
            <pc:docMk/>
            <pc:sldMk cId="3287384019" sldId="259"/>
            <ac:picMk id="9" creationId="{A466D225-B741-AE35-6D74-F3E5424361B3}"/>
          </ac:picMkLst>
        </pc:picChg>
        <pc:picChg chg="mod">
          <ac:chgData name="Myriam Bensaid" userId="6732edbd-cc17-4b25-8fa6-040ea5375654" providerId="ADAL" clId="{4109DC55-63F4-4DE6-80D0-92457929DA0F}" dt="2025-05-16T10:15:06.317" v="362"/>
          <ac:picMkLst>
            <pc:docMk/>
            <pc:sldMk cId="3287384019" sldId="259"/>
            <ac:picMk id="10" creationId="{DF7E802C-FABC-BFC9-2C7E-9B5B8A9B25AB}"/>
          </ac:picMkLst>
        </pc:picChg>
      </pc:sldChg>
      <pc:sldChg chg="addSp delSp modSp mod modTransition">
        <pc:chgData name="Myriam Bensaid" userId="6732edbd-cc17-4b25-8fa6-040ea5375654" providerId="ADAL" clId="{4109DC55-63F4-4DE6-80D0-92457929DA0F}" dt="2025-05-28T12:59:47.394" v="1465"/>
        <pc:sldMkLst>
          <pc:docMk/>
          <pc:sldMk cId="3179145733" sldId="260"/>
        </pc:sldMkLst>
        <pc:spChg chg="add mod">
          <ac:chgData name="Myriam Bensaid" userId="6732edbd-cc17-4b25-8fa6-040ea5375654" providerId="ADAL" clId="{4109DC55-63F4-4DE6-80D0-92457929DA0F}" dt="2025-05-28T12:59:47.394" v="1465"/>
          <ac:spMkLst>
            <pc:docMk/>
            <pc:sldMk cId="3179145733" sldId="260"/>
            <ac:spMk id="9" creationId="{5FCE8292-F078-C1ED-7809-5ACE62104D04}"/>
          </ac:spMkLst>
        </pc:spChg>
        <pc:spChg chg="add mod ord">
          <ac:chgData name="Myriam Bensaid" userId="6732edbd-cc17-4b25-8fa6-040ea5375654" providerId="ADAL" clId="{4109DC55-63F4-4DE6-80D0-92457929DA0F}" dt="2025-05-16T10:46:24.573" v="846" actId="14100"/>
          <ac:spMkLst>
            <pc:docMk/>
            <pc:sldMk cId="3179145733" sldId="260"/>
            <ac:spMk id="10" creationId="{6373EE6E-C87F-ED88-35B7-F7522A9B6416}"/>
          </ac:spMkLst>
        </pc:spChg>
        <pc:picChg chg="mod">
          <ac:chgData name="Myriam Bensaid" userId="6732edbd-cc17-4b25-8fa6-040ea5375654" providerId="ADAL" clId="{4109DC55-63F4-4DE6-80D0-92457929DA0F}" dt="2025-05-16T10:15:25.139" v="365"/>
          <ac:picMkLst>
            <pc:docMk/>
            <pc:sldMk cId="3179145733" sldId="260"/>
            <ac:picMk id="4" creationId="{82E3BF42-7A0E-581A-F0DB-BA9A44EE3AAC}"/>
          </ac:picMkLst>
        </pc:picChg>
        <pc:picChg chg="mod">
          <ac:chgData name="Myriam Bensaid" userId="6732edbd-cc17-4b25-8fa6-040ea5375654" providerId="ADAL" clId="{4109DC55-63F4-4DE6-80D0-92457929DA0F}" dt="2025-05-16T10:15:25.139" v="365"/>
          <ac:picMkLst>
            <pc:docMk/>
            <pc:sldMk cId="3179145733" sldId="260"/>
            <ac:picMk id="5" creationId="{FA6DE95D-5232-3E3B-1B10-30498B158310}"/>
          </ac:picMkLst>
        </pc:picChg>
        <pc:picChg chg="add mod ord">
          <ac:chgData name="Myriam Bensaid" userId="6732edbd-cc17-4b25-8fa6-040ea5375654" providerId="ADAL" clId="{4109DC55-63F4-4DE6-80D0-92457929DA0F}" dt="2025-05-16T10:15:17.253" v="364" actId="167"/>
          <ac:picMkLst>
            <pc:docMk/>
            <pc:sldMk cId="3179145733" sldId="260"/>
            <ac:picMk id="6" creationId="{73F0BED5-23B3-86BE-90AD-7FE358027CA5}"/>
          </ac:picMkLst>
        </pc:picChg>
      </pc:sldChg>
      <pc:sldChg chg="addSp delSp modSp mod modTransition">
        <pc:chgData name="Myriam Bensaid" userId="6732edbd-cc17-4b25-8fa6-040ea5375654" providerId="ADAL" clId="{4109DC55-63F4-4DE6-80D0-92457929DA0F}" dt="2025-05-28T12:59:49.401" v="1466"/>
        <pc:sldMkLst>
          <pc:docMk/>
          <pc:sldMk cId="964759020" sldId="261"/>
        </pc:sldMkLst>
        <pc:spChg chg="mod">
          <ac:chgData name="Myriam Bensaid" userId="6732edbd-cc17-4b25-8fa6-040ea5375654" providerId="ADAL" clId="{4109DC55-63F4-4DE6-80D0-92457929DA0F}" dt="2025-05-16T10:43:27.556" v="823" actId="207"/>
          <ac:spMkLst>
            <pc:docMk/>
            <pc:sldMk cId="964759020" sldId="261"/>
            <ac:spMk id="2" creationId="{02986AA0-88F8-8FE4-6D20-ED3656B191A4}"/>
          </ac:spMkLst>
        </pc:spChg>
        <pc:spChg chg="add mod">
          <ac:chgData name="Myriam Bensaid" userId="6732edbd-cc17-4b25-8fa6-040ea5375654" providerId="ADAL" clId="{4109DC55-63F4-4DE6-80D0-92457929DA0F}" dt="2025-05-28T12:59:49.401" v="1466"/>
          <ac:spMkLst>
            <pc:docMk/>
            <pc:sldMk cId="964759020" sldId="261"/>
            <ac:spMk id="8" creationId="{94F59C96-CEC7-83A1-598E-ACD725C7717C}"/>
          </ac:spMkLst>
        </pc:spChg>
        <pc:spChg chg="add mod ord">
          <ac:chgData name="Myriam Bensaid" userId="6732edbd-cc17-4b25-8fa6-040ea5375654" providerId="ADAL" clId="{4109DC55-63F4-4DE6-80D0-92457929DA0F}" dt="2025-05-16T10:46:31.165" v="847" actId="14100"/>
          <ac:spMkLst>
            <pc:docMk/>
            <pc:sldMk cId="964759020" sldId="261"/>
            <ac:spMk id="10" creationId="{DD65A6B5-A6DF-6A28-D8FD-598B60090692}"/>
          </ac:spMkLst>
        </pc:spChg>
        <pc:picChg chg="mod">
          <ac:chgData name="Myriam Bensaid" userId="6732edbd-cc17-4b25-8fa6-040ea5375654" providerId="ADAL" clId="{4109DC55-63F4-4DE6-80D0-92457929DA0F}" dt="2025-05-16T10:15:32.588" v="366"/>
          <ac:picMkLst>
            <pc:docMk/>
            <pc:sldMk cId="964759020" sldId="261"/>
            <ac:picMk id="4" creationId="{A24024A3-2FE5-44BA-B82B-1D8F0330E2C5}"/>
          </ac:picMkLst>
        </pc:picChg>
        <pc:picChg chg="mod">
          <ac:chgData name="Myriam Bensaid" userId="6732edbd-cc17-4b25-8fa6-040ea5375654" providerId="ADAL" clId="{4109DC55-63F4-4DE6-80D0-92457929DA0F}" dt="2025-05-16T10:15:32.588" v="366"/>
          <ac:picMkLst>
            <pc:docMk/>
            <pc:sldMk cId="964759020" sldId="261"/>
            <ac:picMk id="5" creationId="{2BE4C435-B5A7-2BF5-AD60-0090CBDFB48F}"/>
          </ac:picMkLst>
        </pc:picChg>
        <pc:picChg chg="add mod ord">
          <ac:chgData name="Myriam Bensaid" userId="6732edbd-cc17-4b25-8fa6-040ea5375654" providerId="ADAL" clId="{4109DC55-63F4-4DE6-80D0-92457929DA0F}" dt="2025-05-16T10:15:36.557" v="368" actId="167"/>
          <ac:picMkLst>
            <pc:docMk/>
            <pc:sldMk cId="964759020" sldId="261"/>
            <ac:picMk id="6" creationId="{5108283F-C7D8-4BE1-8AB3-242E08C488B2}"/>
          </ac:picMkLst>
        </pc:picChg>
      </pc:sldChg>
      <pc:sldChg chg="addSp delSp modSp mod modTransition">
        <pc:chgData name="Myriam Bensaid" userId="6732edbd-cc17-4b25-8fa6-040ea5375654" providerId="ADAL" clId="{4109DC55-63F4-4DE6-80D0-92457929DA0F}" dt="2025-05-28T12:59:51.718" v="1467"/>
        <pc:sldMkLst>
          <pc:docMk/>
          <pc:sldMk cId="1876133328" sldId="263"/>
        </pc:sldMkLst>
        <pc:spChg chg="mod">
          <ac:chgData name="Myriam Bensaid" userId="6732edbd-cc17-4b25-8fa6-040ea5375654" providerId="ADAL" clId="{4109DC55-63F4-4DE6-80D0-92457929DA0F}" dt="2025-05-16T10:43:48.879" v="830" actId="207"/>
          <ac:spMkLst>
            <pc:docMk/>
            <pc:sldMk cId="1876133328" sldId="263"/>
            <ac:spMk id="2" creationId="{37EA3F49-9A50-A15D-E2EB-16646E8B3EC6}"/>
          </ac:spMkLst>
        </pc:spChg>
        <pc:spChg chg="mod">
          <ac:chgData name="Myriam Bensaid" userId="6732edbd-cc17-4b25-8fa6-040ea5375654" providerId="ADAL" clId="{4109DC55-63F4-4DE6-80D0-92457929DA0F}" dt="2025-05-16T10:43:48.879" v="830" actId="207"/>
          <ac:spMkLst>
            <pc:docMk/>
            <pc:sldMk cId="1876133328" sldId="263"/>
            <ac:spMk id="3" creationId="{1332E0F8-DFC6-D437-14C1-61D7C3C2730F}"/>
          </ac:spMkLst>
        </pc:spChg>
        <pc:spChg chg="add mod">
          <ac:chgData name="Myriam Bensaid" userId="6732edbd-cc17-4b25-8fa6-040ea5375654" providerId="ADAL" clId="{4109DC55-63F4-4DE6-80D0-92457929DA0F}" dt="2025-05-28T12:59:51.718" v="1467"/>
          <ac:spMkLst>
            <pc:docMk/>
            <pc:sldMk cId="1876133328" sldId="263"/>
            <ac:spMk id="8" creationId="{D11809AF-0350-EACF-DFF8-B909B03B7613}"/>
          </ac:spMkLst>
        </pc:spChg>
        <pc:spChg chg="add mod ord">
          <ac:chgData name="Myriam Bensaid" userId="6732edbd-cc17-4b25-8fa6-040ea5375654" providerId="ADAL" clId="{4109DC55-63F4-4DE6-80D0-92457929DA0F}" dt="2025-05-16T10:46:36.867" v="848" actId="14100"/>
          <ac:spMkLst>
            <pc:docMk/>
            <pc:sldMk cId="1876133328" sldId="263"/>
            <ac:spMk id="9" creationId="{C7B50E9F-6537-8747-A1AE-BC1C98C86CC1}"/>
          </ac:spMkLst>
        </pc:spChg>
        <pc:picChg chg="mod">
          <ac:chgData name="Myriam Bensaid" userId="6732edbd-cc17-4b25-8fa6-040ea5375654" providerId="ADAL" clId="{4109DC55-63F4-4DE6-80D0-92457929DA0F}" dt="2025-05-16T10:15:49.941" v="371"/>
          <ac:picMkLst>
            <pc:docMk/>
            <pc:sldMk cId="1876133328" sldId="263"/>
            <ac:picMk id="4" creationId="{8B308EE6-3415-ED7E-A261-B636D7E22E9B}"/>
          </ac:picMkLst>
        </pc:picChg>
        <pc:picChg chg="mod">
          <ac:chgData name="Myriam Bensaid" userId="6732edbd-cc17-4b25-8fa6-040ea5375654" providerId="ADAL" clId="{4109DC55-63F4-4DE6-80D0-92457929DA0F}" dt="2025-05-16T10:15:49.941" v="371"/>
          <ac:picMkLst>
            <pc:docMk/>
            <pc:sldMk cId="1876133328" sldId="263"/>
            <ac:picMk id="5" creationId="{43CC9BB5-2590-E1C9-0146-78EF31617939}"/>
          </ac:picMkLst>
        </pc:picChg>
        <pc:picChg chg="add mod ord">
          <ac:chgData name="Myriam Bensaid" userId="6732edbd-cc17-4b25-8fa6-040ea5375654" providerId="ADAL" clId="{4109DC55-63F4-4DE6-80D0-92457929DA0F}" dt="2025-05-16T10:15:42.505" v="370" actId="167"/>
          <ac:picMkLst>
            <pc:docMk/>
            <pc:sldMk cId="1876133328" sldId="263"/>
            <ac:picMk id="6" creationId="{D74E0AE5-DAAD-7427-011E-E1C97623E02C}"/>
          </ac:picMkLst>
        </pc:picChg>
      </pc:sldChg>
      <pc:sldChg chg="addSp delSp modSp mod modTransition">
        <pc:chgData name="Myriam Bensaid" userId="6732edbd-cc17-4b25-8fa6-040ea5375654" providerId="ADAL" clId="{4109DC55-63F4-4DE6-80D0-92457929DA0F}" dt="2025-05-28T13:00:00.490" v="1469"/>
        <pc:sldMkLst>
          <pc:docMk/>
          <pc:sldMk cId="1007892645" sldId="264"/>
        </pc:sldMkLst>
        <pc:spChg chg="mod">
          <ac:chgData name="Myriam Bensaid" userId="6732edbd-cc17-4b25-8fa6-040ea5375654" providerId="ADAL" clId="{4109DC55-63F4-4DE6-80D0-92457929DA0F}" dt="2025-05-16T10:46:48.573" v="849" actId="207"/>
          <ac:spMkLst>
            <pc:docMk/>
            <pc:sldMk cId="1007892645" sldId="264"/>
            <ac:spMk id="2" creationId="{98D36A97-A078-A963-8D60-293C715D7846}"/>
          </ac:spMkLst>
        </pc:spChg>
        <pc:spChg chg="mod">
          <ac:chgData name="Myriam Bensaid" userId="6732edbd-cc17-4b25-8fa6-040ea5375654" providerId="ADAL" clId="{4109DC55-63F4-4DE6-80D0-92457929DA0F}" dt="2025-05-16T10:46:48.573" v="849" actId="207"/>
          <ac:spMkLst>
            <pc:docMk/>
            <pc:sldMk cId="1007892645" sldId="264"/>
            <ac:spMk id="3" creationId="{0EB42B8E-31EC-E928-C8B8-48D5BCF2577B}"/>
          </ac:spMkLst>
        </pc:spChg>
        <pc:spChg chg="add mod">
          <ac:chgData name="Myriam Bensaid" userId="6732edbd-cc17-4b25-8fa6-040ea5375654" providerId="ADAL" clId="{4109DC55-63F4-4DE6-80D0-92457929DA0F}" dt="2025-05-28T13:00:00.490" v="1469"/>
          <ac:spMkLst>
            <pc:docMk/>
            <pc:sldMk cId="1007892645" sldId="264"/>
            <ac:spMk id="8" creationId="{E4D52260-BE38-6F74-76EC-FE2FCE7FCDD1}"/>
          </ac:spMkLst>
        </pc:spChg>
        <pc:spChg chg="add mod ord">
          <ac:chgData name="Myriam Bensaid" userId="6732edbd-cc17-4b25-8fa6-040ea5375654" providerId="ADAL" clId="{4109DC55-63F4-4DE6-80D0-92457929DA0F}" dt="2025-05-16T10:47:01.320" v="853" actId="14100"/>
          <ac:spMkLst>
            <pc:docMk/>
            <pc:sldMk cId="1007892645" sldId="264"/>
            <ac:spMk id="9" creationId="{30C56D77-A44A-529C-73EE-89FB50FBD6E5}"/>
          </ac:spMkLst>
        </pc:spChg>
        <pc:picChg chg="mod">
          <ac:chgData name="Myriam Bensaid" userId="6732edbd-cc17-4b25-8fa6-040ea5375654" providerId="ADAL" clId="{4109DC55-63F4-4DE6-80D0-92457929DA0F}" dt="2025-05-16T10:20:41.842" v="428"/>
          <ac:picMkLst>
            <pc:docMk/>
            <pc:sldMk cId="1007892645" sldId="264"/>
            <ac:picMk id="4" creationId="{886B8F1D-6C3E-4CC3-CE78-148582FDDD45}"/>
          </ac:picMkLst>
        </pc:picChg>
        <pc:picChg chg="mod">
          <ac:chgData name="Myriam Bensaid" userId="6732edbd-cc17-4b25-8fa6-040ea5375654" providerId="ADAL" clId="{4109DC55-63F4-4DE6-80D0-92457929DA0F}" dt="2025-05-16T10:20:41.842" v="428"/>
          <ac:picMkLst>
            <pc:docMk/>
            <pc:sldMk cId="1007892645" sldId="264"/>
            <ac:picMk id="5" creationId="{B8CDE003-8505-3F58-37A2-050EB005BF0B}"/>
          </ac:picMkLst>
        </pc:picChg>
        <pc:picChg chg="add mod ord">
          <ac:chgData name="Myriam Bensaid" userId="6732edbd-cc17-4b25-8fa6-040ea5375654" providerId="ADAL" clId="{4109DC55-63F4-4DE6-80D0-92457929DA0F}" dt="2025-05-16T10:16:03.228" v="375" actId="167"/>
          <ac:picMkLst>
            <pc:docMk/>
            <pc:sldMk cId="1007892645" sldId="264"/>
            <ac:picMk id="6" creationId="{E4C065CC-ECF5-87D6-34E5-8D870FAB3D4F}"/>
          </ac:picMkLst>
        </pc:picChg>
      </pc:sldChg>
      <pc:sldChg chg="addSp delSp modSp del mod modTransition">
        <pc:chgData name="Myriam Bensaid" userId="6732edbd-cc17-4b25-8fa6-040ea5375654" providerId="ADAL" clId="{4109DC55-63F4-4DE6-80D0-92457929DA0F}" dt="2025-05-16T11:07:41.991" v="1217" actId="47"/>
        <pc:sldMkLst>
          <pc:docMk/>
          <pc:sldMk cId="398091348" sldId="265"/>
        </pc:sldMkLst>
      </pc:sldChg>
      <pc:sldChg chg="addSp delSp modSp mod modTransition modNotesTx">
        <pc:chgData name="Myriam Bensaid" userId="6732edbd-cc17-4b25-8fa6-040ea5375654" providerId="ADAL" clId="{4109DC55-63F4-4DE6-80D0-92457929DA0F}" dt="2025-05-28T13:00:05.964" v="1472"/>
        <pc:sldMkLst>
          <pc:docMk/>
          <pc:sldMk cId="1466491715" sldId="266"/>
        </pc:sldMkLst>
        <pc:spChg chg="add mod">
          <ac:chgData name="Myriam Bensaid" userId="6732edbd-cc17-4b25-8fa6-040ea5375654" providerId="ADAL" clId="{4109DC55-63F4-4DE6-80D0-92457929DA0F}" dt="2025-05-28T13:00:05.964" v="1472"/>
          <ac:spMkLst>
            <pc:docMk/>
            <pc:sldMk cId="1466491715" sldId="266"/>
            <ac:spMk id="3" creationId="{6012E2CF-4B81-BF9A-80AD-1F20695BFD06}"/>
          </ac:spMkLst>
        </pc:spChg>
        <pc:spChg chg="add mod ord">
          <ac:chgData name="Myriam Bensaid" userId="6732edbd-cc17-4b25-8fa6-040ea5375654" providerId="ADAL" clId="{4109DC55-63F4-4DE6-80D0-92457929DA0F}" dt="2025-05-16T10:49:48.509" v="912" actId="14100"/>
          <ac:spMkLst>
            <pc:docMk/>
            <pc:sldMk cId="1466491715" sldId="266"/>
            <ac:spMk id="8" creationId="{1394DC0A-1C2E-4609-2C73-E4A436F66440}"/>
          </ac:spMkLst>
        </pc:spChg>
        <pc:picChg chg="add mod ord">
          <ac:chgData name="Myriam Bensaid" userId="6732edbd-cc17-4b25-8fa6-040ea5375654" providerId="ADAL" clId="{4109DC55-63F4-4DE6-80D0-92457929DA0F}" dt="2025-05-20T09:45:16.539" v="1421" actId="170"/>
          <ac:picMkLst>
            <pc:docMk/>
            <pc:sldMk cId="1466491715" sldId="266"/>
            <ac:picMk id="2" creationId="{58CA5526-73DA-239A-0AB6-AD96D0337CA1}"/>
          </ac:picMkLst>
        </pc:picChg>
        <pc:picChg chg="mod">
          <ac:chgData name="Myriam Bensaid" userId="6732edbd-cc17-4b25-8fa6-040ea5375654" providerId="ADAL" clId="{4109DC55-63F4-4DE6-80D0-92457929DA0F}" dt="2025-05-16T10:19:50.760" v="421"/>
          <ac:picMkLst>
            <pc:docMk/>
            <pc:sldMk cId="1466491715" sldId="266"/>
            <ac:picMk id="4" creationId="{45C78A00-5CC0-B0AF-97B4-7EEFC4B7012F}"/>
          </ac:picMkLst>
        </pc:picChg>
        <pc:picChg chg="add mod ord">
          <ac:chgData name="Myriam Bensaid" userId="6732edbd-cc17-4b25-8fa6-040ea5375654" providerId="ADAL" clId="{4109DC55-63F4-4DE6-80D0-92457929DA0F}" dt="2025-05-16T10:17:10.605" v="392" actId="167"/>
          <ac:picMkLst>
            <pc:docMk/>
            <pc:sldMk cId="1466491715" sldId="266"/>
            <ac:picMk id="5" creationId="{38CBD363-705A-DCB2-1E7E-E45F43BC0A91}"/>
          </ac:picMkLst>
        </pc:picChg>
      </pc:sldChg>
      <pc:sldChg chg="addSp modSp mod modTransition">
        <pc:chgData name="Myriam Bensaid" userId="6732edbd-cc17-4b25-8fa6-040ea5375654" providerId="ADAL" clId="{4109DC55-63F4-4DE6-80D0-92457929DA0F}" dt="2025-05-28T13:00:10.443" v="1474"/>
        <pc:sldMkLst>
          <pc:docMk/>
          <pc:sldMk cId="3106357947" sldId="269"/>
        </pc:sldMkLst>
        <pc:spChg chg="mod">
          <ac:chgData name="Myriam Bensaid" userId="6732edbd-cc17-4b25-8fa6-040ea5375654" providerId="ADAL" clId="{4109DC55-63F4-4DE6-80D0-92457929DA0F}" dt="2025-05-16T10:50:41.217" v="932" actId="207"/>
          <ac:spMkLst>
            <pc:docMk/>
            <pc:sldMk cId="3106357947" sldId="269"/>
            <ac:spMk id="2" creationId="{3D52B480-FFEE-1C9B-E56F-DABF44392FB5}"/>
          </ac:spMkLst>
        </pc:spChg>
        <pc:spChg chg="add mod">
          <ac:chgData name="Myriam Bensaid" userId="6732edbd-cc17-4b25-8fa6-040ea5375654" providerId="ADAL" clId="{4109DC55-63F4-4DE6-80D0-92457929DA0F}" dt="2025-05-28T13:00:10.443" v="1474"/>
          <ac:spMkLst>
            <pc:docMk/>
            <pc:sldMk cId="3106357947" sldId="269"/>
            <ac:spMk id="6" creationId="{0BEFEFA9-50ED-3814-4DB2-8104411A1633}"/>
          </ac:spMkLst>
        </pc:spChg>
        <pc:spChg chg="add mod ord">
          <ac:chgData name="Myriam Bensaid" userId="6732edbd-cc17-4b25-8fa6-040ea5375654" providerId="ADAL" clId="{4109DC55-63F4-4DE6-80D0-92457929DA0F}" dt="2025-05-16T10:50:56.479" v="936" actId="171"/>
          <ac:spMkLst>
            <pc:docMk/>
            <pc:sldMk cId="3106357947" sldId="269"/>
            <ac:spMk id="10" creationId="{A8DB0D5E-91E7-A168-C33B-A2E5B4298E1F}"/>
          </ac:spMkLst>
        </pc:spChg>
        <pc:picChg chg="mod">
          <ac:chgData name="Myriam Bensaid" userId="6732edbd-cc17-4b25-8fa6-040ea5375654" providerId="ADAL" clId="{4109DC55-63F4-4DE6-80D0-92457929DA0F}" dt="2025-05-16T10:13:50.442" v="347"/>
          <ac:picMkLst>
            <pc:docMk/>
            <pc:sldMk cId="3106357947" sldId="269"/>
            <ac:picMk id="3" creationId="{0F82FC74-DDF8-BDC9-8F6C-3DA8E2A870F7}"/>
          </ac:picMkLst>
        </pc:picChg>
        <pc:picChg chg="mod">
          <ac:chgData name="Myriam Bensaid" userId="6732edbd-cc17-4b25-8fa6-040ea5375654" providerId="ADAL" clId="{4109DC55-63F4-4DE6-80D0-92457929DA0F}" dt="2025-05-16T11:12:36.644" v="1305" actId="1076"/>
          <ac:picMkLst>
            <pc:docMk/>
            <pc:sldMk cId="3106357947" sldId="269"/>
            <ac:picMk id="4" creationId="{EAA35AC4-7A37-2F6E-5A3F-AA331D6C2618}"/>
          </ac:picMkLst>
        </pc:picChg>
        <pc:picChg chg="mod">
          <ac:chgData name="Myriam Bensaid" userId="6732edbd-cc17-4b25-8fa6-040ea5375654" providerId="ADAL" clId="{4109DC55-63F4-4DE6-80D0-92457929DA0F}" dt="2025-05-16T10:13:50.442" v="347"/>
          <ac:picMkLst>
            <pc:docMk/>
            <pc:sldMk cId="3106357947" sldId="269"/>
            <ac:picMk id="5" creationId="{D1BD0679-032D-6430-6611-C0A0801656DF}"/>
          </ac:picMkLst>
        </pc:picChg>
        <pc:picChg chg="add mod ord">
          <ac:chgData name="Myriam Bensaid" userId="6732edbd-cc17-4b25-8fa6-040ea5375654" providerId="ADAL" clId="{4109DC55-63F4-4DE6-80D0-92457929DA0F}" dt="2025-05-16T10:13:42.323" v="346"/>
          <ac:picMkLst>
            <pc:docMk/>
            <pc:sldMk cId="3106357947" sldId="269"/>
            <ac:picMk id="7" creationId="{4A716026-3D3F-062E-D5D2-A33AD92D04DE}"/>
          </ac:picMkLst>
        </pc:picChg>
      </pc:sldChg>
      <pc:sldChg chg="addSp modSp mod modTransition">
        <pc:chgData name="Myriam Bensaid" userId="6732edbd-cc17-4b25-8fa6-040ea5375654" providerId="ADAL" clId="{4109DC55-63F4-4DE6-80D0-92457929DA0F}" dt="2025-05-28T13:00:02.521" v="1470"/>
        <pc:sldMkLst>
          <pc:docMk/>
          <pc:sldMk cId="2848038673" sldId="270"/>
        </pc:sldMkLst>
        <pc:spChg chg="mod">
          <ac:chgData name="Myriam Bensaid" userId="6732edbd-cc17-4b25-8fa6-040ea5375654" providerId="ADAL" clId="{4109DC55-63F4-4DE6-80D0-92457929DA0F}" dt="2025-05-16T10:47:24.063" v="859" actId="207"/>
          <ac:spMkLst>
            <pc:docMk/>
            <pc:sldMk cId="2848038673" sldId="270"/>
            <ac:spMk id="2" creationId="{01A536B6-2D1F-96B6-0C27-DCC4C399200A}"/>
          </ac:spMkLst>
        </pc:spChg>
        <pc:spChg chg="mod">
          <ac:chgData name="Myriam Bensaid" userId="6732edbd-cc17-4b25-8fa6-040ea5375654" providerId="ADAL" clId="{4109DC55-63F4-4DE6-80D0-92457929DA0F}" dt="2025-05-16T10:47:24.063" v="859" actId="207"/>
          <ac:spMkLst>
            <pc:docMk/>
            <pc:sldMk cId="2848038673" sldId="270"/>
            <ac:spMk id="3" creationId="{B7F4B988-7AEA-4C36-1A1A-E8FAABE7DF9A}"/>
          </ac:spMkLst>
        </pc:spChg>
        <pc:spChg chg="add mod">
          <ac:chgData name="Myriam Bensaid" userId="6732edbd-cc17-4b25-8fa6-040ea5375654" providerId="ADAL" clId="{4109DC55-63F4-4DE6-80D0-92457929DA0F}" dt="2025-05-28T13:00:02.521" v="1470"/>
          <ac:spMkLst>
            <pc:docMk/>
            <pc:sldMk cId="2848038673" sldId="270"/>
            <ac:spMk id="7" creationId="{DCB90A91-6C34-E457-6485-55F5EAFCC40C}"/>
          </ac:spMkLst>
        </pc:spChg>
        <pc:spChg chg="add mod ord">
          <ac:chgData name="Myriam Bensaid" userId="6732edbd-cc17-4b25-8fa6-040ea5375654" providerId="ADAL" clId="{4109DC55-63F4-4DE6-80D0-92457929DA0F}" dt="2025-05-16T11:08:02.236" v="1222" actId="1076"/>
          <ac:spMkLst>
            <pc:docMk/>
            <pc:sldMk cId="2848038673" sldId="270"/>
            <ac:spMk id="9" creationId="{19BFADFE-F7C2-94CE-9286-5EDCB0DF0998}"/>
          </ac:spMkLst>
        </pc:spChg>
        <pc:picChg chg="mod">
          <ac:chgData name="Myriam Bensaid" userId="6732edbd-cc17-4b25-8fa6-040ea5375654" providerId="ADAL" clId="{4109DC55-63F4-4DE6-80D0-92457929DA0F}" dt="2025-05-16T10:20:28.225" v="426"/>
          <ac:picMkLst>
            <pc:docMk/>
            <pc:sldMk cId="2848038673" sldId="270"/>
            <ac:picMk id="4" creationId="{CB3470AA-2B90-9B41-E38F-3B46465D5715}"/>
          </ac:picMkLst>
        </pc:picChg>
        <pc:picChg chg="mod">
          <ac:chgData name="Myriam Bensaid" userId="6732edbd-cc17-4b25-8fa6-040ea5375654" providerId="ADAL" clId="{4109DC55-63F4-4DE6-80D0-92457929DA0F}" dt="2025-05-16T10:20:28.225" v="426"/>
          <ac:picMkLst>
            <pc:docMk/>
            <pc:sldMk cId="2848038673" sldId="270"/>
            <ac:picMk id="5" creationId="{E50BA902-ABA9-35B5-A3F4-AEAE5432D5C6}"/>
          </ac:picMkLst>
        </pc:picChg>
        <pc:picChg chg="add mod ord">
          <ac:chgData name="Myriam Bensaid" userId="6732edbd-cc17-4b25-8fa6-040ea5375654" providerId="ADAL" clId="{4109DC55-63F4-4DE6-80D0-92457929DA0F}" dt="2025-05-16T10:16:17.570" v="379" actId="167"/>
          <ac:picMkLst>
            <pc:docMk/>
            <pc:sldMk cId="2848038673" sldId="270"/>
            <ac:picMk id="6" creationId="{8492D851-5567-79C2-09EB-F1C39B30001F}"/>
          </ac:picMkLst>
        </pc:picChg>
      </pc:sldChg>
      <pc:sldChg chg="addSp modSp mod modTransition">
        <pc:chgData name="Myriam Bensaid" userId="6732edbd-cc17-4b25-8fa6-040ea5375654" providerId="ADAL" clId="{4109DC55-63F4-4DE6-80D0-92457929DA0F}" dt="2025-05-28T13:00:04.186" v="1471"/>
        <pc:sldMkLst>
          <pc:docMk/>
          <pc:sldMk cId="3104885242" sldId="271"/>
        </pc:sldMkLst>
        <pc:spChg chg="mod">
          <ac:chgData name="Myriam Bensaid" userId="6732edbd-cc17-4b25-8fa6-040ea5375654" providerId="ADAL" clId="{4109DC55-63F4-4DE6-80D0-92457929DA0F}" dt="2025-05-16T10:48:18.591" v="869" actId="207"/>
          <ac:spMkLst>
            <pc:docMk/>
            <pc:sldMk cId="3104885242" sldId="271"/>
            <ac:spMk id="2" creationId="{6F29AFE0-5DC7-C401-13C6-AAF45CACE33D}"/>
          </ac:spMkLst>
        </pc:spChg>
        <pc:spChg chg="mod">
          <ac:chgData name="Myriam Bensaid" userId="6732edbd-cc17-4b25-8fa6-040ea5375654" providerId="ADAL" clId="{4109DC55-63F4-4DE6-80D0-92457929DA0F}" dt="2025-05-16T10:48:18.591" v="869" actId="207"/>
          <ac:spMkLst>
            <pc:docMk/>
            <pc:sldMk cId="3104885242" sldId="271"/>
            <ac:spMk id="3" creationId="{D8C76DFD-637B-4FC2-620E-D853A51F7D2F}"/>
          </ac:spMkLst>
        </pc:spChg>
        <pc:spChg chg="add mod">
          <ac:chgData name="Myriam Bensaid" userId="6732edbd-cc17-4b25-8fa6-040ea5375654" providerId="ADAL" clId="{4109DC55-63F4-4DE6-80D0-92457929DA0F}" dt="2025-05-28T13:00:04.186" v="1471"/>
          <ac:spMkLst>
            <pc:docMk/>
            <pc:sldMk cId="3104885242" sldId="271"/>
            <ac:spMk id="7" creationId="{7023C65E-E715-E2E4-3389-A9335A7AC71C}"/>
          </ac:spMkLst>
        </pc:spChg>
        <pc:spChg chg="add mod ord">
          <ac:chgData name="Myriam Bensaid" userId="6732edbd-cc17-4b25-8fa6-040ea5375654" providerId="ADAL" clId="{4109DC55-63F4-4DE6-80D0-92457929DA0F}" dt="2025-05-16T11:08:44.812" v="1231" actId="14100"/>
          <ac:spMkLst>
            <pc:docMk/>
            <pc:sldMk cId="3104885242" sldId="271"/>
            <ac:spMk id="8" creationId="{23E34306-9495-DCE0-EBDD-3854D4B8ABC1}"/>
          </ac:spMkLst>
        </pc:spChg>
        <pc:picChg chg="mod">
          <ac:chgData name="Myriam Bensaid" userId="6732edbd-cc17-4b25-8fa6-040ea5375654" providerId="ADAL" clId="{4109DC55-63F4-4DE6-80D0-92457929DA0F}" dt="2025-05-16T10:20:13.249" v="424"/>
          <ac:picMkLst>
            <pc:docMk/>
            <pc:sldMk cId="3104885242" sldId="271"/>
            <ac:picMk id="4" creationId="{8892D093-AA23-ED26-C385-7A6AE1C58F3D}"/>
          </ac:picMkLst>
        </pc:picChg>
        <pc:picChg chg="mod">
          <ac:chgData name="Myriam Bensaid" userId="6732edbd-cc17-4b25-8fa6-040ea5375654" providerId="ADAL" clId="{4109DC55-63F4-4DE6-80D0-92457929DA0F}" dt="2025-05-16T10:20:13.249" v="424"/>
          <ac:picMkLst>
            <pc:docMk/>
            <pc:sldMk cId="3104885242" sldId="271"/>
            <ac:picMk id="5" creationId="{4D433BE0-FC82-35A5-1CA6-7817C1A1CA79}"/>
          </ac:picMkLst>
        </pc:picChg>
        <pc:picChg chg="add mod ord">
          <ac:chgData name="Myriam Bensaid" userId="6732edbd-cc17-4b25-8fa6-040ea5375654" providerId="ADAL" clId="{4109DC55-63F4-4DE6-80D0-92457929DA0F}" dt="2025-05-16T10:16:29.986" v="383" actId="167"/>
          <ac:picMkLst>
            <pc:docMk/>
            <pc:sldMk cId="3104885242" sldId="271"/>
            <ac:picMk id="6" creationId="{A835E9F3-EB27-5554-6E85-AF9EC6A52363}"/>
          </ac:picMkLst>
        </pc:picChg>
      </pc:sldChg>
      <pc:sldChg chg="addSp modSp del mod modTransition">
        <pc:chgData name="Myriam Bensaid" userId="6732edbd-cc17-4b25-8fa6-040ea5375654" providerId="ADAL" clId="{4109DC55-63F4-4DE6-80D0-92457929DA0F}" dt="2025-05-16T11:08:16.174" v="1224" actId="47"/>
        <pc:sldMkLst>
          <pc:docMk/>
          <pc:sldMk cId="2251917429" sldId="272"/>
        </pc:sldMkLst>
      </pc:sldChg>
      <pc:sldChg chg="addSp modSp del mod modTransition">
        <pc:chgData name="Myriam Bensaid" userId="6732edbd-cc17-4b25-8fa6-040ea5375654" providerId="ADAL" clId="{4109DC55-63F4-4DE6-80D0-92457929DA0F}" dt="2025-05-16T11:08:48.635" v="1232" actId="47"/>
        <pc:sldMkLst>
          <pc:docMk/>
          <pc:sldMk cId="1168645551" sldId="273"/>
        </pc:sldMkLst>
      </pc:sldChg>
      <pc:sldChg chg="addSp modSp mod modTransition">
        <pc:chgData name="Myriam Bensaid" userId="6732edbd-cc17-4b25-8fa6-040ea5375654" providerId="ADAL" clId="{4109DC55-63F4-4DE6-80D0-92457929DA0F}" dt="2025-05-28T13:00:22.326" v="1475"/>
        <pc:sldMkLst>
          <pc:docMk/>
          <pc:sldMk cId="3581169715" sldId="274"/>
        </pc:sldMkLst>
        <pc:spChg chg="mod">
          <ac:chgData name="Myriam Bensaid" userId="6732edbd-cc17-4b25-8fa6-040ea5375654" providerId="ADAL" clId="{4109DC55-63F4-4DE6-80D0-92457929DA0F}" dt="2025-05-16T10:51:14.853" v="938" actId="207"/>
          <ac:spMkLst>
            <pc:docMk/>
            <pc:sldMk cId="3581169715" sldId="274"/>
            <ac:spMk id="2" creationId="{BD4780B7-2C94-1AE2-589C-7745BBB1C1F0}"/>
          </ac:spMkLst>
        </pc:spChg>
        <pc:spChg chg="add mod">
          <ac:chgData name="Myriam Bensaid" userId="6732edbd-cc17-4b25-8fa6-040ea5375654" providerId="ADAL" clId="{4109DC55-63F4-4DE6-80D0-92457929DA0F}" dt="2025-05-28T13:00:22.326" v="1475"/>
          <ac:spMkLst>
            <pc:docMk/>
            <pc:sldMk cId="3581169715" sldId="274"/>
            <ac:spMk id="6" creationId="{C22697A7-341B-BDC5-8611-EF1474B5680C}"/>
          </ac:spMkLst>
        </pc:spChg>
        <pc:spChg chg="add mod ord">
          <ac:chgData name="Myriam Bensaid" userId="6732edbd-cc17-4b25-8fa6-040ea5375654" providerId="ADAL" clId="{4109DC55-63F4-4DE6-80D0-92457929DA0F}" dt="2025-05-16T10:51:25.445" v="943" actId="171"/>
          <ac:spMkLst>
            <pc:docMk/>
            <pc:sldMk cId="3581169715" sldId="274"/>
            <ac:spMk id="8" creationId="{07C71363-B1EF-EBA6-F2C9-3851444E63B1}"/>
          </ac:spMkLst>
        </pc:spChg>
        <pc:spChg chg="mod">
          <ac:chgData name="Myriam Bensaid" userId="6732edbd-cc17-4b25-8fa6-040ea5375654" providerId="ADAL" clId="{4109DC55-63F4-4DE6-80D0-92457929DA0F}" dt="2025-05-16T10:51:14.853" v="938" actId="207"/>
          <ac:spMkLst>
            <pc:docMk/>
            <pc:sldMk cId="3581169715" sldId="274"/>
            <ac:spMk id="11" creationId="{B29354C5-9530-AFEB-894E-056BE9D31DBB}"/>
          </ac:spMkLst>
        </pc:spChg>
        <pc:picChg chg="mod">
          <ac:chgData name="Myriam Bensaid" userId="6732edbd-cc17-4b25-8fa6-040ea5375654" providerId="ADAL" clId="{4109DC55-63F4-4DE6-80D0-92457929DA0F}" dt="2025-05-16T10:19:24.492" v="418"/>
          <ac:picMkLst>
            <pc:docMk/>
            <pc:sldMk cId="3581169715" sldId="274"/>
            <ac:picMk id="3" creationId="{6BA500FB-599D-6979-4ED4-264827F2B22A}"/>
          </ac:picMkLst>
        </pc:picChg>
        <pc:picChg chg="mod">
          <ac:chgData name="Myriam Bensaid" userId="6732edbd-cc17-4b25-8fa6-040ea5375654" providerId="ADAL" clId="{4109DC55-63F4-4DE6-80D0-92457929DA0F}" dt="2025-05-16T10:19:24.492" v="418"/>
          <ac:picMkLst>
            <pc:docMk/>
            <pc:sldMk cId="3581169715" sldId="274"/>
            <ac:picMk id="4" creationId="{81A9F19A-F737-89F1-08B4-6EDBA6110253}"/>
          </ac:picMkLst>
        </pc:picChg>
        <pc:picChg chg="add mod ord">
          <ac:chgData name="Myriam Bensaid" userId="6732edbd-cc17-4b25-8fa6-040ea5375654" providerId="ADAL" clId="{4109DC55-63F4-4DE6-80D0-92457929DA0F}" dt="2025-05-16T10:17:30.797" v="398" actId="167"/>
          <ac:picMkLst>
            <pc:docMk/>
            <pc:sldMk cId="3581169715" sldId="274"/>
            <ac:picMk id="5" creationId="{ADFCDF61-89F9-655A-8A2D-C4D860F8DD95}"/>
          </ac:picMkLst>
        </pc:picChg>
      </pc:sldChg>
      <pc:sldChg chg="addSp modSp mod modTransition">
        <pc:chgData name="Myriam Bensaid" userId="6732edbd-cc17-4b25-8fa6-040ea5375654" providerId="ADAL" clId="{4109DC55-63F4-4DE6-80D0-92457929DA0F}" dt="2025-05-28T13:00:25.978" v="1477"/>
        <pc:sldMkLst>
          <pc:docMk/>
          <pc:sldMk cId="3730856263" sldId="275"/>
        </pc:sldMkLst>
      </pc:sldChg>
      <pc:sldChg chg="addSp modSp mod modTransition">
        <pc:chgData name="Myriam Bensaid" userId="6732edbd-cc17-4b25-8fa6-040ea5375654" providerId="ADAL" clId="{4109DC55-63F4-4DE6-80D0-92457929DA0F}" dt="2025-05-28T13:00:27.932" v="1478"/>
        <pc:sldMkLst>
          <pc:docMk/>
          <pc:sldMk cId="852785038" sldId="276"/>
        </pc:sldMkLst>
      </pc:sldChg>
      <pc:sldChg chg="addSp modSp mod modTransition">
        <pc:chgData name="Myriam Bensaid" userId="6732edbd-cc17-4b25-8fa6-040ea5375654" providerId="ADAL" clId="{4109DC55-63F4-4DE6-80D0-92457929DA0F}" dt="2025-05-28T13:00:29.855" v="1479"/>
        <pc:sldMkLst>
          <pc:docMk/>
          <pc:sldMk cId="3951666606" sldId="277"/>
        </pc:sldMkLst>
        <pc:spChg chg="mod">
          <ac:chgData name="Myriam Bensaid" userId="6732edbd-cc17-4b25-8fa6-040ea5375654" providerId="ADAL" clId="{4109DC55-63F4-4DE6-80D0-92457929DA0F}" dt="2025-05-16T10:54:14.168" v="966" actId="207"/>
          <ac:spMkLst>
            <pc:docMk/>
            <pc:sldMk cId="3951666606" sldId="277"/>
            <ac:spMk id="2" creationId="{44E7FC00-D7C9-4366-FB89-C3BCF0D70E12}"/>
          </ac:spMkLst>
        </pc:spChg>
        <pc:spChg chg="add mod">
          <ac:chgData name="Myriam Bensaid" userId="6732edbd-cc17-4b25-8fa6-040ea5375654" providerId="ADAL" clId="{4109DC55-63F4-4DE6-80D0-92457929DA0F}" dt="2025-05-28T13:00:29.855" v="1479"/>
          <ac:spMkLst>
            <pc:docMk/>
            <pc:sldMk cId="3951666606" sldId="277"/>
            <ac:spMk id="6" creationId="{1EAC39D4-5ACA-48F5-264C-5E4991FB6204}"/>
          </ac:spMkLst>
        </pc:spChg>
        <pc:spChg chg="add mod ord">
          <ac:chgData name="Myriam Bensaid" userId="6732edbd-cc17-4b25-8fa6-040ea5375654" providerId="ADAL" clId="{4109DC55-63F4-4DE6-80D0-92457929DA0F}" dt="2025-05-16T10:55:03.151" v="973" actId="171"/>
          <ac:spMkLst>
            <pc:docMk/>
            <pc:sldMk cId="3951666606" sldId="277"/>
            <ac:spMk id="7" creationId="{E530B043-C964-BDF6-D94A-1E98A5AFA511}"/>
          </ac:spMkLst>
        </pc:spChg>
        <pc:picChg chg="mod">
          <ac:chgData name="Myriam Bensaid" userId="6732edbd-cc17-4b25-8fa6-040ea5375654" providerId="ADAL" clId="{4109DC55-63F4-4DE6-80D0-92457929DA0F}" dt="2025-05-16T10:19:10.113" v="417"/>
          <ac:picMkLst>
            <pc:docMk/>
            <pc:sldMk cId="3951666606" sldId="277"/>
            <ac:picMk id="3" creationId="{C826BAB3-5C97-6D0F-FA87-D16E0BD7D2B1}"/>
          </ac:picMkLst>
        </pc:picChg>
        <pc:picChg chg="mod">
          <ac:chgData name="Myriam Bensaid" userId="6732edbd-cc17-4b25-8fa6-040ea5375654" providerId="ADAL" clId="{4109DC55-63F4-4DE6-80D0-92457929DA0F}" dt="2025-05-16T10:19:10.113" v="417"/>
          <ac:picMkLst>
            <pc:docMk/>
            <pc:sldMk cId="3951666606" sldId="277"/>
            <ac:picMk id="4" creationId="{2C82BF07-7B84-2DEF-D1F2-1C35944D9886}"/>
          </ac:picMkLst>
        </pc:picChg>
        <pc:picChg chg="add mod ord">
          <ac:chgData name="Myriam Bensaid" userId="6732edbd-cc17-4b25-8fa6-040ea5375654" providerId="ADAL" clId="{4109DC55-63F4-4DE6-80D0-92457929DA0F}" dt="2025-05-16T10:17:52.510" v="406" actId="167"/>
          <ac:picMkLst>
            <pc:docMk/>
            <pc:sldMk cId="3951666606" sldId="277"/>
            <ac:picMk id="5" creationId="{B77BAA74-969E-5010-24F9-87E82F295238}"/>
          </ac:picMkLst>
        </pc:picChg>
      </pc:sldChg>
      <pc:sldChg chg="addSp delSp modSp mod modTransition">
        <pc:chgData name="Myriam Bensaid" userId="6732edbd-cc17-4b25-8fa6-040ea5375654" providerId="ADAL" clId="{4109DC55-63F4-4DE6-80D0-92457929DA0F}" dt="2025-05-28T12:59:58.615" v="1468"/>
        <pc:sldMkLst>
          <pc:docMk/>
          <pc:sldMk cId="203898375" sldId="278"/>
        </pc:sldMkLst>
        <pc:spChg chg="mod">
          <ac:chgData name="Myriam Bensaid" userId="6732edbd-cc17-4b25-8fa6-040ea5375654" providerId="ADAL" clId="{4109DC55-63F4-4DE6-80D0-92457929DA0F}" dt="2025-05-16T11:09:26.338" v="1291" actId="20577"/>
          <ac:spMkLst>
            <pc:docMk/>
            <pc:sldMk cId="203898375" sldId="278"/>
            <ac:spMk id="2" creationId="{28B054A5-60A5-BD96-45D3-6C8FDF2C0A7F}"/>
          </ac:spMkLst>
        </pc:spChg>
        <pc:spChg chg="mod">
          <ac:chgData name="Myriam Bensaid" userId="6732edbd-cc17-4b25-8fa6-040ea5375654" providerId="ADAL" clId="{4109DC55-63F4-4DE6-80D0-92457929DA0F}" dt="2025-05-16T10:44:26.901" v="834" actId="207"/>
          <ac:spMkLst>
            <pc:docMk/>
            <pc:sldMk cId="203898375" sldId="278"/>
            <ac:spMk id="3" creationId="{1DE2827C-B862-C110-6569-E5688B034CD0}"/>
          </ac:spMkLst>
        </pc:spChg>
        <pc:spChg chg="add mod">
          <ac:chgData name="Myriam Bensaid" userId="6732edbd-cc17-4b25-8fa6-040ea5375654" providerId="ADAL" clId="{4109DC55-63F4-4DE6-80D0-92457929DA0F}" dt="2025-05-28T12:59:58.615" v="1468"/>
          <ac:spMkLst>
            <pc:docMk/>
            <pc:sldMk cId="203898375" sldId="278"/>
            <ac:spMk id="8" creationId="{7283AE6F-AE24-6B91-96B1-0AFC4D88B888}"/>
          </ac:spMkLst>
        </pc:spChg>
        <pc:spChg chg="add mod ord">
          <ac:chgData name="Myriam Bensaid" userId="6732edbd-cc17-4b25-8fa6-040ea5375654" providerId="ADAL" clId="{4109DC55-63F4-4DE6-80D0-92457929DA0F}" dt="2025-05-16T11:09:08.142" v="1261" actId="14100"/>
          <ac:spMkLst>
            <pc:docMk/>
            <pc:sldMk cId="203898375" sldId="278"/>
            <ac:spMk id="10" creationId="{61F68BAC-4359-B30C-0060-EB8FF2A95665}"/>
          </ac:spMkLst>
        </pc:spChg>
        <pc:picChg chg="mod">
          <ac:chgData name="Myriam Bensaid" userId="6732edbd-cc17-4b25-8fa6-040ea5375654" providerId="ADAL" clId="{4109DC55-63F4-4DE6-80D0-92457929DA0F}" dt="2025-05-16T10:20:51.704" v="429"/>
          <ac:picMkLst>
            <pc:docMk/>
            <pc:sldMk cId="203898375" sldId="278"/>
            <ac:picMk id="4" creationId="{FF22985F-7B62-ADC6-BE9F-1712544E3A3A}"/>
          </ac:picMkLst>
        </pc:picChg>
        <pc:picChg chg="add mod ord">
          <ac:chgData name="Myriam Bensaid" userId="6732edbd-cc17-4b25-8fa6-040ea5375654" providerId="ADAL" clId="{4109DC55-63F4-4DE6-80D0-92457929DA0F}" dt="2025-05-16T10:15:57.254" v="373" actId="167"/>
          <ac:picMkLst>
            <pc:docMk/>
            <pc:sldMk cId="203898375" sldId="278"/>
            <ac:picMk id="5" creationId="{6FD9695C-D6E2-2942-6479-6031163E4911}"/>
          </ac:picMkLst>
        </pc:picChg>
        <pc:picChg chg="mod">
          <ac:chgData name="Myriam Bensaid" userId="6732edbd-cc17-4b25-8fa6-040ea5375654" providerId="ADAL" clId="{4109DC55-63F4-4DE6-80D0-92457929DA0F}" dt="2025-05-16T10:20:51.704" v="429"/>
          <ac:picMkLst>
            <pc:docMk/>
            <pc:sldMk cId="203898375" sldId="278"/>
            <ac:picMk id="6" creationId="{387CECFB-DBE3-3F2B-5E2B-A004DE779CD6}"/>
          </ac:picMkLst>
        </pc:picChg>
      </pc:sldChg>
      <pc:sldChg chg="addSp modSp mod modTransition modNotesTx">
        <pc:chgData name="Myriam Bensaid" userId="6732edbd-cc17-4b25-8fa6-040ea5375654" providerId="ADAL" clId="{4109DC55-63F4-4DE6-80D0-92457929DA0F}" dt="2025-05-28T13:00:24.195" v="1476"/>
        <pc:sldMkLst>
          <pc:docMk/>
          <pc:sldMk cId="12991851" sldId="280"/>
        </pc:sldMkLst>
        <pc:spChg chg="mod">
          <ac:chgData name="Myriam Bensaid" userId="6732edbd-cc17-4b25-8fa6-040ea5375654" providerId="ADAL" clId="{4109DC55-63F4-4DE6-80D0-92457929DA0F}" dt="2025-05-16T10:57:26.038" v="1098" actId="20577"/>
          <ac:spMkLst>
            <pc:docMk/>
            <pc:sldMk cId="12991851" sldId="280"/>
            <ac:spMk id="2" creationId="{12CE6A17-344E-887B-4FF8-0AA7D968E28C}"/>
          </ac:spMkLst>
        </pc:spChg>
        <pc:spChg chg="add mod">
          <ac:chgData name="Myriam Bensaid" userId="6732edbd-cc17-4b25-8fa6-040ea5375654" providerId="ADAL" clId="{4109DC55-63F4-4DE6-80D0-92457929DA0F}" dt="2025-05-28T13:00:24.195" v="1476"/>
          <ac:spMkLst>
            <pc:docMk/>
            <pc:sldMk cId="12991851" sldId="280"/>
            <ac:spMk id="6" creationId="{E9E7BA5B-D719-9989-1968-97A0001095D7}"/>
          </ac:spMkLst>
        </pc:spChg>
        <pc:spChg chg="add mod ord">
          <ac:chgData name="Myriam Bensaid" userId="6732edbd-cc17-4b25-8fa6-040ea5375654" providerId="ADAL" clId="{4109DC55-63F4-4DE6-80D0-92457929DA0F}" dt="2025-05-16T10:57:31.033" v="1099" actId="14100"/>
          <ac:spMkLst>
            <pc:docMk/>
            <pc:sldMk cId="12991851" sldId="280"/>
            <ac:spMk id="7" creationId="{425BF1EC-9D19-E477-4D8E-52AA5084C772}"/>
          </ac:spMkLst>
        </pc:spChg>
        <pc:picChg chg="mod">
          <ac:chgData name="Myriam Bensaid" userId="6732edbd-cc17-4b25-8fa6-040ea5375654" providerId="ADAL" clId="{4109DC55-63F4-4DE6-80D0-92457929DA0F}" dt="2025-05-16T10:18:27.768" v="410"/>
          <ac:picMkLst>
            <pc:docMk/>
            <pc:sldMk cId="12991851" sldId="280"/>
            <ac:picMk id="3" creationId="{70109E25-30AF-B2E1-B7EB-B7EC7EF580A9}"/>
          </ac:picMkLst>
        </pc:picChg>
        <pc:picChg chg="mod">
          <ac:chgData name="Myriam Bensaid" userId="6732edbd-cc17-4b25-8fa6-040ea5375654" providerId="ADAL" clId="{4109DC55-63F4-4DE6-80D0-92457929DA0F}" dt="2025-05-16T10:18:27.768" v="410"/>
          <ac:picMkLst>
            <pc:docMk/>
            <pc:sldMk cId="12991851" sldId="280"/>
            <ac:picMk id="4" creationId="{8D3B8B98-1B00-CD6D-8C0F-76AA34619678}"/>
          </ac:picMkLst>
        </pc:picChg>
        <pc:picChg chg="add mod ord">
          <ac:chgData name="Myriam Bensaid" userId="6732edbd-cc17-4b25-8fa6-040ea5375654" providerId="ADAL" clId="{4109DC55-63F4-4DE6-80D0-92457929DA0F}" dt="2025-05-16T10:17:36.930" v="400" actId="167"/>
          <ac:picMkLst>
            <pc:docMk/>
            <pc:sldMk cId="12991851" sldId="280"/>
            <ac:picMk id="5" creationId="{EA6A732B-248E-B4A6-E96B-55C77192E472}"/>
          </ac:picMkLst>
        </pc:picChg>
      </pc:sldChg>
      <pc:sldChg chg="addSp delSp modSp mod ord modTransition">
        <pc:chgData name="Myriam Bensaid" userId="6732edbd-cc17-4b25-8fa6-040ea5375654" providerId="ADAL" clId="{4109DC55-63F4-4DE6-80D0-92457929DA0F}" dt="2025-05-28T12:59:44.817" v="1464"/>
        <pc:sldMkLst>
          <pc:docMk/>
          <pc:sldMk cId="1111283915" sldId="281"/>
        </pc:sldMkLst>
        <pc:spChg chg="mod">
          <ac:chgData name="Myriam Bensaid" userId="6732edbd-cc17-4b25-8fa6-040ea5375654" providerId="ADAL" clId="{4109DC55-63F4-4DE6-80D0-92457929DA0F}" dt="2025-05-16T10:49:03.333" v="879" actId="207"/>
          <ac:spMkLst>
            <pc:docMk/>
            <pc:sldMk cId="1111283915" sldId="281"/>
            <ac:spMk id="2" creationId="{EB4C13E9-7ADA-8D17-3AFF-165995A77559}"/>
          </ac:spMkLst>
        </pc:spChg>
        <pc:spChg chg="mod">
          <ac:chgData name="Myriam Bensaid" userId="6732edbd-cc17-4b25-8fa6-040ea5375654" providerId="ADAL" clId="{4109DC55-63F4-4DE6-80D0-92457929DA0F}" dt="2025-05-16T10:49:14.621" v="880" actId="207"/>
          <ac:spMkLst>
            <pc:docMk/>
            <pc:sldMk cId="1111283915" sldId="281"/>
            <ac:spMk id="3" creationId="{D8FF151B-ED03-6BCD-4B4D-1ED989A56F1E}"/>
          </ac:spMkLst>
        </pc:spChg>
        <pc:spChg chg="add mod ord">
          <ac:chgData name="Myriam Bensaid" userId="6732edbd-cc17-4b25-8fa6-040ea5375654" providerId="ADAL" clId="{4109DC55-63F4-4DE6-80D0-92457929DA0F}" dt="2025-05-16T10:49:24.652" v="884" actId="14100"/>
          <ac:spMkLst>
            <pc:docMk/>
            <pc:sldMk cId="1111283915" sldId="281"/>
            <ac:spMk id="8" creationId="{95747171-877D-F3A4-ECFF-A74E323E5439}"/>
          </ac:spMkLst>
        </pc:spChg>
        <pc:spChg chg="add mod">
          <ac:chgData name="Myriam Bensaid" userId="6732edbd-cc17-4b25-8fa6-040ea5375654" providerId="ADAL" clId="{4109DC55-63F4-4DE6-80D0-92457929DA0F}" dt="2025-05-28T12:59:44.817" v="1464"/>
          <ac:spMkLst>
            <pc:docMk/>
            <pc:sldMk cId="1111283915" sldId="281"/>
            <ac:spMk id="9" creationId="{676C933D-2FBF-6C8B-008E-4F6FFCE9A13D}"/>
          </ac:spMkLst>
        </pc:spChg>
        <pc:picChg chg="mod">
          <ac:chgData name="Myriam Bensaid" userId="6732edbd-cc17-4b25-8fa6-040ea5375654" providerId="ADAL" clId="{4109DC55-63F4-4DE6-80D0-92457929DA0F}" dt="2025-05-16T10:19:58.606" v="422"/>
          <ac:picMkLst>
            <pc:docMk/>
            <pc:sldMk cId="1111283915" sldId="281"/>
            <ac:picMk id="4" creationId="{DDA2B770-F2AE-9CA3-D308-4403C2835ABD}"/>
          </ac:picMkLst>
        </pc:picChg>
        <pc:picChg chg="mod">
          <ac:chgData name="Myriam Bensaid" userId="6732edbd-cc17-4b25-8fa6-040ea5375654" providerId="ADAL" clId="{4109DC55-63F4-4DE6-80D0-92457929DA0F}" dt="2025-05-16T10:19:58.606" v="422"/>
          <ac:picMkLst>
            <pc:docMk/>
            <pc:sldMk cId="1111283915" sldId="281"/>
            <ac:picMk id="5" creationId="{954A0EAE-3110-04A7-00FB-4D304ED49E0B}"/>
          </ac:picMkLst>
        </pc:picChg>
        <pc:picChg chg="add mod ord">
          <ac:chgData name="Myriam Bensaid" userId="6732edbd-cc17-4b25-8fa6-040ea5375654" providerId="ADAL" clId="{4109DC55-63F4-4DE6-80D0-92457929DA0F}" dt="2025-05-16T10:17:06.521" v="390" actId="167"/>
          <ac:picMkLst>
            <pc:docMk/>
            <pc:sldMk cId="1111283915" sldId="281"/>
            <ac:picMk id="6" creationId="{2E65A106-C3B2-9331-393F-2D1C235C2B52}"/>
          </ac:picMkLst>
        </pc:picChg>
      </pc:sldChg>
      <pc:sldChg chg="addSp modSp mod modTransition">
        <pc:chgData name="Myriam Bensaid" userId="6732edbd-cc17-4b25-8fa6-040ea5375654" providerId="ADAL" clId="{4109DC55-63F4-4DE6-80D0-92457929DA0F}" dt="2025-05-16T10:50:14.694" v="924" actId="171"/>
        <pc:sldMkLst>
          <pc:docMk/>
          <pc:sldMk cId="623530343" sldId="282"/>
        </pc:sldMkLst>
        <pc:spChg chg="mod">
          <ac:chgData name="Myriam Bensaid" userId="6732edbd-cc17-4b25-8fa6-040ea5375654" providerId="ADAL" clId="{4109DC55-63F4-4DE6-80D0-92457929DA0F}" dt="2025-05-16T10:50:04.796" v="914" actId="207"/>
          <ac:spMkLst>
            <pc:docMk/>
            <pc:sldMk cId="623530343" sldId="282"/>
            <ac:spMk id="2" creationId="{8161F992-1C47-FBE0-513F-211E5B327084}"/>
          </ac:spMkLst>
        </pc:spChg>
        <pc:spChg chg="add mod ord">
          <ac:chgData name="Myriam Bensaid" userId="6732edbd-cc17-4b25-8fa6-040ea5375654" providerId="ADAL" clId="{4109DC55-63F4-4DE6-80D0-92457929DA0F}" dt="2025-05-16T10:50:14.694" v="924" actId="171"/>
          <ac:spMkLst>
            <pc:docMk/>
            <pc:sldMk cId="623530343" sldId="282"/>
            <ac:spMk id="14" creationId="{3362BAC5-D254-486B-2FD3-A859C71B58FB}"/>
          </ac:spMkLst>
        </pc:spChg>
        <pc:picChg chg="add mod ord">
          <ac:chgData name="Myriam Bensaid" userId="6732edbd-cc17-4b25-8fa6-040ea5375654" providerId="ADAL" clId="{4109DC55-63F4-4DE6-80D0-92457929DA0F}" dt="2025-05-16T10:17:17.706" v="394" actId="167"/>
          <ac:picMkLst>
            <pc:docMk/>
            <pc:sldMk cId="623530343" sldId="282"/>
            <ac:picMk id="3" creationId="{BDF004C5-3BD2-1AF2-2534-51C518B8D63B}"/>
          </ac:picMkLst>
        </pc:picChg>
        <pc:picChg chg="mod">
          <ac:chgData name="Myriam Bensaid" userId="6732edbd-cc17-4b25-8fa6-040ea5375654" providerId="ADAL" clId="{4109DC55-63F4-4DE6-80D0-92457929DA0F}" dt="2025-05-16T10:19:43.322" v="420"/>
          <ac:picMkLst>
            <pc:docMk/>
            <pc:sldMk cId="623530343" sldId="282"/>
            <ac:picMk id="4" creationId="{21062C98-7513-8881-F4FA-8E48C18BA7B5}"/>
          </ac:picMkLst>
        </pc:picChg>
        <pc:picChg chg="mod">
          <ac:chgData name="Myriam Bensaid" userId="6732edbd-cc17-4b25-8fa6-040ea5375654" providerId="ADAL" clId="{4109DC55-63F4-4DE6-80D0-92457929DA0F}" dt="2025-05-16T10:19:43.322" v="420"/>
          <ac:picMkLst>
            <pc:docMk/>
            <pc:sldMk cId="623530343" sldId="282"/>
            <ac:picMk id="5" creationId="{CEC81EE9-7EE8-689C-538F-D3853E6000FF}"/>
          </ac:picMkLst>
        </pc:picChg>
      </pc:sldChg>
      <pc:sldChg chg="addSp modSp mod modTransition">
        <pc:chgData name="Myriam Bensaid" userId="6732edbd-cc17-4b25-8fa6-040ea5375654" providerId="ADAL" clId="{4109DC55-63F4-4DE6-80D0-92457929DA0F}" dt="2025-05-28T13:00:08.298" v="1473"/>
        <pc:sldMkLst>
          <pc:docMk/>
          <pc:sldMk cId="2970935995" sldId="283"/>
        </pc:sldMkLst>
        <pc:spChg chg="mod">
          <ac:chgData name="Myriam Bensaid" userId="6732edbd-cc17-4b25-8fa6-040ea5375654" providerId="ADAL" clId="{4109DC55-63F4-4DE6-80D0-92457929DA0F}" dt="2025-05-16T10:50:23.300" v="925" actId="207"/>
          <ac:spMkLst>
            <pc:docMk/>
            <pc:sldMk cId="2970935995" sldId="283"/>
            <ac:spMk id="2" creationId="{EE3639A1-9E75-4916-368E-C819DAB491A7}"/>
          </ac:spMkLst>
        </pc:spChg>
        <pc:spChg chg="mod">
          <ac:chgData name="Myriam Bensaid" userId="6732edbd-cc17-4b25-8fa6-040ea5375654" providerId="ADAL" clId="{4109DC55-63F4-4DE6-80D0-92457929DA0F}" dt="2025-05-16T10:50:23.300" v="925" actId="207"/>
          <ac:spMkLst>
            <pc:docMk/>
            <pc:sldMk cId="2970935995" sldId="283"/>
            <ac:spMk id="3" creationId="{766CF4DD-B5BD-7775-B526-4F04D9F10E94}"/>
          </ac:spMkLst>
        </pc:spChg>
        <pc:spChg chg="add mod">
          <ac:chgData name="Myriam Bensaid" userId="6732edbd-cc17-4b25-8fa6-040ea5375654" providerId="ADAL" clId="{4109DC55-63F4-4DE6-80D0-92457929DA0F}" dt="2025-05-28T13:00:08.298" v="1473"/>
          <ac:spMkLst>
            <pc:docMk/>
            <pc:sldMk cId="2970935995" sldId="283"/>
            <ac:spMk id="7" creationId="{F9B147C0-6F76-4332-E0F0-CADC93392A3F}"/>
          </ac:spMkLst>
        </pc:spChg>
        <pc:spChg chg="add mod ord">
          <ac:chgData name="Myriam Bensaid" userId="6732edbd-cc17-4b25-8fa6-040ea5375654" providerId="ADAL" clId="{4109DC55-63F4-4DE6-80D0-92457929DA0F}" dt="2025-05-16T10:50:33.464" v="930" actId="14100"/>
          <ac:spMkLst>
            <pc:docMk/>
            <pc:sldMk cId="2970935995" sldId="283"/>
            <ac:spMk id="8" creationId="{A9CFE21F-9A39-0838-82C2-12222AB986A7}"/>
          </ac:spMkLst>
        </pc:spChg>
        <pc:picChg chg="mod">
          <ac:chgData name="Myriam Bensaid" userId="6732edbd-cc17-4b25-8fa6-040ea5375654" providerId="ADAL" clId="{4109DC55-63F4-4DE6-80D0-92457929DA0F}" dt="2025-05-16T10:19:35.411" v="419"/>
          <ac:picMkLst>
            <pc:docMk/>
            <pc:sldMk cId="2970935995" sldId="283"/>
            <ac:picMk id="4" creationId="{592DF540-0690-9FA1-1DB3-B2B162758808}"/>
          </ac:picMkLst>
        </pc:picChg>
        <pc:picChg chg="mod">
          <ac:chgData name="Myriam Bensaid" userId="6732edbd-cc17-4b25-8fa6-040ea5375654" providerId="ADAL" clId="{4109DC55-63F4-4DE6-80D0-92457929DA0F}" dt="2025-05-16T10:19:35.411" v="419"/>
          <ac:picMkLst>
            <pc:docMk/>
            <pc:sldMk cId="2970935995" sldId="283"/>
            <ac:picMk id="5" creationId="{240EE812-20E5-1D94-6E89-F1CDFCC631EF}"/>
          </ac:picMkLst>
        </pc:picChg>
        <pc:picChg chg="add mod ord">
          <ac:chgData name="Myriam Bensaid" userId="6732edbd-cc17-4b25-8fa6-040ea5375654" providerId="ADAL" clId="{4109DC55-63F4-4DE6-80D0-92457929DA0F}" dt="2025-05-16T10:17:22.921" v="396" actId="167"/>
          <ac:picMkLst>
            <pc:docMk/>
            <pc:sldMk cId="2970935995" sldId="283"/>
            <ac:picMk id="6" creationId="{9CAAE90C-9520-91B1-8694-AF764850C1C7}"/>
          </ac:picMkLst>
        </pc:picChg>
      </pc:sldChg>
      <pc:sldChg chg="addSp delSp modSp mod ord modTransition">
        <pc:chgData name="Myriam Bensaid" userId="6732edbd-cc17-4b25-8fa6-040ea5375654" providerId="ADAL" clId="{4109DC55-63F4-4DE6-80D0-92457929DA0F}" dt="2025-05-28T12:59:37.075" v="1461"/>
        <pc:sldMkLst>
          <pc:docMk/>
          <pc:sldMk cId="1555216939" sldId="284"/>
        </pc:sldMkLst>
        <pc:spChg chg="mod">
          <ac:chgData name="Myriam Bensaid" userId="6732edbd-cc17-4b25-8fa6-040ea5375654" providerId="ADAL" clId="{4109DC55-63F4-4DE6-80D0-92457929DA0F}" dt="2025-05-16T10:41:29.083" v="797" actId="207"/>
          <ac:spMkLst>
            <pc:docMk/>
            <pc:sldMk cId="1555216939" sldId="284"/>
            <ac:spMk id="2" creationId="{90025A88-BEB9-29CB-6D31-589711254313}"/>
          </ac:spMkLst>
        </pc:spChg>
        <pc:spChg chg="mod">
          <ac:chgData name="Myriam Bensaid" userId="6732edbd-cc17-4b25-8fa6-040ea5375654" providerId="ADAL" clId="{4109DC55-63F4-4DE6-80D0-92457929DA0F}" dt="2025-05-16T10:41:44.853" v="803" actId="1037"/>
          <ac:spMkLst>
            <pc:docMk/>
            <pc:sldMk cId="1555216939" sldId="284"/>
            <ac:spMk id="3" creationId="{93957559-F6C0-5FFF-ADE6-5467768627CD}"/>
          </ac:spMkLst>
        </pc:spChg>
        <pc:spChg chg="add mod">
          <ac:chgData name="Myriam Bensaid" userId="6732edbd-cc17-4b25-8fa6-040ea5375654" providerId="ADAL" clId="{4109DC55-63F4-4DE6-80D0-92457929DA0F}" dt="2025-05-28T12:59:37.075" v="1461"/>
          <ac:spMkLst>
            <pc:docMk/>
            <pc:sldMk cId="1555216939" sldId="284"/>
            <ac:spMk id="9" creationId="{A0B9154E-E94C-AB5E-6007-7F291BD9E671}"/>
          </ac:spMkLst>
        </pc:spChg>
        <pc:spChg chg="add mod ord">
          <ac:chgData name="Myriam Bensaid" userId="6732edbd-cc17-4b25-8fa6-040ea5375654" providerId="ADAL" clId="{4109DC55-63F4-4DE6-80D0-92457929DA0F}" dt="2025-05-16T10:46:00.578" v="844" actId="14100"/>
          <ac:spMkLst>
            <pc:docMk/>
            <pc:sldMk cId="1555216939" sldId="284"/>
            <ac:spMk id="11" creationId="{837F0A46-54E7-7468-1059-D69C61106F78}"/>
          </ac:spMkLst>
        </pc:spChg>
        <pc:picChg chg="mod">
          <ac:chgData name="Myriam Bensaid" userId="6732edbd-cc17-4b25-8fa6-040ea5375654" providerId="ADAL" clId="{4109DC55-63F4-4DE6-80D0-92457929DA0F}" dt="2025-05-16T10:29:54.214" v="482"/>
          <ac:picMkLst>
            <pc:docMk/>
            <pc:sldMk cId="1555216939" sldId="284"/>
            <ac:picMk id="4" creationId="{B1412E7A-8A49-492F-5FF7-05DDB1A90855}"/>
          </ac:picMkLst>
        </pc:picChg>
        <pc:picChg chg="add mod ord">
          <ac:chgData name="Myriam Bensaid" userId="6732edbd-cc17-4b25-8fa6-040ea5375654" providerId="ADAL" clId="{4109DC55-63F4-4DE6-80D0-92457929DA0F}" dt="2025-05-16T10:14:33.070" v="355" actId="167"/>
          <ac:picMkLst>
            <pc:docMk/>
            <pc:sldMk cId="1555216939" sldId="284"/>
            <ac:picMk id="5" creationId="{A4D3C274-5713-7310-A8AC-519273709283}"/>
          </ac:picMkLst>
        </pc:picChg>
        <pc:picChg chg="mod">
          <ac:chgData name="Myriam Bensaid" userId="6732edbd-cc17-4b25-8fa6-040ea5375654" providerId="ADAL" clId="{4109DC55-63F4-4DE6-80D0-92457929DA0F}" dt="2025-05-16T10:14:28.786" v="353"/>
          <ac:picMkLst>
            <pc:docMk/>
            <pc:sldMk cId="1555216939" sldId="284"/>
            <ac:picMk id="7" creationId="{0DB28736-D0B0-E23E-1D5D-C29FD42658A3}"/>
          </ac:picMkLst>
        </pc:picChg>
        <pc:picChg chg="mod">
          <ac:chgData name="Myriam Bensaid" userId="6732edbd-cc17-4b25-8fa6-040ea5375654" providerId="ADAL" clId="{4109DC55-63F4-4DE6-80D0-92457929DA0F}" dt="2025-05-16T10:14:28.786" v="353"/>
          <ac:picMkLst>
            <pc:docMk/>
            <pc:sldMk cId="1555216939" sldId="284"/>
            <ac:picMk id="8" creationId="{361FC315-579F-2F68-7DAD-9F7DE1F88FAA}"/>
          </ac:picMkLst>
        </pc:picChg>
      </pc:sldChg>
      <pc:sldChg chg="addSp delSp modSp add mod">
        <pc:chgData name="Myriam Bensaid" userId="6732edbd-cc17-4b25-8fa6-040ea5375654" providerId="ADAL" clId="{4109DC55-63F4-4DE6-80D0-92457929DA0F}" dt="2025-05-28T13:00:34.422" v="1481" actId="478"/>
        <pc:sldMkLst>
          <pc:docMk/>
          <pc:sldMk cId="1085405391" sldId="285"/>
        </pc:sldMkLst>
        <pc:spChg chg="add mod">
          <ac:chgData name="Myriam Bensaid" userId="6732edbd-cc17-4b25-8fa6-040ea5375654" providerId="ADAL" clId="{4109DC55-63F4-4DE6-80D0-92457929DA0F}" dt="2025-05-16T11:03:28.599" v="1155"/>
          <ac:spMkLst>
            <pc:docMk/>
            <pc:sldMk cId="1085405391" sldId="285"/>
            <ac:spMk id="10" creationId="{A11BE4D9-2490-EFBC-7842-6BCAC8563F32}"/>
          </ac:spMkLst>
        </pc:spChg>
        <pc:spChg chg="add mod">
          <ac:chgData name="Myriam Bensaid" userId="6732edbd-cc17-4b25-8fa6-040ea5375654" providerId="ADAL" clId="{4109DC55-63F4-4DE6-80D0-92457929DA0F}" dt="2025-05-16T11:03:52.080" v="1185" actId="403"/>
          <ac:spMkLst>
            <pc:docMk/>
            <pc:sldMk cId="1085405391" sldId="285"/>
            <ac:spMk id="11" creationId="{157E226E-D6F6-EF88-18C6-0589661F23AB}"/>
          </ac:spMkLst>
        </pc:spChg>
        <pc:picChg chg="mod">
          <ac:chgData name="Myriam Bensaid" userId="6732edbd-cc17-4b25-8fa6-040ea5375654" providerId="ADAL" clId="{4109DC55-63F4-4DE6-80D0-92457929DA0F}" dt="2025-05-16T11:02:42.998" v="1154"/>
          <ac:picMkLst>
            <pc:docMk/>
            <pc:sldMk cId="1085405391" sldId="285"/>
            <ac:picMk id="4" creationId="{AFFDD90A-9439-28C1-DB69-EF87A1D170FA}"/>
          </ac:picMkLst>
        </pc:picChg>
        <pc:picChg chg="add mod">
          <ac:chgData name="Myriam Bensaid" userId="6732edbd-cc17-4b25-8fa6-040ea5375654" providerId="ADAL" clId="{4109DC55-63F4-4DE6-80D0-92457929DA0F}" dt="2025-05-16T11:02:42.998" v="1154"/>
          <ac:picMkLst>
            <pc:docMk/>
            <pc:sldMk cId="1085405391" sldId="285"/>
            <ac:picMk id="9" creationId="{3A258B14-CBEE-C59C-7129-142A9291470C}"/>
          </ac:picMkLst>
        </pc:picChg>
      </pc:sldChg>
      <pc:sldChg chg="add del">
        <pc:chgData name="Myriam Bensaid" userId="6732edbd-cc17-4b25-8fa6-040ea5375654" providerId="ADAL" clId="{4109DC55-63F4-4DE6-80D0-92457929DA0F}" dt="2025-05-16T10:37:05.560" v="555"/>
        <pc:sldMkLst>
          <pc:docMk/>
          <pc:sldMk cId="1319959989" sldId="285"/>
        </pc:sldMkLst>
      </pc:sldChg>
      <pc:sldMasterChg chg="modTransition modSldLayout">
        <pc:chgData name="Myriam Bensaid" userId="6732edbd-cc17-4b25-8fa6-040ea5375654" providerId="ADAL" clId="{4109DC55-63F4-4DE6-80D0-92457929DA0F}" dt="2025-05-16T10:45:23.376" v="843"/>
        <pc:sldMasterMkLst>
          <pc:docMk/>
          <pc:sldMasterMk cId="3071127875" sldId="2147483648"/>
        </pc:sldMasterMkLst>
        <pc:sldLayoutChg chg="modTransition">
          <pc:chgData name="Myriam Bensaid" userId="6732edbd-cc17-4b25-8fa6-040ea5375654" providerId="ADAL" clId="{4109DC55-63F4-4DE6-80D0-92457929DA0F}" dt="2025-05-16T10:45:23.376" v="843"/>
          <pc:sldLayoutMkLst>
            <pc:docMk/>
            <pc:sldMasterMk cId="3071127875" sldId="2147483648"/>
            <pc:sldLayoutMk cId="3310491181" sldId="2147483649"/>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3841795644" sldId="2147483650"/>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3466923455" sldId="2147483651"/>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3747632232" sldId="2147483652"/>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2611866596" sldId="2147483653"/>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3395854097" sldId="2147483654"/>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4040201302" sldId="2147483655"/>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2706407263" sldId="2147483656"/>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1610903340" sldId="2147483657"/>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4172787210" sldId="2147483658"/>
          </pc:sldLayoutMkLst>
        </pc:sldLayoutChg>
        <pc:sldLayoutChg chg="modTransition">
          <pc:chgData name="Myriam Bensaid" userId="6732edbd-cc17-4b25-8fa6-040ea5375654" providerId="ADAL" clId="{4109DC55-63F4-4DE6-80D0-92457929DA0F}" dt="2025-05-16T10:45:23.376" v="843"/>
          <pc:sldLayoutMkLst>
            <pc:docMk/>
            <pc:sldMasterMk cId="3071127875" sldId="2147483648"/>
            <pc:sldLayoutMk cId="1902177510" sldId="2147483659"/>
          </pc:sldLayoutMkLst>
        </pc:sldLayoutChg>
      </pc:sldMasterChg>
    </pc:docChg>
  </pc:docChgLst>
  <pc:docChgLst>
    <pc:chgData name="Maria-Danielle Boula" userId="S::maria-danielle.boula@etu.cyu.fr::859cf926-bdfd-4a6e-8ea5-01bbdb4ec499" providerId="AD" clId="Web-{E45CA32F-9C1A-256B-BCEA-9581E1AFC6CF}"/>
    <pc:docChg chg="sldOrd">
      <pc:chgData name="Maria-Danielle Boula" userId="S::maria-danielle.boula@etu.cyu.fr::859cf926-bdfd-4a6e-8ea5-01bbdb4ec499" providerId="AD" clId="Web-{E45CA32F-9C1A-256B-BCEA-9581E1AFC6CF}" dt="2025-05-30T09:00:19.255" v="33"/>
      <pc:docMkLst>
        <pc:docMk/>
      </pc:docMkLst>
      <pc:sldChg chg="ord">
        <pc:chgData name="Maria-Danielle Boula" userId="S::maria-danielle.boula@etu.cyu.fr::859cf926-bdfd-4a6e-8ea5-01bbdb4ec499" providerId="AD" clId="Web-{E45CA32F-9C1A-256B-BCEA-9581E1AFC6CF}" dt="2025-05-30T08:59:00.690" v="29"/>
        <pc:sldMkLst>
          <pc:docMk/>
          <pc:sldMk cId="2848038673" sldId="270"/>
        </pc:sldMkLst>
      </pc:sldChg>
      <pc:sldChg chg="ord">
        <pc:chgData name="Maria-Danielle Boula" userId="S::maria-danielle.boula@etu.cyu.fr::859cf926-bdfd-4a6e-8ea5-01bbdb4ec499" providerId="AD" clId="Web-{E45CA32F-9C1A-256B-BCEA-9581E1AFC6CF}" dt="2025-05-30T08:59:01.159" v="31"/>
        <pc:sldMkLst>
          <pc:docMk/>
          <pc:sldMk cId="1111283915" sldId="281"/>
        </pc:sldMkLst>
      </pc:sldChg>
      <pc:sldChg chg="ord">
        <pc:chgData name="Maria-Danielle Boula" userId="S::maria-danielle.boula@etu.cyu.fr::859cf926-bdfd-4a6e-8ea5-01bbdb4ec499" providerId="AD" clId="Web-{E45CA32F-9C1A-256B-BCEA-9581E1AFC6CF}" dt="2025-05-30T09:00:19.255" v="33"/>
        <pc:sldMkLst>
          <pc:docMk/>
          <pc:sldMk cId="623530343" sldId="282"/>
        </pc:sldMkLst>
      </pc:sldChg>
    </pc:docChg>
  </pc:docChgLst>
  <pc:docChgLst>
    <pc:chgData name="Maria-Danielle Boula" userId="S::maria-danielle.boula@etu.cyu.fr::859cf926-bdfd-4a6e-8ea5-01bbdb4ec499" providerId="AD" clId="Web-{32F5D6BF-557E-CD98-AD31-862DF7176ADC}"/>
    <pc:docChg chg="modSld">
      <pc:chgData name="Maria-Danielle Boula" userId="S::maria-danielle.boula@etu.cyu.fr::859cf926-bdfd-4a6e-8ea5-01bbdb4ec499" providerId="AD" clId="Web-{32F5D6BF-557E-CD98-AD31-862DF7176ADC}" dt="2025-06-10T14:56:30.221" v="361" actId="20577"/>
      <pc:docMkLst>
        <pc:docMk/>
      </pc:docMkLst>
      <pc:sldChg chg="addSp delSp">
        <pc:chgData name="Maria-Danielle Boula" userId="S::maria-danielle.boula@etu.cyu.fr::859cf926-bdfd-4a6e-8ea5-01bbdb4ec499" providerId="AD" clId="Web-{32F5D6BF-557E-CD98-AD31-862DF7176ADC}" dt="2025-06-10T14:48:43.911" v="265"/>
        <pc:sldMkLst>
          <pc:docMk/>
          <pc:sldMk cId="2747738135" sldId="257"/>
        </pc:sldMkLst>
        <pc:spChg chg="add del">
          <ac:chgData name="Maria-Danielle Boula" userId="S::maria-danielle.boula@etu.cyu.fr::859cf926-bdfd-4a6e-8ea5-01bbdb4ec499" providerId="AD" clId="Web-{32F5D6BF-557E-CD98-AD31-862DF7176ADC}" dt="2025-06-10T14:48:43.911" v="265"/>
          <ac:spMkLst>
            <pc:docMk/>
            <pc:sldMk cId="2747738135" sldId="257"/>
            <ac:spMk id="9" creationId="{5A813D10-621B-C22B-D57F-3282D21381C3}"/>
          </ac:spMkLst>
        </pc:spChg>
      </pc:sldChg>
      <pc:sldChg chg="addSp delSp modSp">
        <pc:chgData name="Maria-Danielle Boula" userId="S::maria-danielle.boula@etu.cyu.fr::859cf926-bdfd-4a6e-8ea5-01bbdb4ec499" providerId="AD" clId="Web-{32F5D6BF-557E-CD98-AD31-862DF7176ADC}" dt="2025-06-10T14:56:30.221" v="361" actId="20577"/>
        <pc:sldMkLst>
          <pc:docMk/>
          <pc:sldMk cId="623530343" sldId="282"/>
        </pc:sldMkLst>
        <pc:spChg chg="add del mod">
          <ac:chgData name="Maria-Danielle Boula" userId="S::maria-danielle.boula@etu.cyu.fr::859cf926-bdfd-4a6e-8ea5-01bbdb4ec499" providerId="AD" clId="Web-{32F5D6BF-557E-CD98-AD31-862DF7176ADC}" dt="2025-06-10T13:58:03.928" v="11"/>
          <ac:spMkLst>
            <pc:docMk/>
            <pc:sldMk cId="623530343" sldId="282"/>
            <ac:spMk id="8" creationId="{646DE71D-C10B-F770-03FE-4E794FAF9CFA}"/>
          </ac:spMkLst>
        </pc:spChg>
        <pc:spChg chg="mod">
          <ac:chgData name="Maria-Danielle Boula" userId="S::maria-danielle.boula@etu.cyu.fr::859cf926-bdfd-4a6e-8ea5-01bbdb4ec499" providerId="AD" clId="Web-{32F5D6BF-557E-CD98-AD31-862DF7176ADC}" dt="2025-06-10T14:52:33.738" v="336" actId="1076"/>
          <ac:spMkLst>
            <pc:docMk/>
            <pc:sldMk cId="623530343" sldId="282"/>
            <ac:spMk id="14" creationId="{3362BAC5-D254-486B-2FD3-A859C71B58FB}"/>
          </ac:spMkLst>
        </pc:spChg>
        <pc:spChg chg="add del mod">
          <ac:chgData name="Maria-Danielle Boula" userId="S::maria-danielle.boula@etu.cyu.fr::859cf926-bdfd-4a6e-8ea5-01bbdb4ec499" providerId="AD" clId="Web-{32F5D6BF-557E-CD98-AD31-862DF7176ADC}" dt="2025-06-10T14:43:56.347" v="186"/>
          <ac:spMkLst>
            <pc:docMk/>
            <pc:sldMk cId="623530343" sldId="282"/>
            <ac:spMk id="17" creationId="{318E4F14-4C73-3113-DCA7-440BA5A3A845}"/>
          </ac:spMkLst>
        </pc:spChg>
        <pc:spChg chg="add del mod">
          <ac:chgData name="Maria-Danielle Boula" userId="S::maria-danielle.boula@etu.cyu.fr::859cf926-bdfd-4a6e-8ea5-01bbdb4ec499" providerId="AD" clId="Web-{32F5D6BF-557E-CD98-AD31-862DF7176ADC}" dt="2025-06-10T14:43:51.472" v="183"/>
          <ac:spMkLst>
            <pc:docMk/>
            <pc:sldMk cId="623530343" sldId="282"/>
            <ac:spMk id="22" creationId="{B11A4657-E718-6678-5C7E-320682E85041}"/>
          </ac:spMkLst>
        </pc:spChg>
        <pc:spChg chg="add mod">
          <ac:chgData name="Maria-Danielle Boula" userId="S::maria-danielle.boula@etu.cyu.fr::859cf926-bdfd-4a6e-8ea5-01bbdb4ec499" providerId="AD" clId="Web-{32F5D6BF-557E-CD98-AD31-862DF7176ADC}" dt="2025-06-10T14:50:42.950" v="305" actId="1076"/>
          <ac:spMkLst>
            <pc:docMk/>
            <pc:sldMk cId="623530343" sldId="282"/>
            <ac:spMk id="24" creationId="{E8FD16DE-27D4-8499-27AB-3AF7B9F94B9A}"/>
          </ac:spMkLst>
        </pc:spChg>
        <pc:spChg chg="add mod">
          <ac:chgData name="Maria-Danielle Boula" userId="S::maria-danielle.boula@etu.cyu.fr::859cf926-bdfd-4a6e-8ea5-01bbdb4ec499" providerId="AD" clId="Web-{32F5D6BF-557E-CD98-AD31-862DF7176ADC}" dt="2025-06-10T14:50:49.560" v="306" actId="1076"/>
          <ac:spMkLst>
            <pc:docMk/>
            <pc:sldMk cId="623530343" sldId="282"/>
            <ac:spMk id="26" creationId="{355919B7-3565-C78F-0828-F62E9A7AED64}"/>
          </ac:spMkLst>
        </pc:spChg>
        <pc:spChg chg="add del mod">
          <ac:chgData name="Maria-Danielle Boula" userId="S::maria-danielle.boula@etu.cyu.fr::859cf926-bdfd-4a6e-8ea5-01bbdb4ec499" providerId="AD" clId="Web-{32F5D6BF-557E-CD98-AD31-862DF7176ADC}" dt="2025-06-10T14:49:08.819" v="271"/>
          <ac:spMkLst>
            <pc:docMk/>
            <pc:sldMk cId="623530343" sldId="282"/>
            <ac:spMk id="28" creationId="{0CF4165A-8804-DA94-30AD-E26732ECE79A}"/>
          </ac:spMkLst>
        </pc:spChg>
        <pc:spChg chg="add del mod">
          <ac:chgData name="Maria-Danielle Boula" userId="S::maria-danielle.boula@etu.cyu.fr::859cf926-bdfd-4a6e-8ea5-01bbdb4ec499" providerId="AD" clId="Web-{32F5D6BF-557E-CD98-AD31-862DF7176ADC}" dt="2025-06-10T14:49:17.054" v="275"/>
          <ac:spMkLst>
            <pc:docMk/>
            <pc:sldMk cId="623530343" sldId="282"/>
            <ac:spMk id="29" creationId="{DE8431A6-D741-C1FB-6490-2C843390A3E9}"/>
          </ac:spMkLst>
        </pc:spChg>
        <pc:spChg chg="add del mod">
          <ac:chgData name="Maria-Danielle Boula" userId="S::maria-danielle.boula@etu.cyu.fr::859cf926-bdfd-4a6e-8ea5-01bbdb4ec499" providerId="AD" clId="Web-{32F5D6BF-557E-CD98-AD31-862DF7176ADC}" dt="2025-06-10T14:49:38.290" v="279"/>
          <ac:spMkLst>
            <pc:docMk/>
            <pc:sldMk cId="623530343" sldId="282"/>
            <ac:spMk id="30" creationId="{2C1DE03D-2D3A-AFF5-C252-1B245534F919}"/>
          </ac:spMkLst>
        </pc:spChg>
        <pc:spChg chg="add mod">
          <ac:chgData name="Maria-Danielle Boula" userId="S::maria-danielle.boula@etu.cyu.fr::859cf926-bdfd-4a6e-8ea5-01bbdb4ec499" providerId="AD" clId="Web-{32F5D6BF-557E-CD98-AD31-862DF7176ADC}" dt="2025-06-10T14:56:30.221" v="361" actId="20577"/>
          <ac:spMkLst>
            <pc:docMk/>
            <pc:sldMk cId="623530343" sldId="282"/>
            <ac:spMk id="31" creationId="{6628FEEE-BD3A-4C88-5275-7357E367673E}"/>
          </ac:spMkLst>
        </pc:spChg>
        <pc:spChg chg="add mod">
          <ac:chgData name="Maria-Danielle Boula" userId="S::maria-danielle.boula@etu.cyu.fr::859cf926-bdfd-4a6e-8ea5-01bbdb4ec499" providerId="AD" clId="Web-{32F5D6BF-557E-CD98-AD31-862DF7176ADC}" dt="2025-06-10T14:54:52.637" v="353" actId="1076"/>
          <ac:spMkLst>
            <pc:docMk/>
            <pc:sldMk cId="623530343" sldId="282"/>
            <ac:spMk id="32" creationId="{53514730-CC52-2432-B0AE-C9DBE075C41B}"/>
          </ac:spMkLst>
        </pc:spChg>
        <pc:picChg chg="mod">
          <ac:chgData name="Maria-Danielle Boula" userId="S::maria-danielle.boula@etu.cyu.fr::859cf926-bdfd-4a6e-8ea5-01bbdb4ec499" providerId="AD" clId="Web-{32F5D6BF-557E-CD98-AD31-862DF7176ADC}" dt="2025-06-10T14:04:02.653" v="56" actId="1076"/>
          <ac:picMkLst>
            <pc:docMk/>
            <pc:sldMk cId="623530343" sldId="282"/>
            <ac:picMk id="3" creationId="{BDF004C5-3BD2-1AF2-2534-51C518B8D63B}"/>
          </ac:picMkLst>
        </pc:picChg>
        <pc:picChg chg="mod">
          <ac:chgData name="Maria-Danielle Boula" userId="S::maria-danielle.boula@etu.cyu.fr::859cf926-bdfd-4a6e-8ea5-01bbdb4ec499" providerId="AD" clId="Web-{32F5D6BF-557E-CD98-AD31-862DF7176ADC}" dt="2025-06-10T14:04:02.653" v="55" actId="1076"/>
          <ac:picMkLst>
            <pc:docMk/>
            <pc:sldMk cId="623530343" sldId="282"/>
            <ac:picMk id="5" creationId="{CEC81EE9-7EE8-689C-538F-D3853E6000FF}"/>
          </ac:picMkLst>
        </pc:picChg>
        <pc:picChg chg="add mod modCrop">
          <ac:chgData name="Maria-Danielle Boula" userId="S::maria-danielle.boula@etu.cyu.fr::859cf926-bdfd-4a6e-8ea5-01bbdb4ec499" providerId="AD" clId="Web-{32F5D6BF-557E-CD98-AD31-862DF7176ADC}" dt="2025-06-10T14:55:05.263" v="357" actId="1076"/>
          <ac:picMkLst>
            <pc:docMk/>
            <pc:sldMk cId="623530343" sldId="282"/>
            <ac:picMk id="6" creationId="{422330B1-3C74-07DA-E783-9031F96275E2}"/>
          </ac:picMkLst>
        </pc:picChg>
        <pc:picChg chg="add del mod ord modCrop">
          <ac:chgData name="Maria-Danielle Boula" userId="S::maria-danielle.boula@etu.cyu.fr::859cf926-bdfd-4a6e-8ea5-01bbdb4ec499" providerId="AD" clId="Web-{32F5D6BF-557E-CD98-AD31-862DF7176ADC}" dt="2025-06-10T14:44:16.254" v="187"/>
          <ac:picMkLst>
            <pc:docMk/>
            <pc:sldMk cId="623530343" sldId="282"/>
            <ac:picMk id="9" creationId="{BF3BF6CA-8B62-EBB4-AD2F-7191987F0259}"/>
          </ac:picMkLst>
        </pc:picChg>
        <pc:picChg chg="add del mod modCrop">
          <ac:chgData name="Maria-Danielle Boula" userId="S::maria-danielle.boula@etu.cyu.fr::859cf926-bdfd-4a6e-8ea5-01bbdb4ec499" providerId="AD" clId="Web-{32F5D6BF-557E-CD98-AD31-862DF7176ADC}" dt="2025-06-10T14:44:20.723" v="188"/>
          <ac:picMkLst>
            <pc:docMk/>
            <pc:sldMk cId="623530343" sldId="282"/>
            <ac:picMk id="10" creationId="{D041C7E7-0287-AF01-9980-33FDA8E0A80B}"/>
          </ac:picMkLst>
        </pc:picChg>
        <pc:picChg chg="add del mod modCrop">
          <ac:chgData name="Maria-Danielle Boula" userId="S::maria-danielle.boula@etu.cyu.fr::859cf926-bdfd-4a6e-8ea5-01bbdb4ec499" providerId="AD" clId="Web-{32F5D6BF-557E-CD98-AD31-862DF7176ADC}" dt="2025-06-10T14:28:37.994" v="94"/>
          <ac:picMkLst>
            <pc:docMk/>
            <pc:sldMk cId="623530343" sldId="282"/>
            <ac:picMk id="11" creationId="{F3A2E0A5-56DD-6439-C378-64973ACCA8FE}"/>
          </ac:picMkLst>
        </pc:picChg>
        <pc:picChg chg="add del mod modCrop">
          <ac:chgData name="Maria-Danielle Boula" userId="S::maria-danielle.boula@etu.cyu.fr::859cf926-bdfd-4a6e-8ea5-01bbdb4ec499" providerId="AD" clId="Web-{32F5D6BF-557E-CD98-AD31-862DF7176ADC}" dt="2025-06-10T14:34:47.157" v="157"/>
          <ac:picMkLst>
            <pc:docMk/>
            <pc:sldMk cId="623530343" sldId="282"/>
            <ac:picMk id="12" creationId="{34058D0A-C9BF-7F05-1AA9-381959FB691D}"/>
          </ac:picMkLst>
        </pc:picChg>
        <pc:picChg chg="add mod modCrop">
          <ac:chgData name="Maria-Danielle Boula" userId="S::maria-danielle.boula@etu.cyu.fr::859cf926-bdfd-4a6e-8ea5-01bbdb4ec499" providerId="AD" clId="Web-{32F5D6BF-557E-CD98-AD31-862DF7176ADC}" dt="2025-06-10T14:44:45.084" v="191" actId="1076"/>
          <ac:picMkLst>
            <pc:docMk/>
            <pc:sldMk cId="623530343" sldId="282"/>
            <ac:picMk id="16" creationId="{44D780C7-74FF-9348-760F-AB8F1613EF3A}"/>
          </ac:picMkLst>
        </pc:picChg>
        <pc:picChg chg="add mod">
          <ac:chgData name="Maria-Danielle Boula" userId="S::maria-danielle.boula@etu.cyu.fr::859cf926-bdfd-4a6e-8ea5-01bbdb4ec499" providerId="AD" clId="Web-{32F5D6BF-557E-CD98-AD31-862DF7176ADC}" dt="2025-06-10T14:54:58.559" v="355" actId="1076"/>
          <ac:picMkLst>
            <pc:docMk/>
            <pc:sldMk cId="623530343" sldId="282"/>
            <ac:picMk id="18" creationId="{53A74F61-C0E8-3742-737A-077F2AB20C8F}"/>
          </ac:picMkLst>
        </pc:picChg>
        <pc:picChg chg="del">
          <ac:chgData name="Maria-Danielle Boula" userId="S::maria-danielle.boula@etu.cyu.fr::859cf926-bdfd-4a6e-8ea5-01bbdb4ec499" providerId="AD" clId="Web-{32F5D6BF-557E-CD98-AD31-862DF7176ADC}" dt="2025-06-10T13:56:09.687" v="10"/>
          <ac:picMkLst>
            <pc:docMk/>
            <pc:sldMk cId="623530343" sldId="282"/>
            <ac:picMk id="19" creationId="{B93B9039-336A-F30D-C52E-6F6CF89B7D51}"/>
          </ac:picMkLst>
        </pc:picChg>
        <pc:picChg chg="del">
          <ac:chgData name="Maria-Danielle Boula" userId="S::maria-danielle.boula@etu.cyu.fr::859cf926-bdfd-4a6e-8ea5-01bbdb4ec499" providerId="AD" clId="Web-{32F5D6BF-557E-CD98-AD31-862DF7176ADC}" dt="2025-06-10T13:56:06.562" v="9"/>
          <ac:picMkLst>
            <pc:docMk/>
            <pc:sldMk cId="623530343" sldId="282"/>
            <ac:picMk id="21" creationId="{26182472-0E04-AA23-484A-8B75E2B903C6}"/>
          </ac:picMkLst>
        </pc:picChg>
      </pc:sldChg>
    </pc:docChg>
  </pc:docChgLst>
  <pc:docChgLst>
    <pc:chgData name="Ibrahim Fridjine" userId="S::ibrahim.fridjine@etu.cyu.fr::67dc31e2-e662-4518-b469-c9f45de4918e" providerId="AD" clId="Web-{1DB5EC9F-9DAE-FEBF-9725-A4E3E9EB78FA}"/>
    <pc:docChg chg="addSld delSld modSld sldOrd modMainMaster">
      <pc:chgData name="Ibrahim Fridjine" userId="S::ibrahim.fridjine@etu.cyu.fr::67dc31e2-e662-4518-b469-c9f45de4918e" providerId="AD" clId="Web-{1DB5EC9F-9DAE-FEBF-9725-A4E3E9EB78FA}" dt="2025-06-02T16:04:55.683" v="180"/>
      <pc:docMkLst>
        <pc:docMk/>
      </pc:docMkLst>
      <pc:sldChg chg="mod">
        <pc:chgData name="Ibrahim Fridjine" userId="S::ibrahim.fridjine@etu.cyu.fr::67dc31e2-e662-4518-b469-c9f45de4918e" providerId="AD" clId="Web-{1DB5EC9F-9DAE-FEBF-9725-A4E3E9EB78FA}" dt="2025-06-02T15:49:04.432" v="166"/>
        <pc:sldMkLst>
          <pc:docMk/>
          <pc:sldMk cId="3784089036" sldId="256"/>
        </pc:sldMkLst>
      </pc:sldChg>
      <pc:sldChg chg="mod">
        <pc:chgData name="Ibrahim Fridjine" userId="S::ibrahim.fridjine@etu.cyu.fr::67dc31e2-e662-4518-b469-c9f45de4918e" providerId="AD" clId="Web-{1DB5EC9F-9DAE-FEBF-9725-A4E3E9EB78FA}" dt="2025-06-02T15:49:04.432" v="166"/>
        <pc:sldMkLst>
          <pc:docMk/>
          <pc:sldMk cId="3497336989" sldId="258"/>
        </pc:sldMkLst>
      </pc:sldChg>
      <pc:sldChg chg="mod">
        <pc:chgData name="Ibrahim Fridjine" userId="S::ibrahim.fridjine@etu.cyu.fr::67dc31e2-e662-4518-b469-c9f45de4918e" providerId="AD" clId="Web-{1DB5EC9F-9DAE-FEBF-9725-A4E3E9EB78FA}" dt="2025-06-02T15:49:04.432" v="166"/>
        <pc:sldMkLst>
          <pc:docMk/>
          <pc:sldMk cId="3179145733" sldId="260"/>
        </pc:sldMkLst>
      </pc:sldChg>
      <pc:sldChg chg="mod">
        <pc:chgData name="Ibrahim Fridjine" userId="S::ibrahim.fridjine@etu.cyu.fr::67dc31e2-e662-4518-b469-c9f45de4918e" providerId="AD" clId="Web-{1DB5EC9F-9DAE-FEBF-9725-A4E3E9EB78FA}" dt="2025-06-02T15:49:04.432" v="166"/>
        <pc:sldMkLst>
          <pc:docMk/>
          <pc:sldMk cId="1876133328" sldId="263"/>
        </pc:sldMkLst>
      </pc:sldChg>
      <pc:sldChg chg="mod">
        <pc:chgData name="Ibrahim Fridjine" userId="S::ibrahim.fridjine@etu.cyu.fr::67dc31e2-e662-4518-b469-c9f45de4918e" providerId="AD" clId="Web-{1DB5EC9F-9DAE-FEBF-9725-A4E3E9EB78FA}" dt="2025-06-02T15:49:04.432" v="166"/>
        <pc:sldMkLst>
          <pc:docMk/>
          <pc:sldMk cId="1007892645" sldId="264"/>
        </pc:sldMkLst>
      </pc:sldChg>
      <pc:sldChg chg="mod">
        <pc:chgData name="Ibrahim Fridjine" userId="S::ibrahim.fridjine@etu.cyu.fr::67dc31e2-e662-4518-b469-c9f45de4918e" providerId="AD" clId="Web-{1DB5EC9F-9DAE-FEBF-9725-A4E3E9EB78FA}" dt="2025-06-02T15:49:04.432" v="166"/>
        <pc:sldMkLst>
          <pc:docMk/>
          <pc:sldMk cId="1466491715" sldId="266"/>
        </pc:sldMkLst>
      </pc:sldChg>
      <pc:sldChg chg="mod">
        <pc:chgData name="Ibrahim Fridjine" userId="S::ibrahim.fridjine@etu.cyu.fr::67dc31e2-e662-4518-b469-c9f45de4918e" providerId="AD" clId="Web-{1DB5EC9F-9DAE-FEBF-9725-A4E3E9EB78FA}" dt="2025-06-02T15:49:04.432" v="166"/>
        <pc:sldMkLst>
          <pc:docMk/>
          <pc:sldMk cId="3106357947" sldId="269"/>
        </pc:sldMkLst>
      </pc:sldChg>
      <pc:sldChg chg="mod">
        <pc:chgData name="Ibrahim Fridjine" userId="S::ibrahim.fridjine@etu.cyu.fr::67dc31e2-e662-4518-b469-c9f45de4918e" providerId="AD" clId="Web-{1DB5EC9F-9DAE-FEBF-9725-A4E3E9EB78FA}" dt="2025-06-02T15:49:04.432" v="166"/>
        <pc:sldMkLst>
          <pc:docMk/>
          <pc:sldMk cId="2848038673" sldId="270"/>
        </pc:sldMkLst>
      </pc:sldChg>
      <pc:sldChg chg="mod">
        <pc:chgData name="Ibrahim Fridjine" userId="S::ibrahim.fridjine@etu.cyu.fr::67dc31e2-e662-4518-b469-c9f45de4918e" providerId="AD" clId="Web-{1DB5EC9F-9DAE-FEBF-9725-A4E3E9EB78FA}" dt="2025-06-02T15:49:04.432" v="166"/>
        <pc:sldMkLst>
          <pc:docMk/>
          <pc:sldMk cId="3104885242" sldId="271"/>
        </pc:sldMkLst>
      </pc:sldChg>
      <pc:sldChg chg="mod">
        <pc:chgData name="Ibrahim Fridjine" userId="S::ibrahim.fridjine@etu.cyu.fr::67dc31e2-e662-4518-b469-c9f45de4918e" providerId="AD" clId="Web-{1DB5EC9F-9DAE-FEBF-9725-A4E3E9EB78FA}" dt="2025-06-02T15:49:04.432" v="166"/>
        <pc:sldMkLst>
          <pc:docMk/>
          <pc:sldMk cId="3581169715" sldId="274"/>
        </pc:sldMkLst>
      </pc:sldChg>
      <pc:sldChg chg="mod">
        <pc:chgData name="Ibrahim Fridjine" userId="S::ibrahim.fridjine@etu.cyu.fr::67dc31e2-e662-4518-b469-c9f45de4918e" providerId="AD" clId="Web-{1DB5EC9F-9DAE-FEBF-9725-A4E3E9EB78FA}" dt="2025-06-02T15:49:04.432" v="166"/>
        <pc:sldMkLst>
          <pc:docMk/>
          <pc:sldMk cId="3730856263" sldId="275"/>
        </pc:sldMkLst>
      </pc:sldChg>
      <pc:sldChg chg="mod">
        <pc:chgData name="Ibrahim Fridjine" userId="S::ibrahim.fridjine@etu.cyu.fr::67dc31e2-e662-4518-b469-c9f45de4918e" providerId="AD" clId="Web-{1DB5EC9F-9DAE-FEBF-9725-A4E3E9EB78FA}" dt="2025-06-02T15:49:04.432" v="166"/>
        <pc:sldMkLst>
          <pc:docMk/>
          <pc:sldMk cId="852785038" sldId="276"/>
        </pc:sldMkLst>
      </pc:sldChg>
      <pc:sldChg chg="mod">
        <pc:chgData name="Ibrahim Fridjine" userId="S::ibrahim.fridjine@etu.cyu.fr::67dc31e2-e662-4518-b469-c9f45de4918e" providerId="AD" clId="Web-{1DB5EC9F-9DAE-FEBF-9725-A4E3E9EB78FA}" dt="2025-06-02T15:49:04.432" v="166"/>
        <pc:sldMkLst>
          <pc:docMk/>
          <pc:sldMk cId="3951666606" sldId="277"/>
        </pc:sldMkLst>
      </pc:sldChg>
      <pc:sldChg chg="mod">
        <pc:chgData name="Ibrahim Fridjine" userId="S::ibrahim.fridjine@etu.cyu.fr::67dc31e2-e662-4518-b469-c9f45de4918e" providerId="AD" clId="Web-{1DB5EC9F-9DAE-FEBF-9725-A4E3E9EB78FA}" dt="2025-06-02T15:49:04.432" v="166"/>
        <pc:sldMkLst>
          <pc:docMk/>
          <pc:sldMk cId="203898375" sldId="278"/>
        </pc:sldMkLst>
      </pc:sldChg>
      <pc:sldChg chg="mod">
        <pc:chgData name="Ibrahim Fridjine" userId="S::ibrahim.fridjine@etu.cyu.fr::67dc31e2-e662-4518-b469-c9f45de4918e" providerId="AD" clId="Web-{1DB5EC9F-9DAE-FEBF-9725-A4E3E9EB78FA}" dt="2025-06-02T15:49:04.432" v="166"/>
        <pc:sldMkLst>
          <pc:docMk/>
          <pc:sldMk cId="12991851" sldId="280"/>
        </pc:sldMkLst>
      </pc:sldChg>
      <pc:sldChg chg="mod">
        <pc:chgData name="Ibrahim Fridjine" userId="S::ibrahim.fridjine@etu.cyu.fr::67dc31e2-e662-4518-b469-c9f45de4918e" providerId="AD" clId="Web-{1DB5EC9F-9DAE-FEBF-9725-A4E3E9EB78FA}" dt="2025-06-02T15:49:04.432" v="166"/>
        <pc:sldMkLst>
          <pc:docMk/>
          <pc:sldMk cId="1111283915" sldId="281"/>
        </pc:sldMkLst>
      </pc:sldChg>
      <pc:sldChg chg="mod">
        <pc:chgData name="Ibrahim Fridjine" userId="S::ibrahim.fridjine@etu.cyu.fr::67dc31e2-e662-4518-b469-c9f45de4918e" providerId="AD" clId="Web-{1DB5EC9F-9DAE-FEBF-9725-A4E3E9EB78FA}" dt="2025-06-02T15:49:04.432" v="166"/>
        <pc:sldMkLst>
          <pc:docMk/>
          <pc:sldMk cId="623530343" sldId="282"/>
        </pc:sldMkLst>
      </pc:sldChg>
      <pc:sldChg chg="mod">
        <pc:chgData name="Ibrahim Fridjine" userId="S::ibrahim.fridjine@etu.cyu.fr::67dc31e2-e662-4518-b469-c9f45de4918e" providerId="AD" clId="Web-{1DB5EC9F-9DAE-FEBF-9725-A4E3E9EB78FA}" dt="2025-06-02T15:49:04.432" v="166"/>
        <pc:sldMkLst>
          <pc:docMk/>
          <pc:sldMk cId="2970935995" sldId="283"/>
        </pc:sldMkLst>
      </pc:sldChg>
      <pc:sldChg chg="mod">
        <pc:chgData name="Ibrahim Fridjine" userId="S::ibrahim.fridjine@etu.cyu.fr::67dc31e2-e662-4518-b469-c9f45de4918e" providerId="AD" clId="Web-{1DB5EC9F-9DAE-FEBF-9725-A4E3E9EB78FA}" dt="2025-06-02T15:49:04.432" v="166"/>
        <pc:sldMkLst>
          <pc:docMk/>
          <pc:sldMk cId="1555216939" sldId="284"/>
        </pc:sldMkLst>
      </pc:sldChg>
      <pc:sldChg chg="mod">
        <pc:chgData name="Ibrahim Fridjine" userId="S::ibrahim.fridjine@etu.cyu.fr::67dc31e2-e662-4518-b469-c9f45de4918e" providerId="AD" clId="Web-{1DB5EC9F-9DAE-FEBF-9725-A4E3E9EB78FA}" dt="2025-06-02T15:49:04.432" v="166"/>
        <pc:sldMkLst>
          <pc:docMk/>
          <pc:sldMk cId="1085405391" sldId="285"/>
        </pc:sldMkLst>
      </pc:sldChg>
      <pc:sldChg chg="addSp delSp modSp new mod ord">
        <pc:chgData name="Ibrahim Fridjine" userId="S::ibrahim.fridjine@etu.cyu.fr::67dc31e2-e662-4518-b469-c9f45de4918e" providerId="AD" clId="Web-{1DB5EC9F-9DAE-FEBF-9725-A4E3E9EB78FA}" dt="2025-06-02T15:49:04.432" v="166"/>
        <pc:sldMkLst>
          <pc:docMk/>
          <pc:sldMk cId="3322585812" sldId="286"/>
        </pc:sldMkLst>
      </pc:sldChg>
      <pc:sldChg chg="new del">
        <pc:chgData name="Ibrahim Fridjine" userId="S::ibrahim.fridjine@etu.cyu.fr::67dc31e2-e662-4518-b469-c9f45de4918e" providerId="AD" clId="Web-{1DB5EC9F-9DAE-FEBF-9725-A4E3E9EB78FA}" dt="2025-06-02T15:36:57.251" v="129"/>
        <pc:sldMkLst>
          <pc:docMk/>
          <pc:sldMk cId="1863776083" sldId="287"/>
        </pc:sldMkLst>
      </pc:sldChg>
      <pc:sldChg chg="modSp add mod">
        <pc:chgData name="Ibrahim Fridjine" userId="S::ibrahim.fridjine@etu.cyu.fr::67dc31e2-e662-4518-b469-c9f45de4918e" providerId="AD" clId="Web-{1DB5EC9F-9DAE-FEBF-9725-A4E3E9EB78FA}" dt="2025-06-02T15:49:04.432" v="166"/>
        <pc:sldMkLst>
          <pc:docMk/>
          <pc:sldMk cId="1793229043" sldId="288"/>
        </pc:sldMkLst>
      </pc:sldChg>
      <pc:sldChg chg="addSp delSp modSp add del ord replId">
        <pc:chgData name="Ibrahim Fridjine" userId="S::ibrahim.fridjine@etu.cyu.fr::67dc31e2-e662-4518-b469-c9f45de4918e" providerId="AD" clId="Web-{1DB5EC9F-9DAE-FEBF-9725-A4E3E9EB78FA}" dt="2025-06-02T16:04:55.683" v="180"/>
        <pc:sldMkLst>
          <pc:docMk/>
          <pc:sldMk cId="3899679906" sldId="289"/>
        </pc:sldMkLst>
      </pc:sldChg>
      <pc:sldMasterChg chg="mod setBg modSldLayout">
        <pc:chgData name="Ibrahim Fridjine" userId="S::ibrahim.fridjine@etu.cyu.fr::67dc31e2-e662-4518-b469-c9f45de4918e" providerId="AD" clId="Web-{1DB5EC9F-9DAE-FEBF-9725-A4E3E9EB78FA}" dt="2025-06-02T15:49:04.432" v="166"/>
        <pc:sldMasterMkLst>
          <pc:docMk/>
          <pc:sldMasterMk cId="3071127875" sldId="2147483648"/>
        </pc:sldMasterMkLst>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3310491181" sldId="2147483649"/>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3841795644" sldId="2147483650"/>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3466923455" sldId="2147483651"/>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3747632232" sldId="2147483652"/>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2611866596" sldId="2147483653"/>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3395854097" sldId="2147483654"/>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4040201302" sldId="2147483655"/>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2706407263" sldId="2147483656"/>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1610903340" sldId="2147483657"/>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4172787210" sldId="2147483658"/>
          </pc:sldLayoutMkLst>
        </pc:sldLayoutChg>
        <pc:sldLayoutChg chg="mod">
          <pc:chgData name="Ibrahim Fridjine" userId="S::ibrahim.fridjine@etu.cyu.fr::67dc31e2-e662-4518-b469-c9f45de4918e" providerId="AD" clId="Web-{1DB5EC9F-9DAE-FEBF-9725-A4E3E9EB78FA}" dt="2025-06-02T15:49:04.432" v="166"/>
          <pc:sldLayoutMkLst>
            <pc:docMk/>
            <pc:sldMasterMk cId="3071127875" sldId="2147483648"/>
            <pc:sldLayoutMk cId="1902177510" sldId="2147483659"/>
          </pc:sldLayoutMkLst>
        </pc:sldLayoutChg>
      </pc:sldMasterChg>
    </pc:docChg>
  </pc:docChgLst>
  <pc:docChgLst>
    <pc:chgData name="Tom Jaffrain" userId="S::tom.jaffrain@etu.cyu.fr::3465d130-e37b-4363-a46a-94c5b2166a36" providerId="AD" clId="Web-{19171E31-1C43-0FB4-1D81-ACF71AA5A163}"/>
    <pc:docChg chg="modSld">
      <pc:chgData name="Tom Jaffrain" userId="S::tom.jaffrain@etu.cyu.fr::3465d130-e37b-4363-a46a-94c5b2166a36" providerId="AD" clId="Web-{19171E31-1C43-0FB4-1D81-ACF71AA5A163}" dt="2025-06-05T07:05:48.960" v="23" actId="20577"/>
      <pc:docMkLst>
        <pc:docMk/>
      </pc:docMkLst>
      <pc:sldChg chg="modSp">
        <pc:chgData name="Tom Jaffrain" userId="S::tom.jaffrain@etu.cyu.fr::3465d130-e37b-4363-a46a-94c5b2166a36" providerId="AD" clId="Web-{19171E31-1C43-0FB4-1D81-ACF71AA5A163}" dt="2025-06-05T07:05:48.960" v="23" actId="20577"/>
        <pc:sldMkLst>
          <pc:docMk/>
          <pc:sldMk cId="2747738135" sldId="257"/>
        </pc:sldMkLst>
        <pc:spChg chg="mod">
          <ac:chgData name="Tom Jaffrain" userId="S::tom.jaffrain@etu.cyu.fr::3465d130-e37b-4363-a46a-94c5b2166a36" providerId="AD" clId="Web-{19171E31-1C43-0FB4-1D81-ACF71AA5A163}" dt="2025-06-05T07:05:48.960" v="23" actId="20577"/>
          <ac:spMkLst>
            <pc:docMk/>
            <pc:sldMk cId="2747738135" sldId="257"/>
            <ac:spMk id="3" creationId="{C0F4B379-740F-DE6B-0DCC-7B24290E29AE}"/>
          </ac:spMkLst>
        </pc:spChg>
      </pc:sldChg>
    </pc:docChg>
  </pc:docChgLst>
  <pc:docChgLst>
    <pc:chgData name="Tom Jaffrain" userId="S::tom.jaffrain@etu.cyu.fr::3465d130-e37b-4363-a46a-94c5b2166a36" providerId="AD" clId="Web-{3A0C56FD-8266-B2CB-D892-86534EE27DBC}"/>
    <pc:docChg chg="modSld">
      <pc:chgData name="Tom Jaffrain" userId="S::tom.jaffrain@etu.cyu.fr::3465d130-e37b-4363-a46a-94c5b2166a36" providerId="AD" clId="Web-{3A0C56FD-8266-B2CB-D892-86534EE27DBC}" dt="2025-06-10T13:15:01.226" v="8" actId="20577"/>
      <pc:docMkLst>
        <pc:docMk/>
      </pc:docMkLst>
      <pc:sldChg chg="modSp">
        <pc:chgData name="Tom Jaffrain" userId="S::tom.jaffrain@etu.cyu.fr::3465d130-e37b-4363-a46a-94c5b2166a36" providerId="AD" clId="Web-{3A0C56FD-8266-B2CB-D892-86534EE27DBC}" dt="2025-06-10T13:15:01.226" v="8" actId="20577"/>
        <pc:sldMkLst>
          <pc:docMk/>
          <pc:sldMk cId="964759020" sldId="261"/>
        </pc:sldMkLst>
        <pc:spChg chg="mod">
          <ac:chgData name="Tom Jaffrain" userId="S::tom.jaffrain@etu.cyu.fr::3465d130-e37b-4363-a46a-94c5b2166a36" providerId="AD" clId="Web-{3A0C56FD-8266-B2CB-D892-86534EE27DBC}" dt="2025-06-10T13:14:58.804" v="6" actId="20577"/>
          <ac:spMkLst>
            <pc:docMk/>
            <pc:sldMk cId="964759020" sldId="261"/>
            <ac:spMk id="3" creationId="{79EEF9FD-54EA-8C8F-D6CE-0604C1093056}"/>
          </ac:spMkLst>
        </pc:spChg>
        <pc:spChg chg="mod">
          <ac:chgData name="Tom Jaffrain" userId="S::tom.jaffrain@etu.cyu.fr::3465d130-e37b-4363-a46a-94c5b2166a36" providerId="AD" clId="Web-{3A0C56FD-8266-B2CB-D892-86534EE27DBC}" dt="2025-06-10T13:14:53.710" v="5" actId="20577"/>
          <ac:spMkLst>
            <pc:docMk/>
            <pc:sldMk cId="964759020" sldId="261"/>
            <ac:spMk id="9" creationId="{B86F17FF-E088-2437-EB49-A30BA081FDDE}"/>
          </ac:spMkLst>
        </pc:spChg>
        <pc:spChg chg="mod">
          <ac:chgData name="Tom Jaffrain" userId="S::tom.jaffrain@etu.cyu.fr::3465d130-e37b-4363-a46a-94c5b2166a36" providerId="AD" clId="Web-{3A0C56FD-8266-B2CB-D892-86534EE27DBC}" dt="2025-06-10T13:14:44.882" v="2" actId="20577"/>
          <ac:spMkLst>
            <pc:docMk/>
            <pc:sldMk cId="964759020" sldId="261"/>
            <ac:spMk id="12" creationId="{93B2E36E-BE7E-B11B-2E04-F0455E712857}"/>
          </ac:spMkLst>
        </pc:spChg>
        <pc:spChg chg="mod">
          <ac:chgData name="Tom Jaffrain" userId="S::tom.jaffrain@etu.cyu.fr::3465d130-e37b-4363-a46a-94c5b2166a36" providerId="AD" clId="Web-{3A0C56FD-8266-B2CB-D892-86534EE27DBC}" dt="2025-06-10T13:15:01.226" v="8" actId="20577"/>
          <ac:spMkLst>
            <pc:docMk/>
            <pc:sldMk cId="964759020" sldId="261"/>
            <ac:spMk id="18" creationId="{3F1728D2-7884-6A3D-1A7C-84DBE63963AE}"/>
          </ac:spMkLst>
        </pc:spChg>
      </pc:sldChg>
    </pc:docChg>
  </pc:docChgLst>
  <pc:docChgLst>
    <pc:chgData name="Myriam Bensaid" userId="6732edbd-cc17-4b25-8fa6-040ea5375654" providerId="ADAL" clId="{870AB221-4971-4673-A983-CB8543CF5899}"/>
    <pc:docChg chg="undo custSel addSld modSld sldOrd">
      <pc:chgData name="Myriam Bensaid" userId="6732edbd-cc17-4b25-8fa6-040ea5375654" providerId="ADAL" clId="{870AB221-4971-4673-A983-CB8543CF5899}" dt="2025-05-09T15:13:30.266" v="622" actId="1076"/>
      <pc:docMkLst>
        <pc:docMk/>
      </pc:docMkLst>
      <pc:sldChg chg="modSp mod">
        <pc:chgData name="Myriam Bensaid" userId="6732edbd-cc17-4b25-8fa6-040ea5375654" providerId="ADAL" clId="{870AB221-4971-4673-A983-CB8543CF5899}" dt="2025-05-09T12:10:24.257" v="438" actId="1037"/>
        <pc:sldMkLst>
          <pc:docMk/>
          <pc:sldMk cId="2747738135" sldId="257"/>
        </pc:sldMkLst>
      </pc:sldChg>
      <pc:sldChg chg="modSp mod">
        <pc:chgData name="Myriam Bensaid" userId="6732edbd-cc17-4b25-8fa6-040ea5375654" providerId="ADAL" clId="{870AB221-4971-4673-A983-CB8543CF5899}" dt="2025-05-09T15:07:45.669" v="580" actId="27636"/>
        <pc:sldMkLst>
          <pc:docMk/>
          <pc:sldMk cId="3179145733" sldId="260"/>
        </pc:sldMkLst>
      </pc:sldChg>
      <pc:sldChg chg="addSp delSp modSp mod">
        <pc:chgData name="Myriam Bensaid" userId="6732edbd-cc17-4b25-8fa6-040ea5375654" providerId="ADAL" clId="{870AB221-4971-4673-A983-CB8543CF5899}" dt="2025-05-09T15:10:13.542" v="595" actId="478"/>
        <pc:sldMkLst>
          <pc:docMk/>
          <pc:sldMk cId="964759020" sldId="261"/>
        </pc:sldMkLst>
      </pc:sldChg>
      <pc:sldChg chg="modSp mod">
        <pc:chgData name="Myriam Bensaid" userId="6732edbd-cc17-4b25-8fa6-040ea5375654" providerId="ADAL" clId="{870AB221-4971-4673-A983-CB8543CF5899}" dt="2025-05-09T15:00:04.154" v="513" actId="123"/>
        <pc:sldMkLst>
          <pc:docMk/>
          <pc:sldMk cId="1876133328" sldId="263"/>
        </pc:sldMkLst>
        <pc:spChg chg="mod">
          <ac:chgData name="Myriam Bensaid" userId="6732edbd-cc17-4b25-8fa6-040ea5375654" providerId="ADAL" clId="{870AB221-4971-4673-A983-CB8543CF5899}" dt="2025-05-09T15:00:04.154" v="513" actId="123"/>
          <ac:spMkLst>
            <pc:docMk/>
            <pc:sldMk cId="1876133328" sldId="263"/>
            <ac:spMk id="3" creationId="{1332E0F8-DFC6-D437-14C1-61D7C3C2730F}"/>
          </ac:spMkLst>
        </pc:spChg>
      </pc:sldChg>
      <pc:sldChg chg="modSp mod">
        <pc:chgData name="Myriam Bensaid" userId="6732edbd-cc17-4b25-8fa6-040ea5375654" providerId="ADAL" clId="{870AB221-4971-4673-A983-CB8543CF5899}" dt="2025-05-09T15:00:46.919" v="525" actId="15"/>
        <pc:sldMkLst>
          <pc:docMk/>
          <pc:sldMk cId="1007892645" sldId="264"/>
        </pc:sldMkLst>
        <pc:spChg chg="mod">
          <ac:chgData name="Myriam Bensaid" userId="6732edbd-cc17-4b25-8fa6-040ea5375654" providerId="ADAL" clId="{870AB221-4971-4673-A983-CB8543CF5899}" dt="2025-05-09T15:00:46.919" v="525" actId="15"/>
          <ac:spMkLst>
            <pc:docMk/>
            <pc:sldMk cId="1007892645" sldId="264"/>
            <ac:spMk id="3" creationId="{0EB42B8E-31EC-E928-C8B8-48D5BCF2577B}"/>
          </ac:spMkLst>
        </pc:spChg>
      </pc:sldChg>
      <pc:sldChg chg="addSp delSp modSp mod modAnim">
        <pc:chgData name="Myriam Bensaid" userId="6732edbd-cc17-4b25-8fa6-040ea5375654" providerId="ADAL" clId="{870AB221-4971-4673-A983-CB8543CF5899}" dt="2025-05-09T14:51:43.849" v="480" actId="115"/>
        <pc:sldMkLst>
          <pc:docMk/>
          <pc:sldMk cId="1466491715" sldId="266"/>
        </pc:sldMkLst>
      </pc:sldChg>
      <pc:sldChg chg="modSp mod">
        <pc:chgData name="Myriam Bensaid" userId="6732edbd-cc17-4b25-8fa6-040ea5375654" providerId="ADAL" clId="{870AB221-4971-4673-A983-CB8543CF5899}" dt="2025-05-09T14:45:40.546" v="449" actId="20577"/>
        <pc:sldMkLst>
          <pc:docMk/>
          <pc:sldMk cId="1889526354" sldId="268"/>
        </pc:sldMkLst>
      </pc:sldChg>
      <pc:sldChg chg="addSp delSp modSp add mod ord">
        <pc:chgData name="Myriam Bensaid" userId="6732edbd-cc17-4b25-8fa6-040ea5375654" providerId="ADAL" clId="{870AB221-4971-4673-A983-CB8543CF5899}" dt="2025-05-09T10:53:47.859" v="27" actId="1076"/>
        <pc:sldMkLst>
          <pc:docMk/>
          <pc:sldMk cId="3581169715" sldId="274"/>
        </pc:sldMkLst>
        <pc:spChg chg="mod">
          <ac:chgData name="Myriam Bensaid" userId="6732edbd-cc17-4b25-8fa6-040ea5375654" providerId="ADAL" clId="{870AB221-4971-4673-A983-CB8543CF5899}" dt="2025-05-09T10:49:55.414" v="20" actId="20577"/>
          <ac:spMkLst>
            <pc:docMk/>
            <pc:sldMk cId="3581169715" sldId="274"/>
            <ac:spMk id="2" creationId="{BD4780B7-2C94-1AE2-589C-7745BBB1C1F0}"/>
          </ac:spMkLst>
        </pc:spChg>
      </pc:sldChg>
      <pc:sldChg chg="modSp add mod ord">
        <pc:chgData name="Myriam Bensaid" userId="6732edbd-cc17-4b25-8fa6-040ea5375654" providerId="ADAL" clId="{870AB221-4971-4673-A983-CB8543CF5899}" dt="2025-05-09T11:06:38.307" v="380" actId="20577"/>
        <pc:sldMkLst>
          <pc:docMk/>
          <pc:sldMk cId="3730856263" sldId="275"/>
        </pc:sldMkLst>
      </pc:sldChg>
      <pc:sldChg chg="addSp delSp modSp add mod">
        <pc:chgData name="Myriam Bensaid" userId="6732edbd-cc17-4b25-8fa6-040ea5375654" providerId="ADAL" clId="{870AB221-4971-4673-A983-CB8543CF5899}" dt="2025-05-09T14:49:50.788" v="469" actId="732"/>
        <pc:sldMkLst>
          <pc:docMk/>
          <pc:sldMk cId="852785038" sldId="276"/>
        </pc:sldMkLst>
      </pc:sldChg>
      <pc:sldChg chg="addSp delSp modSp add mod">
        <pc:chgData name="Myriam Bensaid" userId="6732edbd-cc17-4b25-8fa6-040ea5375654" providerId="ADAL" clId="{870AB221-4971-4673-A983-CB8543CF5899}" dt="2025-05-09T14:59:31.218" v="512" actId="27636"/>
        <pc:sldMkLst>
          <pc:docMk/>
          <pc:sldMk cId="3951666606" sldId="277"/>
        </pc:sldMkLst>
        <pc:spChg chg="mod">
          <ac:chgData name="Myriam Bensaid" userId="6732edbd-cc17-4b25-8fa6-040ea5375654" providerId="ADAL" clId="{870AB221-4971-4673-A983-CB8543CF5899}" dt="2025-05-09T14:59:31.218" v="512" actId="27636"/>
          <ac:spMkLst>
            <pc:docMk/>
            <pc:sldMk cId="3951666606" sldId="277"/>
            <ac:spMk id="2" creationId="{44E7FC00-D7C9-4366-FB89-C3BCF0D70E12}"/>
          </ac:spMkLst>
        </pc:spChg>
      </pc:sldChg>
      <pc:sldChg chg="addSp modSp add mod">
        <pc:chgData name="Myriam Bensaid" userId="6732edbd-cc17-4b25-8fa6-040ea5375654" providerId="ADAL" clId="{870AB221-4971-4673-A983-CB8543CF5899}" dt="2025-05-09T15:13:30.266" v="622" actId="1076"/>
        <pc:sldMkLst>
          <pc:docMk/>
          <pc:sldMk cId="203898375" sldId="278"/>
        </pc:sldMkLst>
        <pc:spChg chg="mod">
          <ac:chgData name="Myriam Bensaid" userId="6732edbd-cc17-4b25-8fa6-040ea5375654" providerId="ADAL" clId="{870AB221-4971-4673-A983-CB8543CF5899}" dt="2025-05-09T15:11:19.573" v="597" actId="2711"/>
          <ac:spMkLst>
            <pc:docMk/>
            <pc:sldMk cId="203898375" sldId="278"/>
            <ac:spMk id="2" creationId="{28B054A5-60A5-BD96-45D3-6C8FDF2C0A7F}"/>
          </ac:spMkLst>
        </pc:spChg>
        <pc:spChg chg="mod">
          <ac:chgData name="Myriam Bensaid" userId="6732edbd-cc17-4b25-8fa6-040ea5375654" providerId="ADAL" clId="{870AB221-4971-4673-A983-CB8543CF5899}" dt="2025-05-09T15:11:47.614" v="616" actId="6549"/>
          <ac:spMkLst>
            <pc:docMk/>
            <pc:sldMk cId="203898375" sldId="278"/>
            <ac:spMk id="3" creationId="{1DE2827C-B862-C110-6569-E5688B034CD0}"/>
          </ac:spMkLst>
        </pc:spChg>
      </pc:sldChg>
    </pc:docChg>
  </pc:docChgLst>
  <pc:docChgLst>
    <pc:chgData name="Maria-Danielle Boula" userId="S::maria-danielle.boula@etu.cyu.fr::859cf926-bdfd-4a6e-8ea5-01bbdb4ec499" providerId="AD" clId="Web-{FCEA4617-2F31-B745-A0D0-464BD5E6653C}"/>
    <pc:docChg chg="modSld sldOrd">
      <pc:chgData name="Maria-Danielle Boula" userId="S::maria-danielle.boula@etu.cyu.fr::859cf926-bdfd-4a6e-8ea5-01bbdb4ec499" providerId="AD" clId="Web-{FCEA4617-2F31-B745-A0D0-464BD5E6653C}" dt="2025-06-10T10:54:05.431" v="151" actId="20577"/>
      <pc:docMkLst>
        <pc:docMk/>
      </pc:docMkLst>
      <pc:sldChg chg="modSp">
        <pc:chgData name="Maria-Danielle Boula" userId="S::maria-danielle.boula@etu.cyu.fr::859cf926-bdfd-4a6e-8ea5-01bbdb4ec499" providerId="AD" clId="Web-{FCEA4617-2F31-B745-A0D0-464BD5E6653C}" dt="2025-06-09T21:54:56.037" v="11" actId="20577"/>
        <pc:sldMkLst>
          <pc:docMk/>
          <pc:sldMk cId="3104885242" sldId="271"/>
        </pc:sldMkLst>
        <pc:spChg chg="mod">
          <ac:chgData name="Maria-Danielle Boula" userId="S::maria-danielle.boula@etu.cyu.fr::859cf926-bdfd-4a6e-8ea5-01bbdb4ec499" providerId="AD" clId="Web-{FCEA4617-2F31-B745-A0D0-464BD5E6653C}" dt="2025-06-09T21:54:56.037" v="11" actId="20577"/>
          <ac:spMkLst>
            <pc:docMk/>
            <pc:sldMk cId="3104885242" sldId="271"/>
            <ac:spMk id="9" creationId="{6C8579E4-51FA-E6A8-BAE2-8514BF3F4E69}"/>
          </ac:spMkLst>
        </pc:spChg>
      </pc:sldChg>
      <pc:sldChg chg="modSp">
        <pc:chgData name="Maria-Danielle Boula" userId="S::maria-danielle.boula@etu.cyu.fr::859cf926-bdfd-4a6e-8ea5-01bbdb4ec499" providerId="AD" clId="Web-{FCEA4617-2F31-B745-A0D0-464BD5E6653C}" dt="2025-06-10T10:54:05.431" v="151" actId="20577"/>
        <pc:sldMkLst>
          <pc:docMk/>
          <pc:sldMk cId="1111283915" sldId="281"/>
        </pc:sldMkLst>
        <pc:spChg chg="mod">
          <ac:chgData name="Maria-Danielle Boula" userId="S::maria-danielle.boula@etu.cyu.fr::859cf926-bdfd-4a6e-8ea5-01bbdb4ec499" providerId="AD" clId="Web-{FCEA4617-2F31-B745-A0D0-464BD5E6653C}" dt="2025-06-10T10:54:05.431" v="151" actId="20577"/>
          <ac:spMkLst>
            <pc:docMk/>
            <pc:sldMk cId="1111283915" sldId="281"/>
            <ac:spMk id="3" creationId="{D8FF151B-ED03-6BCD-4B4D-1ED989A56F1E}"/>
          </ac:spMkLst>
        </pc:spChg>
      </pc:sldChg>
      <pc:sldChg chg="ord">
        <pc:chgData name="Maria-Danielle Boula" userId="S::maria-danielle.boula@etu.cyu.fr::859cf926-bdfd-4a6e-8ea5-01bbdb4ec499" providerId="AD" clId="Web-{FCEA4617-2F31-B745-A0D0-464BD5E6653C}" dt="2025-06-09T21:44:23.827" v="2"/>
        <pc:sldMkLst>
          <pc:docMk/>
          <pc:sldMk cId="623530343" sldId="282"/>
        </pc:sldMkLst>
      </pc:sldChg>
    </pc:docChg>
  </pc:docChgLst>
  <pc:docChgLst>
    <pc:chgData name="Tom Jaffrain" userId="S::tom.jaffrain@etu.cyu.fr::3465d130-e37b-4363-a46a-94c5b2166a36" providerId="AD" clId="Web-{56038839-6AA8-D437-0311-E515493DF492}"/>
    <pc:docChg chg="modSld">
      <pc:chgData name="Tom Jaffrain" userId="S::tom.jaffrain@etu.cyu.fr::3465d130-e37b-4363-a46a-94c5b2166a36" providerId="AD" clId="Web-{56038839-6AA8-D437-0311-E515493DF492}" dt="2025-06-05T06:34:47.650" v="160" actId="1076"/>
      <pc:docMkLst>
        <pc:docMk/>
      </pc:docMkLst>
      <pc:sldChg chg="addSp delSp modSp">
        <pc:chgData name="Tom Jaffrain" userId="S::tom.jaffrain@etu.cyu.fr::3465d130-e37b-4363-a46a-94c5b2166a36" providerId="AD" clId="Web-{56038839-6AA8-D437-0311-E515493DF492}" dt="2025-06-05T06:34:47.650" v="160" actId="1076"/>
        <pc:sldMkLst>
          <pc:docMk/>
          <pc:sldMk cId="964759020" sldId="261"/>
        </pc:sldMkLst>
        <pc:spChg chg="add mod">
          <ac:chgData name="Tom Jaffrain" userId="S::tom.jaffrain@etu.cyu.fr::3465d130-e37b-4363-a46a-94c5b2166a36" providerId="AD" clId="Web-{56038839-6AA8-D437-0311-E515493DF492}" dt="2025-06-05T05:59:34.382" v="20" actId="14100"/>
          <ac:spMkLst>
            <pc:docMk/>
            <pc:sldMk cId="964759020" sldId="261"/>
            <ac:spMk id="3" creationId="{79EEF9FD-54EA-8C8F-D6CE-0604C1093056}"/>
          </ac:spMkLst>
        </pc:spChg>
        <pc:spChg chg="add mod">
          <ac:chgData name="Tom Jaffrain" userId="S::tom.jaffrain@etu.cyu.fr::3465d130-e37b-4363-a46a-94c5b2166a36" providerId="AD" clId="Web-{56038839-6AA8-D437-0311-E515493DF492}" dt="2025-06-05T06:02:48.066" v="33" actId="20577"/>
          <ac:spMkLst>
            <pc:docMk/>
            <pc:sldMk cId="964759020" sldId="261"/>
            <ac:spMk id="9" creationId="{B86F17FF-E088-2437-EB49-A30BA081FDDE}"/>
          </ac:spMkLst>
        </pc:spChg>
        <pc:spChg chg="mod">
          <ac:chgData name="Tom Jaffrain" userId="S::tom.jaffrain@etu.cyu.fr::3465d130-e37b-4363-a46a-94c5b2166a36" providerId="AD" clId="Web-{56038839-6AA8-D437-0311-E515493DF492}" dt="2025-06-05T06:34:32.259" v="157" actId="1076"/>
          <ac:spMkLst>
            <pc:docMk/>
            <pc:sldMk cId="964759020" sldId="261"/>
            <ac:spMk id="10" creationId="{DD65A6B5-A6DF-6A28-D8FD-598B60090692}"/>
          </ac:spMkLst>
        </pc:spChg>
        <pc:spChg chg="add del mod">
          <ac:chgData name="Tom Jaffrain" userId="S::tom.jaffrain@etu.cyu.fr::3465d130-e37b-4363-a46a-94c5b2166a36" providerId="AD" clId="Web-{56038839-6AA8-D437-0311-E515493DF492}" dt="2025-06-05T06:32:34.099" v="121" actId="20577"/>
          <ac:spMkLst>
            <pc:docMk/>
            <pc:sldMk cId="964759020" sldId="261"/>
            <ac:spMk id="12" creationId="{93B2E36E-BE7E-B11B-2E04-F0455E712857}"/>
          </ac:spMkLst>
        </pc:spChg>
        <pc:spChg chg="mod">
          <ac:chgData name="Tom Jaffrain" userId="S::tom.jaffrain@etu.cyu.fr::3465d130-e37b-4363-a46a-94c5b2166a36" providerId="AD" clId="Web-{56038839-6AA8-D437-0311-E515493DF492}" dt="2025-06-05T05:59:37.054" v="21" actId="14100"/>
          <ac:spMkLst>
            <pc:docMk/>
            <pc:sldMk cId="964759020" sldId="261"/>
            <ac:spMk id="18" creationId="{3F1728D2-7884-6A3D-1A7C-84DBE63963AE}"/>
          </ac:spMkLst>
        </pc:spChg>
        <pc:spChg chg="add mod">
          <ac:chgData name="Tom Jaffrain" userId="S::tom.jaffrain@etu.cyu.fr::3465d130-e37b-4363-a46a-94c5b2166a36" providerId="AD" clId="Web-{56038839-6AA8-D437-0311-E515493DF492}" dt="2025-06-05T06:33:01.334" v="125" actId="1076"/>
          <ac:spMkLst>
            <pc:docMk/>
            <pc:sldMk cId="964759020" sldId="261"/>
            <ac:spMk id="20" creationId="{4643671A-2711-6EC8-FE03-CDE22D8A2D0F}"/>
          </ac:spMkLst>
        </pc:spChg>
        <pc:spChg chg="add mod">
          <ac:chgData name="Tom Jaffrain" userId="S::tom.jaffrain@etu.cyu.fr::3465d130-e37b-4363-a46a-94c5b2166a36" providerId="AD" clId="Web-{56038839-6AA8-D437-0311-E515493DF492}" dt="2025-06-05T06:33:29.507" v="136" actId="20577"/>
          <ac:spMkLst>
            <pc:docMk/>
            <pc:sldMk cId="964759020" sldId="261"/>
            <ac:spMk id="23" creationId="{1FE582A2-2D95-8C60-D747-4D1DFEBA7A2A}"/>
          </ac:spMkLst>
        </pc:spChg>
        <pc:spChg chg="add mod">
          <ac:chgData name="Tom Jaffrain" userId="S::tom.jaffrain@etu.cyu.fr::3465d130-e37b-4363-a46a-94c5b2166a36" providerId="AD" clId="Web-{56038839-6AA8-D437-0311-E515493DF492}" dt="2025-06-05T06:34:13.274" v="152" actId="1076"/>
          <ac:spMkLst>
            <pc:docMk/>
            <pc:sldMk cId="964759020" sldId="261"/>
            <ac:spMk id="24" creationId="{DA992022-47CA-C4C9-15EF-8F22631548D1}"/>
          </ac:spMkLst>
        </pc:spChg>
        <pc:picChg chg="add mod">
          <ac:chgData name="Tom Jaffrain" userId="S::tom.jaffrain@etu.cyu.fr::3465d130-e37b-4363-a46a-94c5b2166a36" providerId="AD" clId="Web-{56038839-6AA8-D437-0311-E515493DF492}" dt="2025-06-05T06:02:14.456" v="27" actId="1076"/>
          <ac:picMkLst>
            <pc:docMk/>
            <pc:sldMk cId="964759020" sldId="261"/>
            <ac:picMk id="7" creationId="{2772F164-2C4A-9FD4-FA15-758B5348CC29}"/>
          </ac:picMkLst>
        </pc:picChg>
        <pc:picChg chg="add mod">
          <ac:chgData name="Tom Jaffrain" userId="S::tom.jaffrain@etu.cyu.fr::3465d130-e37b-4363-a46a-94c5b2166a36" providerId="AD" clId="Web-{56038839-6AA8-D437-0311-E515493DF492}" dt="2025-06-05T06:32:24.223" v="119" actId="1076"/>
          <ac:picMkLst>
            <pc:docMk/>
            <pc:sldMk cId="964759020" sldId="261"/>
            <ac:picMk id="11" creationId="{4E83086E-BCA4-599B-2422-305029EC5ABD}"/>
          </ac:picMkLst>
        </pc:picChg>
        <pc:picChg chg="mod">
          <ac:chgData name="Tom Jaffrain" userId="S::tom.jaffrain@etu.cyu.fr::3465d130-e37b-4363-a46a-94c5b2166a36" providerId="AD" clId="Web-{56038839-6AA8-D437-0311-E515493DF492}" dt="2025-06-05T05:59:43.601" v="22" actId="1076"/>
          <ac:picMkLst>
            <pc:docMk/>
            <pc:sldMk cId="964759020" sldId="261"/>
            <ac:picMk id="17" creationId="{C5978029-FB89-29AB-4462-9825C4720171}"/>
          </ac:picMkLst>
        </pc:picChg>
        <pc:picChg chg="add mod">
          <ac:chgData name="Tom Jaffrain" userId="S::tom.jaffrain@etu.cyu.fr::3465d130-e37b-4363-a46a-94c5b2166a36" providerId="AD" clId="Web-{56038839-6AA8-D437-0311-E515493DF492}" dt="2025-06-05T06:32:36.489" v="122" actId="1076"/>
          <ac:picMkLst>
            <pc:docMk/>
            <pc:sldMk cId="964759020" sldId="261"/>
            <ac:picMk id="21" creationId="{8ECD3760-26D7-8891-FDB0-570605616CAC}"/>
          </ac:picMkLst>
        </pc:picChg>
        <pc:picChg chg="add mod">
          <ac:chgData name="Tom Jaffrain" userId="S::tom.jaffrain@etu.cyu.fr::3465d130-e37b-4363-a46a-94c5b2166a36" providerId="AD" clId="Web-{56038839-6AA8-D437-0311-E515493DF492}" dt="2025-06-05T06:34:47.650" v="160" actId="1076"/>
          <ac:picMkLst>
            <pc:docMk/>
            <pc:sldMk cId="964759020" sldId="261"/>
            <ac:picMk id="22" creationId="{C28D711D-F8C5-1801-AC7C-5217F9139F4C}"/>
          </ac:picMkLst>
        </pc:picChg>
        <pc:picChg chg="add mod">
          <ac:chgData name="Tom Jaffrain" userId="S::tom.jaffrain@etu.cyu.fr::3465d130-e37b-4363-a46a-94c5b2166a36" providerId="AD" clId="Web-{56038839-6AA8-D437-0311-E515493DF492}" dt="2025-06-05T06:34:42.572" v="159" actId="1076"/>
          <ac:picMkLst>
            <pc:docMk/>
            <pc:sldMk cId="964759020" sldId="261"/>
            <ac:picMk id="25" creationId="{5D123522-0ECA-9A82-9DAD-3C94B1F1E51D}"/>
          </ac:picMkLst>
        </pc:picChg>
      </pc:sldChg>
    </pc:docChg>
  </pc:docChgLst>
  <pc:docChgLst>
    <pc:chgData name="Myriam Bensaid" userId="6732edbd-cc17-4b25-8fa6-040ea5375654" providerId="ADAL" clId="{D29A8B04-6E75-4585-B700-533AC27E937A}"/>
    <pc:docChg chg="undo custSel addSld modSld sldOrd">
      <pc:chgData name="Myriam Bensaid" userId="6732edbd-cc17-4b25-8fa6-040ea5375654" providerId="ADAL" clId="{D29A8B04-6E75-4585-B700-533AC27E937A}" dt="2025-03-18T11:58:37.994" v="458" actId="1076"/>
      <pc:docMkLst>
        <pc:docMk/>
      </pc:docMkLst>
      <pc:sldChg chg="addSp delSp modSp mod">
        <pc:chgData name="Myriam Bensaid" userId="6732edbd-cc17-4b25-8fa6-040ea5375654" providerId="ADAL" clId="{D29A8B04-6E75-4585-B700-533AC27E937A}" dt="2025-03-18T11:55:18.157" v="376" actId="1035"/>
        <pc:sldMkLst>
          <pc:docMk/>
          <pc:sldMk cId="3784089036" sldId="256"/>
        </pc:sldMkLst>
        <pc:spChg chg="mod">
          <ac:chgData name="Myriam Bensaid" userId="6732edbd-cc17-4b25-8fa6-040ea5375654" providerId="ADAL" clId="{D29A8B04-6E75-4585-B700-533AC27E937A}" dt="2025-03-18T11:47:42.072" v="87" actId="1076"/>
          <ac:spMkLst>
            <pc:docMk/>
            <pc:sldMk cId="3784089036" sldId="256"/>
            <ac:spMk id="2" creationId="{00000000-0000-0000-0000-000000000000}"/>
          </ac:spMkLst>
        </pc:spChg>
        <pc:spChg chg="mod">
          <ac:chgData name="Myriam Bensaid" userId="6732edbd-cc17-4b25-8fa6-040ea5375654" providerId="ADAL" clId="{D29A8B04-6E75-4585-B700-533AC27E937A}" dt="2025-03-18T11:46:05.542" v="73" actId="1076"/>
          <ac:spMkLst>
            <pc:docMk/>
            <pc:sldMk cId="3784089036" sldId="256"/>
            <ac:spMk id="3" creationId="{00000000-0000-0000-0000-000000000000}"/>
          </ac:spMkLst>
        </pc:spChg>
        <pc:spChg chg="add mod ord">
          <ac:chgData name="Myriam Bensaid" userId="6732edbd-cc17-4b25-8fa6-040ea5375654" providerId="ADAL" clId="{D29A8B04-6E75-4585-B700-533AC27E937A}" dt="2025-03-18T11:47:34.175" v="86" actId="17032"/>
          <ac:spMkLst>
            <pc:docMk/>
            <pc:sldMk cId="3784089036" sldId="256"/>
            <ac:spMk id="8" creationId="{6C68CAFC-4C43-3976-4CB4-A2E1A64A4830}"/>
          </ac:spMkLst>
        </pc:spChg>
        <pc:picChg chg="add mod">
          <ac:chgData name="Myriam Bensaid" userId="6732edbd-cc17-4b25-8fa6-040ea5375654" providerId="ADAL" clId="{D29A8B04-6E75-4585-B700-533AC27E937A}" dt="2025-03-18T11:44:42.293" v="55" actId="167"/>
          <ac:picMkLst>
            <pc:docMk/>
            <pc:sldMk cId="3784089036" sldId="256"/>
            <ac:picMk id="7" creationId="{55F952E4-955F-8A0A-4F32-18478370EF8D}"/>
          </ac:picMkLst>
        </pc:picChg>
      </pc:sldChg>
      <pc:sldChg chg="addSp delSp modSp new mod">
        <pc:chgData name="Myriam Bensaid" userId="6732edbd-cc17-4b25-8fa6-040ea5375654" providerId="ADAL" clId="{D29A8B04-6E75-4585-B700-533AC27E937A}" dt="2025-03-18T11:55:59.933" v="379" actId="1076"/>
        <pc:sldMkLst>
          <pc:docMk/>
          <pc:sldMk cId="2747738135" sldId="257"/>
        </pc:sldMkLst>
        <pc:spChg chg="mod">
          <ac:chgData name="Myriam Bensaid" userId="6732edbd-cc17-4b25-8fa6-040ea5375654" providerId="ADAL" clId="{D29A8B04-6E75-4585-B700-533AC27E937A}" dt="2025-03-18T11:48:36.118" v="102" actId="20577"/>
          <ac:spMkLst>
            <pc:docMk/>
            <pc:sldMk cId="2747738135" sldId="257"/>
            <ac:spMk id="2" creationId="{B795DD2E-8DA8-00D9-D8AD-A43EAFF5E2EE}"/>
          </ac:spMkLst>
        </pc:spChg>
      </pc:sldChg>
      <pc:sldChg chg="addSp delSp modSp new mod">
        <pc:chgData name="Myriam Bensaid" userId="6732edbd-cc17-4b25-8fa6-040ea5375654" providerId="ADAL" clId="{D29A8B04-6E75-4585-B700-533AC27E937A}" dt="2025-03-18T11:52:20.697" v="305" actId="1076"/>
        <pc:sldMkLst>
          <pc:docMk/>
          <pc:sldMk cId="3497336989" sldId="258"/>
        </pc:sldMkLst>
        <pc:spChg chg="mod">
          <ac:chgData name="Myriam Bensaid" userId="6732edbd-cc17-4b25-8fa6-040ea5375654" providerId="ADAL" clId="{D29A8B04-6E75-4585-B700-533AC27E937A}" dt="2025-03-18T11:49:05.317" v="137" actId="20577"/>
          <ac:spMkLst>
            <pc:docMk/>
            <pc:sldMk cId="3497336989" sldId="258"/>
            <ac:spMk id="2" creationId="{809F9038-8612-43BF-117E-528D46BD92F2}"/>
          </ac:spMkLst>
        </pc:spChg>
        <pc:picChg chg="add mod">
          <ac:chgData name="Myriam Bensaid" userId="6732edbd-cc17-4b25-8fa6-040ea5375654" providerId="ADAL" clId="{D29A8B04-6E75-4585-B700-533AC27E937A}" dt="2025-03-18T11:52:20.697" v="305" actId="1076"/>
          <ac:picMkLst>
            <pc:docMk/>
            <pc:sldMk cId="3497336989" sldId="258"/>
            <ac:picMk id="4" creationId="{26D62A4A-66E2-C13F-5114-71CCB946B105}"/>
          </ac:picMkLst>
        </pc:picChg>
      </pc:sldChg>
      <pc:sldChg chg="modSp new mod">
        <pc:chgData name="Myriam Bensaid" userId="6732edbd-cc17-4b25-8fa6-040ea5375654" providerId="ADAL" clId="{D29A8B04-6E75-4585-B700-533AC27E937A}" dt="2025-03-18T11:56:07.543" v="406" actId="20577"/>
        <pc:sldMkLst>
          <pc:docMk/>
          <pc:sldMk cId="3287384019" sldId="259"/>
        </pc:sldMkLst>
        <pc:spChg chg="mod">
          <ac:chgData name="Myriam Bensaid" userId="6732edbd-cc17-4b25-8fa6-040ea5375654" providerId="ADAL" clId="{D29A8B04-6E75-4585-B700-533AC27E937A}" dt="2025-03-18T11:49:14.060" v="147" actId="20577"/>
          <ac:spMkLst>
            <pc:docMk/>
            <pc:sldMk cId="3287384019" sldId="259"/>
            <ac:spMk id="2" creationId="{BF2B3912-134D-46DD-F869-8387EEA6C675}"/>
          </ac:spMkLst>
        </pc:spChg>
      </pc:sldChg>
      <pc:sldChg chg="modSp new mod">
        <pc:chgData name="Myriam Bensaid" userId="6732edbd-cc17-4b25-8fa6-040ea5375654" providerId="ADAL" clId="{D29A8B04-6E75-4585-B700-533AC27E937A}" dt="2025-03-18T11:49:35.085" v="162" actId="20577"/>
        <pc:sldMkLst>
          <pc:docMk/>
          <pc:sldMk cId="3179145733" sldId="260"/>
        </pc:sldMkLst>
      </pc:sldChg>
      <pc:sldChg chg="modSp new mod">
        <pc:chgData name="Myriam Bensaid" userId="6732edbd-cc17-4b25-8fa6-040ea5375654" providerId="ADAL" clId="{D29A8B04-6E75-4585-B700-533AC27E937A}" dt="2025-03-18T11:49:47.613" v="183" actId="20577"/>
        <pc:sldMkLst>
          <pc:docMk/>
          <pc:sldMk cId="964759020" sldId="261"/>
        </pc:sldMkLst>
        <pc:spChg chg="mod">
          <ac:chgData name="Myriam Bensaid" userId="6732edbd-cc17-4b25-8fa6-040ea5375654" providerId="ADAL" clId="{D29A8B04-6E75-4585-B700-533AC27E937A}" dt="2025-03-18T11:49:47.613" v="183" actId="20577"/>
          <ac:spMkLst>
            <pc:docMk/>
            <pc:sldMk cId="964759020" sldId="261"/>
            <ac:spMk id="2" creationId="{02986AA0-88F8-8FE4-6D20-ED3656B191A4}"/>
          </ac:spMkLst>
        </pc:spChg>
      </pc:sldChg>
      <pc:sldChg chg="addSp delSp modSp new mod">
        <pc:chgData name="Myriam Bensaid" userId="6732edbd-cc17-4b25-8fa6-040ea5375654" providerId="ADAL" clId="{D29A8B04-6E75-4585-B700-533AC27E937A}" dt="2025-03-18T11:56:51.829" v="413" actId="1076"/>
        <pc:sldMkLst>
          <pc:docMk/>
          <pc:sldMk cId="2572991978" sldId="262"/>
        </pc:sldMkLst>
      </pc:sldChg>
      <pc:sldChg chg="addSp delSp modSp new mod">
        <pc:chgData name="Myriam Bensaid" userId="6732edbd-cc17-4b25-8fa6-040ea5375654" providerId="ADAL" clId="{D29A8B04-6E75-4585-B700-533AC27E937A}" dt="2025-03-18T11:57:00.629" v="415" actId="478"/>
        <pc:sldMkLst>
          <pc:docMk/>
          <pc:sldMk cId="1876133328" sldId="263"/>
        </pc:sldMkLst>
        <pc:spChg chg="mod">
          <ac:chgData name="Myriam Bensaid" userId="6732edbd-cc17-4b25-8fa6-040ea5375654" providerId="ADAL" clId="{D29A8B04-6E75-4585-B700-533AC27E937A}" dt="2025-03-18T11:50:06.184" v="212" actId="20577"/>
          <ac:spMkLst>
            <pc:docMk/>
            <pc:sldMk cId="1876133328" sldId="263"/>
            <ac:spMk id="2" creationId="{37EA3F49-9A50-A15D-E2EB-16646E8B3EC6}"/>
          </ac:spMkLst>
        </pc:spChg>
        <pc:spChg chg="add del">
          <ac:chgData name="Myriam Bensaid" userId="6732edbd-cc17-4b25-8fa6-040ea5375654" providerId="ADAL" clId="{D29A8B04-6E75-4585-B700-533AC27E937A}" dt="2025-03-18T11:57:00.629" v="415" actId="478"/>
          <ac:spMkLst>
            <pc:docMk/>
            <pc:sldMk cId="1876133328" sldId="263"/>
            <ac:spMk id="3" creationId="{1332E0F8-DFC6-D437-14C1-61D7C3C2730F}"/>
          </ac:spMkLst>
        </pc:spChg>
      </pc:sldChg>
      <pc:sldChg chg="modSp new mod">
        <pc:chgData name="Myriam Bensaid" userId="6732edbd-cc17-4b25-8fa6-040ea5375654" providerId="ADAL" clId="{D29A8B04-6E75-4585-B700-533AC27E937A}" dt="2025-03-18T11:53:19.060" v="311" actId="20577"/>
        <pc:sldMkLst>
          <pc:docMk/>
          <pc:sldMk cId="1007892645" sldId="264"/>
        </pc:sldMkLst>
        <pc:spChg chg="mod">
          <ac:chgData name="Myriam Bensaid" userId="6732edbd-cc17-4b25-8fa6-040ea5375654" providerId="ADAL" clId="{D29A8B04-6E75-4585-B700-533AC27E937A}" dt="2025-03-18T11:50:26.815" v="236" actId="20577"/>
          <ac:spMkLst>
            <pc:docMk/>
            <pc:sldMk cId="1007892645" sldId="264"/>
            <ac:spMk id="2" creationId="{98D36A97-A078-A963-8D60-293C715D7846}"/>
          </ac:spMkLst>
        </pc:spChg>
        <pc:spChg chg="mod">
          <ac:chgData name="Myriam Bensaid" userId="6732edbd-cc17-4b25-8fa6-040ea5375654" providerId="ADAL" clId="{D29A8B04-6E75-4585-B700-533AC27E937A}" dt="2025-03-18T11:53:19.060" v="311" actId="20577"/>
          <ac:spMkLst>
            <pc:docMk/>
            <pc:sldMk cId="1007892645" sldId="264"/>
            <ac:spMk id="3" creationId="{0EB42B8E-31EC-E928-C8B8-48D5BCF2577B}"/>
          </ac:spMkLst>
        </pc:spChg>
      </pc:sldChg>
      <pc:sldChg chg="modSp new mod ord">
        <pc:chgData name="Myriam Bensaid" userId="6732edbd-cc17-4b25-8fa6-040ea5375654" providerId="ADAL" clId="{D29A8B04-6E75-4585-B700-533AC27E937A}" dt="2025-03-18T11:53:57.405" v="346" actId="20577"/>
        <pc:sldMkLst>
          <pc:docMk/>
          <pc:sldMk cId="398091348" sldId="265"/>
        </pc:sldMkLst>
      </pc:sldChg>
      <pc:sldChg chg="modSp new mod">
        <pc:chgData name="Myriam Bensaid" userId="6732edbd-cc17-4b25-8fa6-040ea5375654" providerId="ADAL" clId="{D29A8B04-6E75-4585-B700-533AC27E937A}" dt="2025-03-18T11:57:25.688" v="439" actId="313"/>
        <pc:sldMkLst>
          <pc:docMk/>
          <pc:sldMk cId="1466491715" sldId="266"/>
        </pc:sldMkLst>
      </pc:sldChg>
      <pc:sldChg chg="modSp new mod">
        <pc:chgData name="Myriam Bensaid" userId="6732edbd-cc17-4b25-8fa6-040ea5375654" providerId="ADAL" clId="{D29A8B04-6E75-4585-B700-533AC27E937A}" dt="2025-03-18T11:52:55.501" v="308" actId="20577"/>
        <pc:sldMkLst>
          <pc:docMk/>
          <pc:sldMk cId="2335391542" sldId="267"/>
        </pc:sldMkLst>
      </pc:sldChg>
      <pc:sldChg chg="addSp delSp modSp new mod">
        <pc:chgData name="Myriam Bensaid" userId="6732edbd-cc17-4b25-8fa6-040ea5375654" providerId="ADAL" clId="{D29A8B04-6E75-4585-B700-533AC27E937A}" dt="2025-03-18T11:58:22.796" v="455" actId="478"/>
        <pc:sldMkLst>
          <pc:docMk/>
          <pc:sldMk cId="1889526354" sldId="268"/>
        </pc:sldMkLst>
      </pc:sldChg>
      <pc:sldChg chg="addSp delSp modSp new mod">
        <pc:chgData name="Myriam Bensaid" userId="6732edbd-cc17-4b25-8fa6-040ea5375654" providerId="ADAL" clId="{D29A8B04-6E75-4585-B700-533AC27E937A}" dt="2025-03-18T11:58:37.994" v="458" actId="1076"/>
        <pc:sldMkLst>
          <pc:docMk/>
          <pc:sldMk cId="3106357947" sldId="269"/>
        </pc:sldMkLst>
        <pc:spChg chg="mod">
          <ac:chgData name="Myriam Bensaid" userId="6732edbd-cc17-4b25-8fa6-040ea5375654" providerId="ADAL" clId="{D29A8B04-6E75-4585-B700-533AC27E937A}" dt="2025-03-18T11:51:20.380" v="301" actId="20577"/>
          <ac:spMkLst>
            <pc:docMk/>
            <pc:sldMk cId="3106357947" sldId="269"/>
            <ac:spMk id="2" creationId="{3D52B480-FFEE-1C9B-E56F-DABF44392FB5}"/>
          </ac:spMkLst>
        </pc:spChg>
        <pc:picChg chg="add mod">
          <ac:chgData name="Myriam Bensaid" userId="6732edbd-cc17-4b25-8fa6-040ea5375654" providerId="ADAL" clId="{D29A8B04-6E75-4585-B700-533AC27E937A}" dt="2025-03-18T11:58:37.994" v="458" actId="1076"/>
          <ac:picMkLst>
            <pc:docMk/>
            <pc:sldMk cId="3106357947" sldId="269"/>
            <ac:picMk id="4" creationId="{EAA35AC4-7A37-2F6E-5A3F-AA331D6C2618}"/>
          </ac:picMkLst>
        </pc:picChg>
      </pc:sldChg>
      <pc:sldChg chg="modSp add mod">
        <pc:chgData name="Myriam Bensaid" userId="6732edbd-cc17-4b25-8fa6-040ea5375654" providerId="ADAL" clId="{D29A8B04-6E75-4585-B700-533AC27E937A}" dt="2025-03-18T11:53:32.237" v="315"/>
        <pc:sldMkLst>
          <pc:docMk/>
          <pc:sldMk cId="2848038673" sldId="270"/>
        </pc:sldMkLst>
        <pc:spChg chg="mod">
          <ac:chgData name="Myriam Bensaid" userId="6732edbd-cc17-4b25-8fa6-040ea5375654" providerId="ADAL" clId="{D29A8B04-6E75-4585-B700-533AC27E937A}" dt="2025-03-18T11:53:24.988" v="314" actId="20577"/>
          <ac:spMkLst>
            <pc:docMk/>
            <pc:sldMk cId="2848038673" sldId="270"/>
            <ac:spMk id="2" creationId="{01A536B6-2D1F-96B6-0C27-DCC4C399200A}"/>
          </ac:spMkLst>
        </pc:spChg>
        <pc:spChg chg="mod">
          <ac:chgData name="Myriam Bensaid" userId="6732edbd-cc17-4b25-8fa6-040ea5375654" providerId="ADAL" clId="{D29A8B04-6E75-4585-B700-533AC27E937A}" dt="2025-03-18T11:53:32.237" v="315"/>
          <ac:spMkLst>
            <pc:docMk/>
            <pc:sldMk cId="2848038673" sldId="270"/>
            <ac:spMk id="3" creationId="{B7F4B988-7AEA-4C36-1A1A-E8FAABE7DF9A}"/>
          </ac:spMkLst>
        </pc:spChg>
      </pc:sldChg>
      <pc:sldChg chg="modSp add mod">
        <pc:chgData name="Myriam Bensaid" userId="6732edbd-cc17-4b25-8fa6-040ea5375654" providerId="ADAL" clId="{D29A8B04-6E75-4585-B700-533AC27E937A}" dt="2025-03-18T11:53:45.638" v="319" actId="20577"/>
        <pc:sldMkLst>
          <pc:docMk/>
          <pc:sldMk cId="3104885242" sldId="271"/>
        </pc:sldMkLst>
        <pc:spChg chg="mod">
          <ac:chgData name="Myriam Bensaid" userId="6732edbd-cc17-4b25-8fa6-040ea5375654" providerId="ADAL" clId="{D29A8B04-6E75-4585-B700-533AC27E937A}" dt="2025-03-18T11:53:45.638" v="319" actId="20577"/>
          <ac:spMkLst>
            <pc:docMk/>
            <pc:sldMk cId="3104885242" sldId="271"/>
            <ac:spMk id="2" creationId="{6F29AFE0-5DC7-C401-13C6-AAF45CACE33D}"/>
          </ac:spMkLst>
        </pc:spChg>
        <pc:spChg chg="mod">
          <ac:chgData name="Myriam Bensaid" userId="6732edbd-cc17-4b25-8fa6-040ea5375654" providerId="ADAL" clId="{D29A8B04-6E75-4585-B700-533AC27E937A}" dt="2025-03-18T11:53:43.455" v="317"/>
          <ac:spMkLst>
            <pc:docMk/>
            <pc:sldMk cId="3104885242" sldId="271"/>
            <ac:spMk id="3" creationId="{D8C76DFD-637B-4FC2-620E-D853A51F7D2F}"/>
          </ac:spMkLst>
        </pc:spChg>
      </pc:sldChg>
      <pc:sldChg chg="modSp add mod ord">
        <pc:chgData name="Myriam Bensaid" userId="6732edbd-cc17-4b25-8fa6-040ea5375654" providerId="ADAL" clId="{D29A8B04-6E75-4585-B700-533AC27E937A}" dt="2025-03-18T11:54:05.692" v="351" actId="20577"/>
        <pc:sldMkLst>
          <pc:docMk/>
          <pc:sldMk cId="2251917429" sldId="272"/>
        </pc:sldMkLst>
      </pc:sldChg>
      <pc:sldChg chg="modSp add mod ord">
        <pc:chgData name="Myriam Bensaid" userId="6732edbd-cc17-4b25-8fa6-040ea5375654" providerId="ADAL" clId="{D29A8B04-6E75-4585-B700-533AC27E937A}" dt="2025-03-18T11:54:18.855" v="356" actId="20577"/>
        <pc:sldMkLst>
          <pc:docMk/>
          <pc:sldMk cId="1168645551" sldId="273"/>
        </pc:sldMkLst>
      </pc:sldChg>
    </pc:docChg>
  </pc:docChgLst>
  <pc:docChgLst>
    <pc:chgData name="Tom Jaffrain" userId="S::tom.jaffrain@etu.cyu.fr::3465d130-e37b-4363-a46a-94c5b2166a36" providerId="AD" clId="Web-{B45AE089-C0C8-45EF-AAF9-3D92D1EF5AA4}"/>
    <pc:docChg chg="modSld">
      <pc:chgData name="Tom Jaffrain" userId="S::tom.jaffrain@etu.cyu.fr::3465d130-e37b-4363-a46a-94c5b2166a36" providerId="AD" clId="Web-{B45AE089-C0C8-45EF-AAF9-3D92D1EF5AA4}" dt="2025-06-04T22:53:13.112" v="569" actId="1076"/>
      <pc:docMkLst>
        <pc:docMk/>
      </pc:docMkLst>
      <pc:sldChg chg="addSp delSp modSp">
        <pc:chgData name="Tom Jaffrain" userId="S::tom.jaffrain@etu.cyu.fr::3465d130-e37b-4363-a46a-94c5b2166a36" providerId="AD" clId="Web-{B45AE089-C0C8-45EF-AAF9-3D92D1EF5AA4}" dt="2025-06-04T22:21:59.098" v="460" actId="1076"/>
        <pc:sldMkLst>
          <pc:docMk/>
          <pc:sldMk cId="3179145733" sldId="260"/>
        </pc:sldMkLst>
        <pc:spChg chg="add mod">
          <ac:chgData name="Tom Jaffrain" userId="S::tom.jaffrain@etu.cyu.fr::3465d130-e37b-4363-a46a-94c5b2166a36" providerId="AD" clId="Web-{B45AE089-C0C8-45EF-AAF9-3D92D1EF5AA4}" dt="2025-06-04T18:58:31.487" v="309" actId="20577"/>
          <ac:spMkLst>
            <pc:docMk/>
            <pc:sldMk cId="3179145733" sldId="260"/>
            <ac:spMk id="2" creationId="{62CC58B4-2B92-BEEA-4F6A-74276D0B0AB6}"/>
          </ac:spMkLst>
        </pc:spChg>
        <pc:spChg chg="add mod">
          <ac:chgData name="Tom Jaffrain" userId="S::tom.jaffrain@etu.cyu.fr::3465d130-e37b-4363-a46a-94c5b2166a36" providerId="AD" clId="Web-{B45AE089-C0C8-45EF-AAF9-3D92D1EF5AA4}" dt="2025-06-04T19:00:13.679" v="337" actId="1076"/>
          <ac:spMkLst>
            <pc:docMk/>
            <pc:sldMk cId="3179145733" sldId="260"/>
            <ac:spMk id="8" creationId="{D35083F9-9A9B-DEEF-3F87-A8F0D6C82D7C}"/>
          </ac:spMkLst>
        </pc:spChg>
        <pc:spChg chg="mod">
          <ac:chgData name="Tom Jaffrain" userId="S::tom.jaffrain@etu.cyu.fr::3465d130-e37b-4363-a46a-94c5b2166a36" providerId="AD" clId="Web-{B45AE089-C0C8-45EF-AAF9-3D92D1EF5AA4}" dt="2025-06-04T17:12:38.755" v="45" actId="14100"/>
          <ac:spMkLst>
            <pc:docMk/>
            <pc:sldMk cId="3179145733" sldId="260"/>
            <ac:spMk id="10" creationId="{6373EE6E-C87F-ED88-35B7-F7522A9B6416}"/>
          </ac:spMkLst>
        </pc:spChg>
        <pc:spChg chg="add mod">
          <ac:chgData name="Tom Jaffrain" userId="S::tom.jaffrain@etu.cyu.fr::3465d130-e37b-4363-a46a-94c5b2166a36" providerId="AD" clId="Web-{B45AE089-C0C8-45EF-AAF9-3D92D1EF5AA4}" dt="2025-06-04T22:06:49.821" v="404" actId="14100"/>
          <ac:spMkLst>
            <pc:docMk/>
            <pc:sldMk cId="3179145733" sldId="260"/>
            <ac:spMk id="14" creationId="{C6D02D42-6A62-EFFC-DD03-81E64D68AD6D}"/>
          </ac:spMkLst>
        </pc:spChg>
        <pc:spChg chg="add mod">
          <ac:chgData name="Tom Jaffrain" userId="S::tom.jaffrain@etu.cyu.fr::3465d130-e37b-4363-a46a-94c5b2166a36" providerId="AD" clId="Web-{B45AE089-C0C8-45EF-AAF9-3D92D1EF5AA4}" dt="2025-06-04T18:55:14.701" v="260" actId="1076"/>
          <ac:spMkLst>
            <pc:docMk/>
            <pc:sldMk cId="3179145733" sldId="260"/>
            <ac:spMk id="15" creationId="{AC46925F-9DC1-6D2E-30C7-EE081E6AF08E}"/>
          </ac:spMkLst>
        </pc:spChg>
        <pc:spChg chg="add mod">
          <ac:chgData name="Tom Jaffrain" userId="S::tom.jaffrain@etu.cyu.fr::3465d130-e37b-4363-a46a-94c5b2166a36" providerId="AD" clId="Web-{B45AE089-C0C8-45EF-AAF9-3D92D1EF5AA4}" dt="2025-06-04T18:58:40.284" v="310" actId="1076"/>
          <ac:spMkLst>
            <pc:docMk/>
            <pc:sldMk cId="3179145733" sldId="260"/>
            <ac:spMk id="16" creationId="{20BCC228-9BF6-C0BA-585C-D6B851CBDC1F}"/>
          </ac:spMkLst>
        </pc:spChg>
        <pc:spChg chg="add mod">
          <ac:chgData name="Tom Jaffrain" userId="S::tom.jaffrain@etu.cyu.fr::3465d130-e37b-4363-a46a-94c5b2166a36" providerId="AD" clId="Web-{B45AE089-C0C8-45EF-AAF9-3D92D1EF5AA4}" dt="2025-06-04T22:09:33.029" v="439" actId="20577"/>
          <ac:spMkLst>
            <pc:docMk/>
            <pc:sldMk cId="3179145733" sldId="260"/>
            <ac:spMk id="18" creationId="{2D8D260A-856A-63AE-E7BD-5757A965FC68}"/>
          </ac:spMkLst>
        </pc:spChg>
        <pc:spChg chg="add mod">
          <ac:chgData name="Tom Jaffrain" userId="S::tom.jaffrain@etu.cyu.fr::3465d130-e37b-4363-a46a-94c5b2166a36" providerId="AD" clId="Web-{B45AE089-C0C8-45EF-AAF9-3D92D1EF5AA4}" dt="2025-06-04T18:55:21.357" v="263" actId="1076"/>
          <ac:spMkLst>
            <pc:docMk/>
            <pc:sldMk cId="3179145733" sldId="260"/>
            <ac:spMk id="26" creationId="{20C8F26B-149E-24F8-2ADA-76FEE108BAAD}"/>
          </ac:spMkLst>
        </pc:spChg>
        <pc:picChg chg="ord">
          <ac:chgData name="Tom Jaffrain" userId="S::tom.jaffrain@etu.cyu.fr::3465d130-e37b-4363-a46a-94c5b2166a36" providerId="AD" clId="Web-{B45AE089-C0C8-45EF-AAF9-3D92D1EF5AA4}" dt="2025-06-04T17:13:27.773" v="52"/>
          <ac:picMkLst>
            <pc:docMk/>
            <pc:sldMk cId="3179145733" sldId="260"/>
            <ac:picMk id="4" creationId="{82E3BF42-7A0E-581A-F0DB-BA9A44EE3AAC}"/>
          </ac:picMkLst>
        </pc:picChg>
        <pc:picChg chg="mod">
          <ac:chgData name="Tom Jaffrain" userId="S::tom.jaffrain@etu.cyu.fr::3465d130-e37b-4363-a46a-94c5b2166a36" providerId="AD" clId="Web-{B45AE089-C0C8-45EF-AAF9-3D92D1EF5AA4}" dt="2025-06-04T18:59:18.035" v="323" actId="1076"/>
          <ac:picMkLst>
            <pc:docMk/>
            <pc:sldMk cId="3179145733" sldId="260"/>
            <ac:picMk id="6" creationId="{73F0BED5-23B3-86BE-90AD-7FE358027CA5}"/>
          </ac:picMkLst>
        </pc:picChg>
        <pc:picChg chg="add mod">
          <ac:chgData name="Tom Jaffrain" userId="S::tom.jaffrain@etu.cyu.fr::3465d130-e37b-4363-a46a-94c5b2166a36" providerId="AD" clId="Web-{B45AE089-C0C8-45EF-AAF9-3D92D1EF5AA4}" dt="2025-06-04T21:58:12.428" v="378" actId="1076"/>
          <ac:picMkLst>
            <pc:docMk/>
            <pc:sldMk cId="3179145733" sldId="260"/>
            <ac:picMk id="12" creationId="{EA54FAAD-BE6F-9E7A-7912-7868AF3A383A}"/>
          </ac:picMkLst>
        </pc:picChg>
        <pc:picChg chg="add mod">
          <ac:chgData name="Tom Jaffrain" userId="S::tom.jaffrain@etu.cyu.fr::3465d130-e37b-4363-a46a-94c5b2166a36" providerId="AD" clId="Web-{B45AE089-C0C8-45EF-AAF9-3D92D1EF5AA4}" dt="2025-06-04T21:58:10.193" v="377" actId="1076"/>
          <ac:picMkLst>
            <pc:docMk/>
            <pc:sldMk cId="3179145733" sldId="260"/>
            <ac:picMk id="13" creationId="{458F6466-322A-ACCF-26AF-6AB4635710AE}"/>
          </ac:picMkLst>
        </pc:picChg>
        <pc:picChg chg="add mod">
          <ac:chgData name="Tom Jaffrain" userId="S::tom.jaffrain@etu.cyu.fr::3465d130-e37b-4363-a46a-94c5b2166a36" providerId="AD" clId="Web-{B45AE089-C0C8-45EF-AAF9-3D92D1EF5AA4}" dt="2025-06-04T18:55:16.451" v="261" actId="1076"/>
          <ac:picMkLst>
            <pc:docMk/>
            <pc:sldMk cId="3179145733" sldId="260"/>
            <ac:picMk id="17" creationId="{2435EAC0-8CAF-25CD-DFFD-2F11E01E3B5D}"/>
          </ac:picMkLst>
        </pc:picChg>
        <pc:picChg chg="add mod">
          <ac:chgData name="Tom Jaffrain" userId="S::tom.jaffrain@etu.cyu.fr::3465d130-e37b-4363-a46a-94c5b2166a36" providerId="AD" clId="Web-{B45AE089-C0C8-45EF-AAF9-3D92D1EF5AA4}" dt="2025-06-04T18:55:24.545" v="264" actId="1076"/>
          <ac:picMkLst>
            <pc:docMk/>
            <pc:sldMk cId="3179145733" sldId="260"/>
            <ac:picMk id="25" creationId="{511218BD-4AEF-F4CB-32D2-8C071BA20BC4}"/>
          </ac:picMkLst>
        </pc:picChg>
        <pc:picChg chg="add mod">
          <ac:chgData name="Tom Jaffrain" userId="S::tom.jaffrain@etu.cyu.fr::3465d130-e37b-4363-a46a-94c5b2166a36" providerId="AD" clId="Web-{B45AE089-C0C8-45EF-AAF9-3D92D1EF5AA4}" dt="2025-06-04T22:08:01.948" v="418" actId="1076"/>
          <ac:picMkLst>
            <pc:docMk/>
            <pc:sldMk cId="3179145733" sldId="260"/>
            <ac:picMk id="27" creationId="{0D3E7D7B-1013-2105-A16C-98E61255E217}"/>
          </ac:picMkLst>
        </pc:picChg>
        <pc:picChg chg="add mod">
          <ac:chgData name="Tom Jaffrain" userId="S::tom.jaffrain@etu.cyu.fr::3465d130-e37b-4363-a46a-94c5b2166a36" providerId="AD" clId="Web-{B45AE089-C0C8-45EF-AAF9-3D92D1EF5AA4}" dt="2025-06-04T22:21:52.692" v="458" actId="1076"/>
          <ac:picMkLst>
            <pc:docMk/>
            <pc:sldMk cId="3179145733" sldId="260"/>
            <ac:picMk id="28" creationId="{7F035EA5-42EB-8432-036E-9820826B8230}"/>
          </ac:picMkLst>
        </pc:picChg>
        <pc:picChg chg="add mod">
          <ac:chgData name="Tom Jaffrain" userId="S::tom.jaffrain@etu.cyu.fr::3465d130-e37b-4363-a46a-94c5b2166a36" providerId="AD" clId="Web-{B45AE089-C0C8-45EF-AAF9-3D92D1EF5AA4}" dt="2025-06-04T22:21:59.098" v="460" actId="1076"/>
          <ac:picMkLst>
            <pc:docMk/>
            <pc:sldMk cId="3179145733" sldId="260"/>
            <ac:picMk id="29" creationId="{FE8E8250-7EFB-EC28-8213-F9A0CC73A99E}"/>
          </ac:picMkLst>
        </pc:picChg>
        <pc:picChg chg="add mod">
          <ac:chgData name="Tom Jaffrain" userId="S::tom.jaffrain@etu.cyu.fr::3465d130-e37b-4363-a46a-94c5b2166a36" providerId="AD" clId="Web-{B45AE089-C0C8-45EF-AAF9-3D92D1EF5AA4}" dt="2025-06-04T22:06:03.958" v="381" actId="1076"/>
          <ac:picMkLst>
            <pc:docMk/>
            <pc:sldMk cId="3179145733" sldId="260"/>
            <ac:picMk id="39" creationId="{C3B0A726-5621-CDF7-3D52-B811BB5C6507}"/>
          </ac:picMkLst>
        </pc:picChg>
        <pc:picChg chg="add mod">
          <ac:chgData name="Tom Jaffrain" userId="S::tom.jaffrain@etu.cyu.fr::3465d130-e37b-4363-a46a-94c5b2166a36" providerId="AD" clId="Web-{B45AE089-C0C8-45EF-AAF9-3D92D1EF5AA4}" dt="2025-06-04T19:00:39.992" v="345" actId="1076"/>
          <ac:picMkLst>
            <pc:docMk/>
            <pc:sldMk cId="3179145733" sldId="260"/>
            <ac:picMk id="40" creationId="{BABE09B7-88BA-3355-E90A-1C71DDD64A59}"/>
          </ac:picMkLst>
        </pc:picChg>
      </pc:sldChg>
      <pc:sldChg chg="addSp delSp modSp">
        <pc:chgData name="Tom Jaffrain" userId="S::tom.jaffrain@etu.cyu.fr::3465d130-e37b-4363-a46a-94c5b2166a36" providerId="AD" clId="Web-{B45AE089-C0C8-45EF-AAF9-3D92D1EF5AA4}" dt="2025-06-04T22:53:13.112" v="569" actId="1076"/>
        <pc:sldMkLst>
          <pc:docMk/>
          <pc:sldMk cId="964759020" sldId="261"/>
        </pc:sldMkLst>
        <pc:spChg chg="mod">
          <ac:chgData name="Tom Jaffrain" userId="S::tom.jaffrain@etu.cyu.fr::3465d130-e37b-4363-a46a-94c5b2166a36" providerId="AD" clId="Web-{B45AE089-C0C8-45EF-AAF9-3D92D1EF5AA4}" dt="2025-06-04T22:41:41.580" v="469" actId="1076"/>
          <ac:spMkLst>
            <pc:docMk/>
            <pc:sldMk cId="964759020" sldId="261"/>
            <ac:spMk id="2" creationId="{02986AA0-88F8-8FE4-6D20-ED3656B191A4}"/>
          </ac:spMkLst>
        </pc:spChg>
        <pc:spChg chg="mod">
          <ac:chgData name="Tom Jaffrain" userId="S::tom.jaffrain@etu.cyu.fr::3465d130-e37b-4363-a46a-94c5b2166a36" providerId="AD" clId="Web-{B45AE089-C0C8-45EF-AAF9-3D92D1EF5AA4}" dt="2025-06-04T22:41:51.768" v="471" actId="20577"/>
          <ac:spMkLst>
            <pc:docMk/>
            <pc:sldMk cId="964759020" sldId="261"/>
            <ac:spMk id="10" creationId="{DD65A6B5-A6DF-6A28-D8FD-598B60090692}"/>
          </ac:spMkLst>
        </pc:spChg>
        <pc:spChg chg="add mod">
          <ac:chgData name="Tom Jaffrain" userId="S::tom.jaffrain@etu.cyu.fr::3465d130-e37b-4363-a46a-94c5b2166a36" providerId="AD" clId="Web-{B45AE089-C0C8-45EF-AAF9-3D92D1EF5AA4}" dt="2025-06-04T22:42:40.691" v="482" actId="1076"/>
          <ac:spMkLst>
            <pc:docMk/>
            <pc:sldMk cId="964759020" sldId="261"/>
            <ac:spMk id="13" creationId="{590E8D28-D844-016F-2DAF-7DD82E45D7DB}"/>
          </ac:spMkLst>
        </pc:spChg>
        <pc:spChg chg="add mod">
          <ac:chgData name="Tom Jaffrain" userId="S::tom.jaffrain@etu.cyu.fr::3465d130-e37b-4363-a46a-94c5b2166a36" providerId="AD" clId="Web-{B45AE089-C0C8-45EF-AAF9-3D92D1EF5AA4}" dt="2025-06-04T22:42:47.067" v="483"/>
          <ac:spMkLst>
            <pc:docMk/>
            <pc:sldMk cId="964759020" sldId="261"/>
            <ac:spMk id="14" creationId="{BC66F75F-1A52-A3D9-97BB-590BDC38B9A4}"/>
          </ac:spMkLst>
        </pc:spChg>
        <pc:spChg chg="add mod">
          <ac:chgData name="Tom Jaffrain" userId="S::tom.jaffrain@etu.cyu.fr::3465d130-e37b-4363-a46a-94c5b2166a36" providerId="AD" clId="Web-{B45AE089-C0C8-45EF-AAF9-3D92D1EF5AA4}" dt="2025-06-04T22:49:08.786" v="529" actId="20577"/>
          <ac:spMkLst>
            <pc:docMk/>
            <pc:sldMk cId="964759020" sldId="261"/>
            <ac:spMk id="15" creationId="{843B05CE-926D-F797-6D4B-B18669948410}"/>
          </ac:spMkLst>
        </pc:spChg>
        <pc:spChg chg="add mod">
          <ac:chgData name="Tom Jaffrain" userId="S::tom.jaffrain@etu.cyu.fr::3465d130-e37b-4363-a46a-94c5b2166a36" providerId="AD" clId="Web-{B45AE089-C0C8-45EF-AAF9-3D92D1EF5AA4}" dt="2025-06-04T22:49:04.723" v="528" actId="20577"/>
          <ac:spMkLst>
            <pc:docMk/>
            <pc:sldMk cId="964759020" sldId="261"/>
            <ac:spMk id="16" creationId="{4CE35637-4BB9-57F7-6C04-A453E37768FF}"/>
          </ac:spMkLst>
        </pc:spChg>
        <pc:spChg chg="add mod">
          <ac:chgData name="Tom Jaffrain" userId="S::tom.jaffrain@etu.cyu.fr::3465d130-e37b-4363-a46a-94c5b2166a36" providerId="AD" clId="Web-{B45AE089-C0C8-45EF-AAF9-3D92D1EF5AA4}" dt="2025-06-04T22:53:13.112" v="569" actId="1076"/>
          <ac:spMkLst>
            <pc:docMk/>
            <pc:sldMk cId="964759020" sldId="261"/>
            <ac:spMk id="18" creationId="{3F1728D2-7884-6A3D-1A7C-84DBE63963AE}"/>
          </ac:spMkLst>
        </pc:spChg>
        <pc:picChg chg="add mod">
          <ac:chgData name="Tom Jaffrain" userId="S::tom.jaffrain@etu.cyu.fr::3465d130-e37b-4363-a46a-94c5b2166a36" providerId="AD" clId="Web-{B45AE089-C0C8-45EF-AAF9-3D92D1EF5AA4}" dt="2025-06-04T22:49:44.130" v="534" actId="1076"/>
          <ac:picMkLst>
            <pc:docMk/>
            <pc:sldMk cId="964759020" sldId="261"/>
            <ac:picMk id="17" creationId="{C5978029-FB89-29AB-4462-9825C4720171}"/>
          </ac:picMkLst>
        </pc:picChg>
      </pc:sldChg>
    </pc:docChg>
  </pc:docChgLst>
  <pc:docChgLst>
    <pc:chgData name="Myriam Bensaid" userId="6732edbd-cc17-4b25-8fa6-040ea5375654" providerId="ADAL" clId="{9A5BD218-9DC6-451E-A97E-C00E59B2DC8B}"/>
    <pc:docChg chg="undo custSel delSld modSld">
      <pc:chgData name="Myriam Bensaid" userId="6732edbd-cc17-4b25-8fa6-040ea5375654" providerId="ADAL" clId="{9A5BD218-9DC6-451E-A97E-C00E59B2DC8B}" dt="2025-05-30T09:18:35.301" v="6" actId="21"/>
      <pc:docMkLst>
        <pc:docMk/>
      </pc:docMkLst>
      <pc:sldChg chg="modSp mod">
        <pc:chgData name="Myriam Bensaid" userId="6732edbd-cc17-4b25-8fa6-040ea5375654" providerId="ADAL" clId="{9A5BD218-9DC6-451E-A97E-C00E59B2DC8B}" dt="2025-05-30T09:18:35.301" v="6" actId="21"/>
        <pc:sldMkLst>
          <pc:docMk/>
          <pc:sldMk cId="2747738135" sldId="257"/>
        </pc:sldMkLst>
        <pc:spChg chg="mod">
          <ac:chgData name="Myriam Bensaid" userId="6732edbd-cc17-4b25-8fa6-040ea5375654" providerId="ADAL" clId="{9A5BD218-9DC6-451E-A97E-C00E59B2DC8B}" dt="2025-05-30T09:18:35.301" v="6" actId="21"/>
          <ac:spMkLst>
            <pc:docMk/>
            <pc:sldMk cId="2747738135" sldId="257"/>
            <ac:spMk id="3" creationId="{C0F4B379-740F-DE6B-0DCC-7B24290E29AE}"/>
          </ac:spMkLst>
        </pc:spChg>
      </pc:sldChg>
      <pc:sldChg chg="addSp modSp">
        <pc:chgData name="Myriam Bensaid" userId="6732edbd-cc17-4b25-8fa6-040ea5375654" providerId="ADAL" clId="{9A5BD218-9DC6-451E-A97E-C00E59B2DC8B}" dt="2025-05-30T09:17:10.987" v="2"/>
        <pc:sldMkLst>
          <pc:docMk/>
          <pc:sldMk cId="623530343" sldId="282"/>
        </pc:sldMkLst>
        <pc:spChg chg="add mod">
          <ac:chgData name="Myriam Bensaid" userId="6732edbd-cc17-4b25-8fa6-040ea5375654" providerId="ADAL" clId="{9A5BD218-9DC6-451E-A97E-C00E59B2DC8B}" dt="2025-05-30T09:17:10.987" v="2"/>
          <ac:spMkLst>
            <pc:docMk/>
            <pc:sldMk cId="623530343" sldId="282"/>
            <ac:spMk id="13" creationId="{B9FB8A41-41ED-46C2-7485-F74ECC24B200}"/>
          </ac:spMkLst>
        </pc:spChg>
      </pc:sldChg>
      <pc:sldChg chg="del">
        <pc:chgData name="Myriam Bensaid" userId="6732edbd-cc17-4b25-8fa6-040ea5375654" providerId="ADAL" clId="{9A5BD218-9DC6-451E-A97E-C00E59B2DC8B}" dt="2025-05-30T09:08:32.818" v="1" actId="2696"/>
        <pc:sldMkLst>
          <pc:docMk/>
          <pc:sldMk cId="386852836" sldId="286"/>
        </pc:sldMkLst>
      </pc:sldChg>
      <pc:sldChg chg="del">
        <pc:chgData name="Myriam Bensaid" userId="6732edbd-cc17-4b25-8fa6-040ea5375654" providerId="ADAL" clId="{9A5BD218-9DC6-451E-A97E-C00E59B2DC8B}" dt="2025-05-30T09:08:29.780" v="0" actId="2696"/>
        <pc:sldMkLst>
          <pc:docMk/>
          <pc:sldMk cId="493950129" sldId="287"/>
        </pc:sldMkLst>
      </pc:sldChg>
    </pc:docChg>
  </pc:docChgLst>
  <pc:docChgLst>
    <pc:chgData name="Tom Jaffrain" userId="S::tom.jaffrain@etu.cyu.fr::3465d130-e37b-4363-a46a-94c5b2166a36" providerId="AD" clId="Web-{B2422616-7A29-87AA-3FA0-A5F5BE43F076}"/>
    <pc:docChg chg="modSld sldOrd">
      <pc:chgData name="Tom Jaffrain" userId="S::tom.jaffrain@etu.cyu.fr::3465d130-e37b-4363-a46a-94c5b2166a36" providerId="AD" clId="Web-{B2422616-7A29-87AA-3FA0-A5F5BE43F076}" dt="2025-06-10T20:43:30.332" v="3" actId="1076"/>
      <pc:docMkLst>
        <pc:docMk/>
      </pc:docMkLst>
      <pc:sldChg chg="modSp">
        <pc:chgData name="Tom Jaffrain" userId="S::tom.jaffrain@etu.cyu.fr::3465d130-e37b-4363-a46a-94c5b2166a36" providerId="AD" clId="Web-{B2422616-7A29-87AA-3FA0-A5F5BE43F076}" dt="2025-06-10T20:43:30.332" v="3" actId="1076"/>
        <pc:sldMkLst>
          <pc:docMk/>
          <pc:sldMk cId="3784089036" sldId="256"/>
        </pc:sldMkLst>
        <pc:spChg chg="mod">
          <ac:chgData name="Tom Jaffrain" userId="S::tom.jaffrain@etu.cyu.fr::3465d130-e37b-4363-a46a-94c5b2166a36" providerId="AD" clId="Web-{B2422616-7A29-87AA-3FA0-A5F5BE43F076}" dt="2025-06-10T20:43:30.332" v="3" actId="1076"/>
          <ac:spMkLst>
            <pc:docMk/>
            <pc:sldMk cId="3784089036" sldId="256"/>
            <ac:spMk id="14" creationId="{0963C5F4-48CC-1912-E859-BE1F87659271}"/>
          </ac:spMkLst>
        </pc:spChg>
      </pc:sldChg>
      <pc:sldChg chg="ord">
        <pc:chgData name="Tom Jaffrain" userId="S::tom.jaffrain@etu.cyu.fr::3465d130-e37b-4363-a46a-94c5b2166a36" providerId="AD" clId="Web-{B2422616-7A29-87AA-3FA0-A5F5BE43F076}" dt="2025-06-10T17:42:39.534" v="0"/>
        <pc:sldMkLst>
          <pc:docMk/>
          <pc:sldMk cId="3287384019" sldId="259"/>
        </pc:sldMkLst>
      </pc:sldChg>
      <pc:sldChg chg="modSp">
        <pc:chgData name="Tom Jaffrain" userId="S::tom.jaffrain@etu.cyu.fr::3465d130-e37b-4363-a46a-94c5b2166a36" providerId="AD" clId="Web-{B2422616-7A29-87AA-3FA0-A5F5BE43F076}" dt="2025-06-10T18:01:45.194" v="1" actId="1076"/>
        <pc:sldMkLst>
          <pc:docMk/>
          <pc:sldMk cId="1466491715" sldId="266"/>
        </pc:sldMkLst>
        <pc:picChg chg="mod">
          <ac:chgData name="Tom Jaffrain" userId="S::tom.jaffrain@etu.cyu.fr::3465d130-e37b-4363-a46a-94c5b2166a36" providerId="AD" clId="Web-{B2422616-7A29-87AA-3FA0-A5F5BE43F076}" dt="2025-06-10T18:01:45.194" v="1" actId="1076"/>
          <ac:picMkLst>
            <pc:docMk/>
            <pc:sldMk cId="1466491715" sldId="266"/>
            <ac:picMk id="6" creationId="{E07E748F-8A15-6346-E86A-8F1AF28BDF60}"/>
          </ac:picMkLst>
        </pc:picChg>
      </pc:sldChg>
    </pc:docChg>
  </pc:docChgLst>
  <pc:docChgLst>
    <pc:chgData name="Maria-Danielle Boula" userId="S::maria-danielle.boula@etu.cyu.fr::859cf926-bdfd-4a6e-8ea5-01bbdb4ec499" providerId="AD" clId="Web-{B04399ED-293D-32E5-97BC-D9BC56223123}"/>
    <pc:docChg chg="modSld">
      <pc:chgData name="Maria-Danielle Boula" userId="S::maria-danielle.boula@etu.cyu.fr::859cf926-bdfd-4a6e-8ea5-01bbdb4ec499" providerId="AD" clId="Web-{B04399ED-293D-32E5-97BC-D9BC56223123}" dt="2025-06-10T11:36:51.540" v="13" actId="20577"/>
      <pc:docMkLst>
        <pc:docMk/>
      </pc:docMkLst>
      <pc:sldChg chg="modSp">
        <pc:chgData name="Maria-Danielle Boula" userId="S::maria-danielle.boula@etu.cyu.fr::859cf926-bdfd-4a6e-8ea5-01bbdb4ec499" providerId="AD" clId="Web-{B04399ED-293D-32E5-97BC-D9BC56223123}" dt="2025-06-10T11:36:51.540" v="13" actId="20577"/>
        <pc:sldMkLst>
          <pc:docMk/>
          <pc:sldMk cId="2848038673" sldId="270"/>
        </pc:sldMkLst>
        <pc:spChg chg="mod">
          <ac:chgData name="Maria-Danielle Boula" userId="S::maria-danielle.boula@etu.cyu.fr::859cf926-bdfd-4a6e-8ea5-01bbdb4ec499" providerId="AD" clId="Web-{B04399ED-293D-32E5-97BC-D9BC56223123}" dt="2025-06-10T11:36:51.540" v="13" actId="20577"/>
          <ac:spMkLst>
            <pc:docMk/>
            <pc:sldMk cId="2848038673" sldId="270"/>
            <ac:spMk id="3" creationId="{B7F4B988-7AEA-4C36-1A1A-E8FAABE7DF9A}"/>
          </ac:spMkLst>
        </pc:spChg>
      </pc:sldChg>
    </pc:docChg>
  </pc:docChgLst>
  <pc:docChgLst>
    <pc:chgData name="Maria-Danielle Boula" userId="S::maria-danielle.boula@etu.cyu.fr::859cf926-bdfd-4a6e-8ea5-01bbdb4ec499" providerId="AD" clId="Web-{A5EDDA13-374F-85AD-582D-9ADA47D3FC12}"/>
    <pc:docChg chg="modSld">
      <pc:chgData name="Maria-Danielle Boula" userId="S::maria-danielle.boula@etu.cyu.fr::859cf926-bdfd-4a6e-8ea5-01bbdb4ec499" providerId="AD" clId="Web-{A5EDDA13-374F-85AD-582D-9ADA47D3FC12}" dt="2025-06-10T16:36:19.900" v="53" actId="20577"/>
      <pc:docMkLst>
        <pc:docMk/>
      </pc:docMkLst>
      <pc:sldChg chg="modSp">
        <pc:chgData name="Maria-Danielle Boula" userId="S::maria-danielle.boula@etu.cyu.fr::859cf926-bdfd-4a6e-8ea5-01bbdb4ec499" providerId="AD" clId="Web-{A5EDDA13-374F-85AD-582D-9ADA47D3FC12}" dt="2025-06-10T16:36:19.900" v="53" actId="20577"/>
        <pc:sldMkLst>
          <pc:docMk/>
          <pc:sldMk cId="2848038673" sldId="270"/>
        </pc:sldMkLst>
        <pc:spChg chg="mod">
          <ac:chgData name="Maria-Danielle Boula" userId="S::maria-danielle.boula@etu.cyu.fr::859cf926-bdfd-4a6e-8ea5-01bbdb4ec499" providerId="AD" clId="Web-{A5EDDA13-374F-85AD-582D-9ADA47D3FC12}" dt="2025-06-10T16:34:26.741" v="14" actId="20577"/>
          <ac:spMkLst>
            <pc:docMk/>
            <pc:sldMk cId="2848038673" sldId="270"/>
            <ac:spMk id="3" creationId="{B7F4B988-7AEA-4C36-1A1A-E8FAABE7DF9A}"/>
          </ac:spMkLst>
        </pc:spChg>
        <pc:spChg chg="mod">
          <ac:chgData name="Maria-Danielle Boula" userId="S::maria-danielle.boula@etu.cyu.fr::859cf926-bdfd-4a6e-8ea5-01bbdb4ec499" providerId="AD" clId="Web-{A5EDDA13-374F-85AD-582D-9ADA47D3FC12}" dt="2025-06-10T16:36:19.900" v="53" actId="20577"/>
          <ac:spMkLst>
            <pc:docMk/>
            <pc:sldMk cId="2848038673" sldId="270"/>
            <ac:spMk id="10" creationId="{90265BB4-7556-4952-731E-9AA325C45942}"/>
          </ac:spMkLst>
        </pc:spChg>
      </pc:sldChg>
    </pc:docChg>
  </pc:docChgLst>
  <pc:docChgLst>
    <pc:chgData name="Myriam Bensaid" userId="6732edbd-cc17-4b25-8fa6-040ea5375654" providerId="ADAL" clId="{CD7C4134-9D10-442A-A8CD-763B142F9A25}"/>
    <pc:docChg chg="undo custSel modSld">
      <pc:chgData name="Myriam Bensaid" userId="6732edbd-cc17-4b25-8fa6-040ea5375654" providerId="ADAL" clId="{CD7C4134-9D10-442A-A8CD-763B142F9A25}" dt="2025-05-04T16:32:22.610" v="318" actId="2711"/>
      <pc:docMkLst>
        <pc:docMk/>
      </pc:docMkLst>
      <pc:sldChg chg="addSp delSp modSp mod">
        <pc:chgData name="Myriam Bensaid" userId="6732edbd-cc17-4b25-8fa6-040ea5375654" providerId="ADAL" clId="{CD7C4134-9D10-442A-A8CD-763B142F9A25}" dt="2025-04-27T17:20:56.185" v="298" actId="207"/>
        <pc:sldMkLst>
          <pc:docMk/>
          <pc:sldMk cId="3784089036" sldId="256"/>
        </pc:sldMkLst>
        <pc:spChg chg="mod">
          <ac:chgData name="Myriam Bensaid" userId="6732edbd-cc17-4b25-8fa6-040ea5375654" providerId="ADAL" clId="{CD7C4134-9D10-442A-A8CD-763B142F9A25}" dt="2025-04-27T17:20:56.185" v="298" actId="207"/>
          <ac:spMkLst>
            <pc:docMk/>
            <pc:sldMk cId="3784089036" sldId="256"/>
            <ac:spMk id="2" creationId="{00000000-0000-0000-0000-000000000000}"/>
          </ac:spMkLst>
        </pc:spChg>
        <pc:spChg chg="mod">
          <ac:chgData name="Myriam Bensaid" userId="6732edbd-cc17-4b25-8fa6-040ea5375654" providerId="ADAL" clId="{CD7C4134-9D10-442A-A8CD-763B142F9A25}" dt="2025-04-27T17:20:56.185" v="298" actId="207"/>
          <ac:spMkLst>
            <pc:docMk/>
            <pc:sldMk cId="3784089036" sldId="256"/>
            <ac:spMk id="3" creationId="{00000000-0000-0000-0000-000000000000}"/>
          </ac:spMkLst>
        </pc:spChg>
      </pc:sldChg>
      <pc:sldChg chg="modSp mod">
        <pc:chgData name="Myriam Bensaid" userId="6732edbd-cc17-4b25-8fa6-040ea5375654" providerId="ADAL" clId="{CD7C4134-9D10-442A-A8CD-763B142F9A25}" dt="2025-05-04T16:29:15.854" v="303" actId="2711"/>
        <pc:sldMkLst>
          <pc:docMk/>
          <pc:sldMk cId="3497336989" sldId="258"/>
        </pc:sldMkLst>
        <pc:spChg chg="mod">
          <ac:chgData name="Myriam Bensaid" userId="6732edbd-cc17-4b25-8fa6-040ea5375654" providerId="ADAL" clId="{CD7C4134-9D10-442A-A8CD-763B142F9A25}" dt="2025-05-04T16:29:15.854" v="303" actId="2711"/>
          <ac:spMkLst>
            <pc:docMk/>
            <pc:sldMk cId="3497336989" sldId="258"/>
            <ac:spMk id="2" creationId="{809F9038-8612-43BF-117E-528D46BD92F2}"/>
          </ac:spMkLst>
        </pc:spChg>
      </pc:sldChg>
      <pc:sldChg chg="modSp mod">
        <pc:chgData name="Myriam Bensaid" userId="6732edbd-cc17-4b25-8fa6-040ea5375654" providerId="ADAL" clId="{CD7C4134-9D10-442A-A8CD-763B142F9A25}" dt="2025-05-04T16:29:48.439" v="305" actId="2711"/>
        <pc:sldMkLst>
          <pc:docMk/>
          <pc:sldMk cId="3179145733" sldId="260"/>
        </pc:sldMkLst>
      </pc:sldChg>
      <pc:sldChg chg="modSp mod">
        <pc:chgData name="Myriam Bensaid" userId="6732edbd-cc17-4b25-8fa6-040ea5375654" providerId="ADAL" clId="{CD7C4134-9D10-442A-A8CD-763B142F9A25}" dt="2025-05-04T16:30:09.336" v="307" actId="2711"/>
        <pc:sldMkLst>
          <pc:docMk/>
          <pc:sldMk cId="2572991978" sldId="262"/>
        </pc:sldMkLst>
      </pc:sldChg>
      <pc:sldChg chg="modSp mod">
        <pc:chgData name="Myriam Bensaid" userId="6732edbd-cc17-4b25-8fa6-040ea5375654" providerId="ADAL" clId="{CD7C4134-9D10-442A-A8CD-763B142F9A25}" dt="2025-05-04T16:30:36.218" v="308" actId="2711"/>
        <pc:sldMkLst>
          <pc:docMk/>
          <pc:sldMk cId="1876133328" sldId="263"/>
        </pc:sldMkLst>
        <pc:spChg chg="mod">
          <ac:chgData name="Myriam Bensaid" userId="6732edbd-cc17-4b25-8fa6-040ea5375654" providerId="ADAL" clId="{CD7C4134-9D10-442A-A8CD-763B142F9A25}" dt="2025-05-04T16:30:36.218" v="308" actId="2711"/>
          <ac:spMkLst>
            <pc:docMk/>
            <pc:sldMk cId="1876133328" sldId="263"/>
            <ac:spMk id="2" creationId="{37EA3F49-9A50-A15D-E2EB-16646E8B3EC6}"/>
          </ac:spMkLst>
        </pc:spChg>
        <pc:spChg chg="mod">
          <ac:chgData name="Myriam Bensaid" userId="6732edbd-cc17-4b25-8fa6-040ea5375654" providerId="ADAL" clId="{CD7C4134-9D10-442A-A8CD-763B142F9A25}" dt="2025-05-04T16:30:36.218" v="308" actId="2711"/>
          <ac:spMkLst>
            <pc:docMk/>
            <pc:sldMk cId="1876133328" sldId="263"/>
            <ac:spMk id="3" creationId="{1332E0F8-DFC6-D437-14C1-61D7C3C2730F}"/>
          </ac:spMkLst>
        </pc:spChg>
      </pc:sldChg>
      <pc:sldChg chg="modSp mod">
        <pc:chgData name="Myriam Bensaid" userId="6732edbd-cc17-4b25-8fa6-040ea5375654" providerId="ADAL" clId="{CD7C4134-9D10-442A-A8CD-763B142F9A25}" dt="2025-05-04T16:30:58.414" v="310" actId="2711"/>
        <pc:sldMkLst>
          <pc:docMk/>
          <pc:sldMk cId="398091348" sldId="265"/>
        </pc:sldMkLst>
      </pc:sldChg>
      <pc:sldChg chg="modSp mod">
        <pc:chgData name="Myriam Bensaid" userId="6732edbd-cc17-4b25-8fa6-040ea5375654" providerId="ADAL" clId="{CD7C4134-9D10-442A-A8CD-763B142F9A25}" dt="2025-05-04T16:31:59.209" v="316" actId="2711"/>
        <pc:sldMkLst>
          <pc:docMk/>
          <pc:sldMk cId="2335391542" sldId="267"/>
        </pc:sldMkLst>
      </pc:sldChg>
      <pc:sldChg chg="modSp mod">
        <pc:chgData name="Myriam Bensaid" userId="6732edbd-cc17-4b25-8fa6-040ea5375654" providerId="ADAL" clId="{CD7C4134-9D10-442A-A8CD-763B142F9A25}" dt="2025-05-04T16:32:13.495" v="317" actId="2711"/>
        <pc:sldMkLst>
          <pc:docMk/>
          <pc:sldMk cId="1889526354" sldId="268"/>
        </pc:sldMkLst>
      </pc:sldChg>
      <pc:sldChg chg="modSp mod">
        <pc:chgData name="Myriam Bensaid" userId="6732edbd-cc17-4b25-8fa6-040ea5375654" providerId="ADAL" clId="{CD7C4134-9D10-442A-A8CD-763B142F9A25}" dt="2025-05-04T16:32:22.610" v="318" actId="2711"/>
        <pc:sldMkLst>
          <pc:docMk/>
          <pc:sldMk cId="3106357947" sldId="269"/>
        </pc:sldMkLst>
        <pc:spChg chg="mod">
          <ac:chgData name="Myriam Bensaid" userId="6732edbd-cc17-4b25-8fa6-040ea5375654" providerId="ADAL" clId="{CD7C4134-9D10-442A-A8CD-763B142F9A25}" dt="2025-05-04T16:32:22.610" v="318" actId="2711"/>
          <ac:spMkLst>
            <pc:docMk/>
            <pc:sldMk cId="3106357947" sldId="269"/>
            <ac:spMk id="2" creationId="{3D52B480-FFEE-1C9B-E56F-DABF44392FB5}"/>
          </ac:spMkLst>
        </pc:spChg>
      </pc:sldChg>
      <pc:sldChg chg="modSp mod">
        <pc:chgData name="Myriam Bensaid" userId="6732edbd-cc17-4b25-8fa6-040ea5375654" providerId="ADAL" clId="{CD7C4134-9D10-442A-A8CD-763B142F9A25}" dt="2025-05-04T16:31:08.959" v="311" actId="2711"/>
        <pc:sldMkLst>
          <pc:docMk/>
          <pc:sldMk cId="2848038673" sldId="270"/>
        </pc:sldMkLst>
        <pc:spChg chg="mod">
          <ac:chgData name="Myriam Bensaid" userId="6732edbd-cc17-4b25-8fa6-040ea5375654" providerId="ADAL" clId="{CD7C4134-9D10-442A-A8CD-763B142F9A25}" dt="2025-05-04T16:31:08.959" v="311" actId="2711"/>
          <ac:spMkLst>
            <pc:docMk/>
            <pc:sldMk cId="2848038673" sldId="270"/>
            <ac:spMk id="2" creationId="{01A536B6-2D1F-96B6-0C27-DCC4C399200A}"/>
          </ac:spMkLst>
        </pc:spChg>
        <pc:spChg chg="mod">
          <ac:chgData name="Myriam Bensaid" userId="6732edbd-cc17-4b25-8fa6-040ea5375654" providerId="ADAL" clId="{CD7C4134-9D10-442A-A8CD-763B142F9A25}" dt="2025-05-04T16:31:08.959" v="311" actId="2711"/>
          <ac:spMkLst>
            <pc:docMk/>
            <pc:sldMk cId="2848038673" sldId="270"/>
            <ac:spMk id="3" creationId="{B7F4B988-7AEA-4C36-1A1A-E8FAABE7DF9A}"/>
          </ac:spMkLst>
        </pc:spChg>
      </pc:sldChg>
      <pc:sldChg chg="modSp mod">
        <pc:chgData name="Myriam Bensaid" userId="6732edbd-cc17-4b25-8fa6-040ea5375654" providerId="ADAL" clId="{CD7C4134-9D10-442A-A8CD-763B142F9A25}" dt="2025-05-04T16:31:35.461" v="313" actId="2711"/>
        <pc:sldMkLst>
          <pc:docMk/>
          <pc:sldMk cId="3104885242" sldId="271"/>
        </pc:sldMkLst>
        <pc:spChg chg="mod">
          <ac:chgData name="Myriam Bensaid" userId="6732edbd-cc17-4b25-8fa6-040ea5375654" providerId="ADAL" clId="{CD7C4134-9D10-442A-A8CD-763B142F9A25}" dt="2025-05-04T16:31:35.461" v="313" actId="2711"/>
          <ac:spMkLst>
            <pc:docMk/>
            <pc:sldMk cId="3104885242" sldId="271"/>
            <ac:spMk id="2" creationId="{6F29AFE0-5DC7-C401-13C6-AAF45CACE33D}"/>
          </ac:spMkLst>
        </pc:spChg>
        <pc:spChg chg="mod">
          <ac:chgData name="Myriam Bensaid" userId="6732edbd-cc17-4b25-8fa6-040ea5375654" providerId="ADAL" clId="{CD7C4134-9D10-442A-A8CD-763B142F9A25}" dt="2025-05-04T16:31:35.461" v="313" actId="2711"/>
          <ac:spMkLst>
            <pc:docMk/>
            <pc:sldMk cId="3104885242" sldId="271"/>
            <ac:spMk id="3" creationId="{D8C76DFD-637B-4FC2-620E-D853A51F7D2F}"/>
          </ac:spMkLst>
        </pc:spChg>
      </pc:sldChg>
      <pc:sldChg chg="modSp mod">
        <pc:chgData name="Myriam Bensaid" userId="6732edbd-cc17-4b25-8fa6-040ea5375654" providerId="ADAL" clId="{CD7C4134-9D10-442A-A8CD-763B142F9A25}" dt="2025-05-04T16:31:26.126" v="312" actId="2711"/>
        <pc:sldMkLst>
          <pc:docMk/>
          <pc:sldMk cId="2251917429" sldId="272"/>
        </pc:sldMkLst>
      </pc:sldChg>
      <pc:sldChg chg="modSp mod">
        <pc:chgData name="Myriam Bensaid" userId="6732edbd-cc17-4b25-8fa6-040ea5375654" providerId="ADAL" clId="{CD7C4134-9D10-442A-A8CD-763B142F9A25}" dt="2025-05-04T16:31:42.867" v="314" actId="2711"/>
        <pc:sldMkLst>
          <pc:docMk/>
          <pc:sldMk cId="1168645551" sldId="273"/>
        </pc:sldMkLst>
      </pc:sldChg>
    </pc:docChg>
  </pc:docChgLst>
  <pc:docChgLst>
    <pc:chgData name="Myriam Bensaid" userId="6732edbd-cc17-4b25-8fa6-040ea5375654" providerId="ADAL" clId="{A44C5648-C0EB-6942-B0FD-C3BAFEE32E4C}"/>
    <pc:docChg chg="undo custSel modSld">
      <pc:chgData name="Myriam Bensaid" userId="6732edbd-cc17-4b25-8fa6-040ea5375654" providerId="ADAL" clId="{A44C5648-C0EB-6942-B0FD-C3BAFEE32E4C}" dt="2025-06-10T20:51:11.445" v="32" actId="14826"/>
      <pc:docMkLst>
        <pc:docMk/>
      </pc:docMkLst>
      <pc:sldChg chg="modSp">
        <pc:chgData name="Myriam Bensaid" userId="6732edbd-cc17-4b25-8fa6-040ea5375654" providerId="ADAL" clId="{A44C5648-C0EB-6942-B0FD-C3BAFEE32E4C}" dt="2025-06-10T20:51:11.445" v="32" actId="14826"/>
        <pc:sldMkLst>
          <pc:docMk/>
          <pc:sldMk cId="3106357947" sldId="269"/>
        </pc:sldMkLst>
        <pc:picChg chg="mod">
          <ac:chgData name="Myriam Bensaid" userId="6732edbd-cc17-4b25-8fa6-040ea5375654" providerId="ADAL" clId="{A44C5648-C0EB-6942-B0FD-C3BAFEE32E4C}" dt="2025-06-10T20:51:11.445" v="32" actId="14826"/>
          <ac:picMkLst>
            <pc:docMk/>
            <pc:sldMk cId="3106357947" sldId="269"/>
            <ac:picMk id="4" creationId="{EAA35AC4-7A37-2F6E-5A3F-AA331D6C2618}"/>
          </ac:picMkLst>
        </pc:picChg>
      </pc:sldChg>
      <pc:sldChg chg="addSp delSp modSp">
        <pc:chgData name="Myriam Bensaid" userId="6732edbd-cc17-4b25-8fa6-040ea5375654" providerId="ADAL" clId="{A44C5648-C0EB-6942-B0FD-C3BAFEE32E4C}" dt="2025-06-10T08:31:17.025" v="28" actId="14826"/>
        <pc:sldMkLst>
          <pc:docMk/>
          <pc:sldMk cId="12991851" sldId="280"/>
        </pc:sldMkLst>
        <pc:spChg chg="mod">
          <ac:chgData name="Myriam Bensaid" userId="6732edbd-cc17-4b25-8fa6-040ea5375654" providerId="ADAL" clId="{A44C5648-C0EB-6942-B0FD-C3BAFEE32E4C}" dt="2025-06-08T13:03:42.393" v="27" actId="20577"/>
          <ac:spMkLst>
            <pc:docMk/>
            <pc:sldMk cId="12991851" sldId="280"/>
            <ac:spMk id="2" creationId="{12CE6A17-344E-887B-4FF8-0AA7D968E28C}"/>
          </ac:spMkLst>
        </pc:spChg>
        <pc:picChg chg="mod">
          <ac:chgData name="Myriam Bensaid" userId="6732edbd-cc17-4b25-8fa6-040ea5375654" providerId="ADAL" clId="{A44C5648-C0EB-6942-B0FD-C3BAFEE32E4C}" dt="2025-06-10T08:31:17.025" v="28" actId="14826"/>
          <ac:picMkLst>
            <pc:docMk/>
            <pc:sldMk cId="12991851" sldId="280"/>
            <ac:picMk id="8" creationId="{68C8F2A8-51B6-9212-7A4F-1B298F53A18C}"/>
          </ac:picMkLst>
        </pc:picChg>
      </pc:sldChg>
    </pc:docChg>
  </pc:docChgLst>
  <pc:docChgLst>
    <pc:chgData name="Tom Jaffrain" userId="S::tom.jaffrain@etu.cyu.fr::3465d130-e37b-4363-a46a-94c5b2166a36" providerId="AD" clId="Web-{3C6D0889-88A7-9AA0-F705-15086E840856}"/>
    <pc:docChg chg="modSld">
      <pc:chgData name="Tom Jaffrain" userId="S::tom.jaffrain@etu.cyu.fr::3465d130-e37b-4363-a46a-94c5b2166a36" providerId="AD" clId="Web-{3C6D0889-88A7-9AA0-F705-15086E840856}" dt="2025-06-04T16:49:17.191" v="9" actId="1076"/>
      <pc:docMkLst>
        <pc:docMk/>
      </pc:docMkLst>
      <pc:sldChg chg="modSp">
        <pc:chgData name="Tom Jaffrain" userId="S::tom.jaffrain@etu.cyu.fr::3465d130-e37b-4363-a46a-94c5b2166a36" providerId="AD" clId="Web-{3C6D0889-88A7-9AA0-F705-15086E840856}" dt="2025-06-04T16:49:17.191" v="9" actId="1076"/>
        <pc:sldMkLst>
          <pc:docMk/>
          <pc:sldMk cId="3179145733" sldId="260"/>
        </pc:sldMkLst>
        <pc:spChg chg="mod">
          <ac:chgData name="Tom Jaffrain" userId="S::tom.jaffrain@etu.cyu.fr::3465d130-e37b-4363-a46a-94c5b2166a36" providerId="AD" clId="Web-{3C6D0889-88A7-9AA0-F705-15086E840856}" dt="2025-06-04T16:49:17.191" v="9" actId="1076"/>
          <ac:spMkLst>
            <pc:docMk/>
            <pc:sldMk cId="3179145733" sldId="260"/>
            <ac:spMk id="10" creationId="{6373EE6E-C87F-ED88-35B7-F7522A9B6416}"/>
          </ac:spMkLst>
        </pc:spChg>
      </pc:sldChg>
    </pc:docChg>
  </pc:docChgLst>
  <pc:docChgLst>
    <pc:chgData name="Tom Jaffrain" userId="S::tom.jaffrain@etu.cyu.fr::3465d130-e37b-4363-a46a-94c5b2166a36" providerId="AD" clId="Web-{BBFCDF26-52BB-E359-29C5-3D467655A5F8}"/>
    <pc:docChg chg="modSld">
      <pc:chgData name="Tom Jaffrain" userId="S::tom.jaffrain@etu.cyu.fr::3465d130-e37b-4363-a46a-94c5b2166a36" providerId="AD" clId="Web-{BBFCDF26-52BB-E359-29C5-3D467655A5F8}" dt="2025-05-12T21:16:44.666" v="595" actId="1076"/>
      <pc:docMkLst>
        <pc:docMk/>
      </pc:docMkLst>
      <pc:sldChg chg="modSp">
        <pc:chgData name="Tom Jaffrain" userId="S::tom.jaffrain@etu.cyu.fr::3465d130-e37b-4363-a46a-94c5b2166a36" providerId="AD" clId="Web-{BBFCDF26-52BB-E359-29C5-3D467655A5F8}" dt="2025-05-12T21:16:44.666" v="595" actId="1076"/>
        <pc:sldMkLst>
          <pc:docMk/>
          <pc:sldMk cId="2747738135" sldId="257"/>
        </pc:sldMkLst>
        <pc:picChg chg="mod">
          <ac:chgData name="Tom Jaffrain" userId="S::tom.jaffrain@etu.cyu.fr::3465d130-e37b-4363-a46a-94c5b2166a36" providerId="AD" clId="Web-{BBFCDF26-52BB-E359-29C5-3D467655A5F8}" dt="2025-05-12T21:16:44.666" v="595" actId="1076"/>
          <ac:picMkLst>
            <pc:docMk/>
            <pc:sldMk cId="2747738135" sldId="257"/>
            <ac:picMk id="7" creationId="{9A2BE67D-2C9B-A472-7F01-3622E5CBA413}"/>
          </ac:picMkLst>
        </pc:picChg>
      </pc:sldChg>
      <pc:sldChg chg="modSp">
        <pc:chgData name="Tom Jaffrain" userId="S::tom.jaffrain@etu.cyu.fr::3465d130-e37b-4363-a46a-94c5b2166a36" providerId="AD" clId="Web-{BBFCDF26-52BB-E359-29C5-3D467655A5F8}" dt="2025-05-12T20:01:34.459" v="253" actId="20577"/>
        <pc:sldMkLst>
          <pc:docMk/>
          <pc:sldMk cId="1007892645" sldId="264"/>
        </pc:sldMkLst>
        <pc:spChg chg="mod">
          <ac:chgData name="Tom Jaffrain" userId="S::tom.jaffrain@etu.cyu.fr::3465d130-e37b-4363-a46a-94c5b2166a36" providerId="AD" clId="Web-{BBFCDF26-52BB-E359-29C5-3D467655A5F8}" dt="2025-05-12T20:01:30.912" v="252" actId="20577"/>
          <ac:spMkLst>
            <pc:docMk/>
            <pc:sldMk cId="1007892645" sldId="264"/>
            <ac:spMk id="2" creationId="{98D36A97-A078-A963-8D60-293C715D7846}"/>
          </ac:spMkLst>
        </pc:spChg>
        <pc:spChg chg="mod">
          <ac:chgData name="Tom Jaffrain" userId="S::tom.jaffrain@etu.cyu.fr::3465d130-e37b-4363-a46a-94c5b2166a36" providerId="AD" clId="Web-{BBFCDF26-52BB-E359-29C5-3D467655A5F8}" dt="2025-05-12T20:01:34.459" v="253" actId="20577"/>
          <ac:spMkLst>
            <pc:docMk/>
            <pc:sldMk cId="1007892645" sldId="264"/>
            <ac:spMk id="3" creationId="{0EB42B8E-31EC-E928-C8B8-48D5BCF2577B}"/>
          </ac:spMkLst>
        </pc:spChg>
      </pc:sldChg>
      <pc:sldChg chg="modSp">
        <pc:chgData name="Tom Jaffrain" userId="S::tom.jaffrain@etu.cyu.fr::3465d130-e37b-4363-a46a-94c5b2166a36" providerId="AD" clId="Web-{BBFCDF26-52BB-E359-29C5-3D467655A5F8}" dt="2025-05-12T20:48:28.254" v="475" actId="20577"/>
        <pc:sldMkLst>
          <pc:docMk/>
          <pc:sldMk cId="398091348" sldId="265"/>
        </pc:sldMkLst>
      </pc:sldChg>
      <pc:sldChg chg="modSp">
        <pc:chgData name="Tom Jaffrain" userId="S::tom.jaffrain@etu.cyu.fr::3465d130-e37b-4363-a46a-94c5b2166a36" providerId="AD" clId="Web-{BBFCDF26-52BB-E359-29C5-3D467655A5F8}" dt="2025-05-12T20:58:58.289" v="593" actId="1076"/>
        <pc:sldMkLst>
          <pc:docMk/>
          <pc:sldMk cId="1466491715" sldId="266"/>
        </pc:sldMkLst>
      </pc:sldChg>
      <pc:sldChg chg="modSp">
        <pc:chgData name="Tom Jaffrain" userId="S::tom.jaffrain@etu.cyu.fr::3465d130-e37b-4363-a46a-94c5b2166a36" providerId="AD" clId="Web-{BBFCDF26-52BB-E359-29C5-3D467655A5F8}" dt="2025-05-12T20:58:50.820" v="592" actId="20577"/>
        <pc:sldMkLst>
          <pc:docMk/>
          <pc:sldMk cId="1168645551" sldId="273"/>
        </pc:sldMkLst>
      </pc:sldChg>
    </pc:docChg>
  </pc:docChgLst>
  <pc:docChgLst>
    <pc:chgData name="Maria-Danielle Boula" userId="S::maria-danielle.boula@etu.cyu.fr::859cf926-bdfd-4a6e-8ea5-01bbdb4ec499" providerId="AD" clId="Web-{02860FC3-775E-B1D1-92FC-B33CBB395C05}"/>
    <pc:docChg chg="modSld">
      <pc:chgData name="Maria-Danielle Boula" userId="S::maria-danielle.boula@etu.cyu.fr::859cf926-bdfd-4a6e-8ea5-01bbdb4ec499" providerId="AD" clId="Web-{02860FC3-775E-B1D1-92FC-B33CBB395C05}" dt="2025-05-12T19:34:28.660" v="9" actId="1076"/>
      <pc:docMkLst>
        <pc:docMk/>
      </pc:docMkLst>
    </pc:docChg>
  </pc:docChgLst>
  <pc:docChgLst>
    <pc:chgData name="Ibrahim Fridjine" userId="S::ibrahim.fridjine@etu.cyu.fr::67dc31e2-e662-4518-b469-c9f45de4918e" providerId="AD" clId="Web-{0DB2F8E0-731D-CCE8-42C9-F445C1529F63}"/>
    <pc:docChg chg="modSld">
      <pc:chgData name="Ibrahim Fridjine" userId="S::ibrahim.fridjine@etu.cyu.fr::67dc31e2-e662-4518-b469-c9f45de4918e" providerId="AD" clId="Web-{0DB2F8E0-731D-CCE8-42C9-F445C1529F63}" dt="2025-06-04T10:04:15.156" v="5" actId="1076"/>
      <pc:docMkLst>
        <pc:docMk/>
      </pc:docMkLst>
      <pc:sldChg chg="modSp">
        <pc:chgData name="Ibrahim Fridjine" userId="S::ibrahim.fridjine@etu.cyu.fr::67dc31e2-e662-4518-b469-c9f45de4918e" providerId="AD" clId="Web-{0DB2F8E0-731D-CCE8-42C9-F445C1529F63}" dt="2025-06-04T10:04:15.156" v="5" actId="1076"/>
        <pc:sldMkLst>
          <pc:docMk/>
          <pc:sldMk cId="3832222315" sldId="291"/>
        </pc:sldMkLst>
        <pc:picChg chg="mod modCrop">
          <ac:chgData name="Ibrahim Fridjine" userId="S::ibrahim.fridjine@etu.cyu.fr::67dc31e2-e662-4518-b469-c9f45de4918e" providerId="AD" clId="Web-{0DB2F8E0-731D-CCE8-42C9-F445C1529F63}" dt="2025-06-04T10:04:15.156" v="5" actId="1076"/>
          <ac:picMkLst>
            <pc:docMk/>
            <pc:sldMk cId="3832222315" sldId="291"/>
            <ac:picMk id="9" creationId="{A12BF25D-F4C9-A18D-F0DC-057FFD092430}"/>
          </ac:picMkLst>
        </pc:picChg>
        <pc:picChg chg="mod">
          <ac:chgData name="Ibrahim Fridjine" userId="S::ibrahim.fridjine@etu.cyu.fr::67dc31e2-e662-4518-b469-c9f45de4918e" providerId="AD" clId="Web-{0DB2F8E0-731D-CCE8-42C9-F445C1529F63}" dt="2025-06-04T10:04:12.578" v="4" actId="1076"/>
          <ac:picMkLst>
            <pc:docMk/>
            <pc:sldMk cId="3832222315" sldId="291"/>
            <ac:picMk id="12" creationId="{8383D55F-0010-180E-5849-D0F5AB18D8C1}"/>
          </ac:picMkLst>
        </pc:picChg>
      </pc:sldChg>
    </pc:docChg>
  </pc:docChgLst>
  <pc:docChgLst>
    <pc:chgData name="Ibrahim Fridjine" userId="S::ibrahim.fridjine@etu.cyu.fr::67dc31e2-e662-4518-b469-c9f45de4918e" providerId="AD" clId="Web-{06C21F31-8398-3105-B8A4-EC3A20E195E4}"/>
    <pc:docChg chg="addSld delSld modSld sldOrd modSection">
      <pc:chgData name="Ibrahim Fridjine" userId="S::ibrahim.fridjine@etu.cyu.fr::67dc31e2-e662-4518-b469-c9f45de4918e" providerId="AD" clId="Web-{06C21F31-8398-3105-B8A4-EC3A20E195E4}" dt="2025-06-09T21:24:13.317" v="357" actId="20577"/>
      <pc:docMkLst>
        <pc:docMk/>
      </pc:docMkLst>
      <pc:sldChg chg="ord">
        <pc:chgData name="Ibrahim Fridjine" userId="S::ibrahim.fridjine@etu.cyu.fr::67dc31e2-e662-4518-b469-c9f45de4918e" providerId="AD" clId="Web-{06C21F31-8398-3105-B8A4-EC3A20E195E4}" dt="2025-06-09T17:32:06.865" v="172"/>
        <pc:sldMkLst>
          <pc:docMk/>
          <pc:sldMk cId="964759020" sldId="261"/>
        </pc:sldMkLst>
      </pc:sldChg>
      <pc:sldChg chg="addSp delSp modSp">
        <pc:chgData name="Ibrahim Fridjine" userId="S::ibrahim.fridjine@etu.cyu.fr::67dc31e2-e662-4518-b469-c9f45de4918e" providerId="AD" clId="Web-{06C21F31-8398-3105-B8A4-EC3A20E195E4}" dt="2025-06-09T19:43:01.325" v="176" actId="20577"/>
        <pc:sldMkLst>
          <pc:docMk/>
          <pc:sldMk cId="852785038" sldId="276"/>
        </pc:sldMkLst>
        <pc:spChg chg="mod">
          <ac:chgData name="Ibrahim Fridjine" userId="S::ibrahim.fridjine@etu.cyu.fr::67dc31e2-e662-4518-b469-c9f45de4918e" providerId="AD" clId="Web-{06C21F31-8398-3105-B8A4-EC3A20E195E4}" dt="2025-06-09T19:43:01.325" v="176" actId="20577"/>
          <ac:spMkLst>
            <pc:docMk/>
            <pc:sldMk cId="852785038" sldId="276"/>
            <ac:spMk id="2" creationId="{46BFE5DF-44ED-F202-583A-86E2DC7481EA}"/>
          </ac:spMkLst>
        </pc:spChg>
        <pc:spChg chg="add del mod">
          <ac:chgData name="Ibrahim Fridjine" userId="S::ibrahim.fridjine@etu.cyu.fr::67dc31e2-e662-4518-b469-c9f45de4918e" providerId="AD" clId="Web-{06C21F31-8398-3105-B8A4-EC3A20E195E4}" dt="2025-06-09T16:45:03.950" v="109"/>
          <ac:spMkLst>
            <pc:docMk/>
            <pc:sldMk cId="852785038" sldId="276"/>
            <ac:spMk id="9" creationId="{DB5C2966-2804-8611-0FD9-9081A6DB08EE}"/>
          </ac:spMkLst>
        </pc:spChg>
        <pc:spChg chg="add del">
          <ac:chgData name="Ibrahim Fridjine" userId="S::ibrahim.fridjine@etu.cyu.fr::67dc31e2-e662-4518-b469-c9f45de4918e" providerId="AD" clId="Web-{06C21F31-8398-3105-B8A4-EC3A20E195E4}" dt="2025-06-09T16:48:18.988" v="139"/>
          <ac:spMkLst>
            <pc:docMk/>
            <pc:sldMk cId="852785038" sldId="276"/>
            <ac:spMk id="14" creationId="{5602A5BA-D1F5-B13C-0712-AFB19A5BF16A}"/>
          </ac:spMkLst>
        </pc:spChg>
        <pc:spChg chg="add mod">
          <ac:chgData name="Ibrahim Fridjine" userId="S::ibrahim.fridjine@etu.cyu.fr::67dc31e2-e662-4518-b469-c9f45de4918e" providerId="AD" clId="Web-{06C21F31-8398-3105-B8A4-EC3A20E195E4}" dt="2025-06-09T16:49:51.679" v="152" actId="20577"/>
          <ac:spMkLst>
            <pc:docMk/>
            <pc:sldMk cId="852785038" sldId="276"/>
            <ac:spMk id="15" creationId="{5B7EA904-FB3F-DAD7-6972-8C2B8C5ECC20}"/>
          </ac:spMkLst>
        </pc:spChg>
        <pc:spChg chg="add del mod">
          <ac:chgData name="Ibrahim Fridjine" userId="S::ibrahim.fridjine@etu.cyu.fr::67dc31e2-e662-4518-b469-c9f45de4918e" providerId="AD" clId="Web-{06C21F31-8398-3105-B8A4-EC3A20E195E4}" dt="2025-06-09T16:50:09.602" v="155"/>
          <ac:spMkLst>
            <pc:docMk/>
            <pc:sldMk cId="852785038" sldId="276"/>
            <ac:spMk id="16" creationId="{DA3FEE15-10B0-0058-1BAC-37E2271484CF}"/>
          </ac:spMkLst>
        </pc:spChg>
        <pc:spChg chg="add mod">
          <ac:chgData name="Ibrahim Fridjine" userId="S::ibrahim.fridjine@etu.cyu.fr::67dc31e2-e662-4518-b469-c9f45de4918e" providerId="AD" clId="Web-{06C21F31-8398-3105-B8A4-EC3A20E195E4}" dt="2025-06-09T16:51:18.526" v="167" actId="20577"/>
          <ac:spMkLst>
            <pc:docMk/>
            <pc:sldMk cId="852785038" sldId="276"/>
            <ac:spMk id="17" creationId="{010BEB76-9582-275B-59AF-3AFACCB52D99}"/>
          </ac:spMkLst>
        </pc:spChg>
        <pc:spChg chg="add mod">
          <ac:chgData name="Ibrahim Fridjine" userId="S::ibrahim.fridjine@etu.cyu.fr::67dc31e2-e662-4518-b469-c9f45de4918e" providerId="AD" clId="Web-{06C21F31-8398-3105-B8A4-EC3A20E195E4}" dt="2025-06-09T16:52:42.091" v="171"/>
          <ac:spMkLst>
            <pc:docMk/>
            <pc:sldMk cId="852785038" sldId="276"/>
            <ac:spMk id="18" creationId="{867213F3-6D40-8947-0E91-183D8F81FEB3}"/>
          </ac:spMkLst>
        </pc:spChg>
        <pc:picChg chg="del">
          <ac:chgData name="Ibrahim Fridjine" userId="S::ibrahim.fridjine@etu.cyu.fr::67dc31e2-e662-4518-b469-c9f45de4918e" providerId="AD" clId="Web-{06C21F31-8398-3105-B8A4-EC3A20E195E4}" dt="2025-06-09T16:44:45.856" v="106"/>
          <ac:picMkLst>
            <pc:docMk/>
            <pc:sldMk cId="852785038" sldId="276"/>
            <ac:picMk id="10" creationId="{9594F4E2-402D-374A-29DC-0ED8DC9AAE34}"/>
          </ac:picMkLst>
        </pc:picChg>
        <pc:picChg chg="add mod ord modCrop">
          <ac:chgData name="Ibrahim Fridjine" userId="S::ibrahim.fridjine@etu.cyu.fr::67dc31e2-e662-4518-b469-c9f45de4918e" providerId="AD" clId="Web-{06C21F31-8398-3105-B8A4-EC3A20E195E4}" dt="2025-06-09T16:47:48.581" v="136" actId="1076"/>
          <ac:picMkLst>
            <pc:docMk/>
            <pc:sldMk cId="852785038" sldId="276"/>
            <ac:picMk id="11" creationId="{67B9E532-FDF4-D8BE-589F-9659D867B6D2}"/>
          </ac:picMkLst>
        </pc:picChg>
        <pc:picChg chg="add del mod">
          <ac:chgData name="Ibrahim Fridjine" userId="S::ibrahim.fridjine@etu.cyu.fr::67dc31e2-e662-4518-b469-c9f45de4918e" providerId="AD" clId="Web-{06C21F31-8398-3105-B8A4-EC3A20E195E4}" dt="2025-06-09T16:45:24.779" v="112"/>
          <ac:picMkLst>
            <pc:docMk/>
            <pc:sldMk cId="852785038" sldId="276"/>
            <ac:picMk id="12" creationId="{A7AC2BBB-8DC1-BCB9-5A76-5288B597568B}"/>
          </ac:picMkLst>
        </pc:picChg>
        <pc:picChg chg="add mod modCrop">
          <ac:chgData name="Ibrahim Fridjine" userId="S::ibrahim.fridjine@etu.cyu.fr::67dc31e2-e662-4518-b469-c9f45de4918e" providerId="AD" clId="Web-{06C21F31-8398-3105-B8A4-EC3A20E195E4}" dt="2025-06-09T16:47:50.847" v="137" actId="1076"/>
          <ac:picMkLst>
            <pc:docMk/>
            <pc:sldMk cId="852785038" sldId="276"/>
            <ac:picMk id="13" creationId="{478D6DB1-9A6C-F202-20BA-48A6E00E0377}"/>
          </ac:picMkLst>
        </pc:picChg>
      </pc:sldChg>
      <pc:sldChg chg="addSp delSp modSp">
        <pc:chgData name="Ibrahim Fridjine" userId="S::ibrahim.fridjine@etu.cyu.fr::67dc31e2-e662-4518-b469-c9f45de4918e" providerId="AD" clId="Web-{06C21F31-8398-3105-B8A4-EC3A20E195E4}" dt="2025-06-09T21:24:13.317" v="357" actId="20577"/>
        <pc:sldMkLst>
          <pc:docMk/>
          <pc:sldMk cId="3832222315" sldId="291"/>
        </pc:sldMkLst>
        <pc:spChg chg="mod">
          <ac:chgData name="Ibrahim Fridjine" userId="S::ibrahim.fridjine@etu.cyu.fr::67dc31e2-e662-4518-b469-c9f45de4918e" providerId="AD" clId="Web-{06C21F31-8398-3105-B8A4-EC3A20E195E4}" dt="2025-06-09T21:11:47.265" v="274" actId="20577"/>
          <ac:spMkLst>
            <pc:docMk/>
            <pc:sldMk cId="3832222315" sldId="291"/>
            <ac:spMk id="2" creationId="{643CE25B-01F2-369E-32AC-9AD806AB71F3}"/>
          </ac:spMkLst>
        </pc:spChg>
        <pc:spChg chg="mod">
          <ac:chgData name="Ibrahim Fridjine" userId="S::ibrahim.fridjine@etu.cyu.fr::67dc31e2-e662-4518-b469-c9f45de4918e" providerId="AD" clId="Web-{06C21F31-8398-3105-B8A4-EC3A20E195E4}" dt="2025-06-09T21:24:13.317" v="357" actId="20577"/>
          <ac:spMkLst>
            <pc:docMk/>
            <pc:sldMk cId="3832222315" sldId="291"/>
            <ac:spMk id="3" creationId="{FEE3054A-9A76-4BB2-CB18-30F385DA8E17}"/>
          </ac:spMkLst>
        </pc:spChg>
        <pc:spChg chg="mod">
          <ac:chgData name="Ibrahim Fridjine" userId="S::ibrahim.fridjine@etu.cyu.fr::67dc31e2-e662-4518-b469-c9f45de4918e" providerId="AD" clId="Web-{06C21F31-8398-3105-B8A4-EC3A20E195E4}" dt="2025-06-09T20:59:34.472" v="186" actId="1076"/>
          <ac:spMkLst>
            <pc:docMk/>
            <pc:sldMk cId="3832222315" sldId="291"/>
            <ac:spMk id="8" creationId="{6E03E6F8-F013-5253-D573-7EF17C3D1D3E}"/>
          </ac:spMkLst>
        </pc:spChg>
        <pc:spChg chg="del mod">
          <ac:chgData name="Ibrahim Fridjine" userId="S::ibrahim.fridjine@etu.cyu.fr::67dc31e2-e662-4518-b469-c9f45de4918e" providerId="AD" clId="Web-{06C21F31-8398-3105-B8A4-EC3A20E195E4}" dt="2025-06-09T21:08:47.446" v="196"/>
          <ac:spMkLst>
            <pc:docMk/>
            <pc:sldMk cId="3832222315" sldId="291"/>
            <ac:spMk id="10" creationId="{29610821-E355-6503-8A0A-509C77E71704}"/>
          </ac:spMkLst>
        </pc:spChg>
        <pc:spChg chg="add mod">
          <ac:chgData name="Ibrahim Fridjine" userId="S::ibrahim.fridjine@etu.cyu.fr::67dc31e2-e662-4518-b469-c9f45de4918e" providerId="AD" clId="Web-{06C21F31-8398-3105-B8A4-EC3A20E195E4}" dt="2025-06-09T21:13:02.221" v="329" actId="20577"/>
          <ac:spMkLst>
            <pc:docMk/>
            <pc:sldMk cId="3832222315" sldId="291"/>
            <ac:spMk id="14" creationId="{714F50B3-E573-22C7-DB58-EAF09EED7359}"/>
          </ac:spMkLst>
        </pc:spChg>
        <pc:grpChg chg="mod">
          <ac:chgData name="Ibrahim Fridjine" userId="S::ibrahim.fridjine@etu.cyu.fr::67dc31e2-e662-4518-b469-c9f45de4918e" providerId="AD" clId="Web-{06C21F31-8398-3105-B8A4-EC3A20E195E4}" dt="2025-06-09T21:11:18.405" v="270" actId="1076"/>
          <ac:grpSpMkLst>
            <pc:docMk/>
            <pc:sldMk cId="3832222315" sldId="291"/>
            <ac:grpSpMk id="11" creationId="{9D5A2FD9-1059-FFEE-8E1F-E18948D6F90E}"/>
          </ac:grpSpMkLst>
        </pc:grpChg>
        <pc:picChg chg="add mod">
          <ac:chgData name="Ibrahim Fridjine" userId="S::ibrahim.fridjine@etu.cyu.fr::67dc31e2-e662-4518-b469-c9f45de4918e" providerId="AD" clId="Web-{06C21F31-8398-3105-B8A4-EC3A20E195E4}" dt="2025-06-09T21:11:21.936" v="271" actId="1076"/>
          <ac:picMkLst>
            <pc:docMk/>
            <pc:sldMk cId="3832222315" sldId="291"/>
            <ac:picMk id="13" creationId="{EB52AD4A-FE52-EB97-1563-2085F1F00CF6}"/>
          </ac:picMkLst>
        </pc:picChg>
      </pc:sldChg>
      <pc:sldChg chg="new del ord">
        <pc:chgData name="Ibrahim Fridjine" userId="S::ibrahim.fridjine@etu.cyu.fr::67dc31e2-e662-4518-b469-c9f45de4918e" providerId="AD" clId="Web-{06C21F31-8398-3105-B8A4-EC3A20E195E4}" dt="2025-06-09T16:23:48.463" v="4"/>
        <pc:sldMkLst>
          <pc:docMk/>
          <pc:sldMk cId="68609165" sldId="293"/>
        </pc:sldMkLst>
      </pc:sldChg>
      <pc:sldChg chg="addSp delSp modSp add replId">
        <pc:chgData name="Ibrahim Fridjine" userId="S::ibrahim.fridjine@etu.cyu.fr::67dc31e2-e662-4518-b469-c9f45de4918e" providerId="AD" clId="Web-{06C21F31-8398-3105-B8A4-EC3A20E195E4}" dt="2025-06-09T16:38:12.233" v="105" actId="20577"/>
        <pc:sldMkLst>
          <pc:docMk/>
          <pc:sldMk cId="1515967042" sldId="293"/>
        </pc:sldMkLst>
        <pc:spChg chg="mod">
          <ac:chgData name="Ibrahim Fridjine" userId="S::ibrahim.fridjine@etu.cyu.fr::67dc31e2-e662-4518-b469-c9f45de4918e" providerId="AD" clId="Web-{06C21F31-8398-3105-B8A4-EC3A20E195E4}" dt="2025-06-09T16:26:25.953" v="22" actId="20577"/>
          <ac:spMkLst>
            <pc:docMk/>
            <pc:sldMk cId="1515967042" sldId="293"/>
            <ac:spMk id="2" creationId="{78C38555-4830-45C1-85DA-9D4E246E6B56}"/>
          </ac:spMkLst>
        </pc:spChg>
        <pc:spChg chg="mod">
          <ac:chgData name="Ibrahim Fridjine" userId="S::ibrahim.fridjine@etu.cyu.fr::67dc31e2-e662-4518-b469-c9f45de4918e" providerId="AD" clId="Web-{06C21F31-8398-3105-B8A4-EC3A20E195E4}" dt="2025-06-09T16:38:12.233" v="105" actId="20577"/>
          <ac:spMkLst>
            <pc:docMk/>
            <pc:sldMk cId="1515967042" sldId="293"/>
            <ac:spMk id="3" creationId="{D0F249DB-E775-197C-C3CA-40E835444BC9}"/>
          </ac:spMkLst>
        </pc:spChg>
        <pc:spChg chg="del mod">
          <ac:chgData name="Ibrahim Fridjine" userId="S::ibrahim.fridjine@etu.cyu.fr::67dc31e2-e662-4518-b469-c9f45de4918e" providerId="AD" clId="Web-{06C21F31-8398-3105-B8A4-EC3A20E195E4}" dt="2025-06-09T16:26:12.906" v="11"/>
          <ac:spMkLst>
            <pc:docMk/>
            <pc:sldMk cId="1515967042" sldId="293"/>
            <ac:spMk id="10" creationId="{07A7BE4C-A942-F60B-BDA1-EC3A3254ABDA}"/>
          </ac:spMkLst>
        </pc:spChg>
        <pc:picChg chg="add del">
          <ac:chgData name="Ibrahim Fridjine" userId="S::ibrahim.fridjine@etu.cyu.fr::67dc31e2-e662-4518-b469-c9f45de4918e" providerId="AD" clId="Web-{06C21F31-8398-3105-B8A4-EC3A20E195E4}" dt="2025-06-09T16:34:54.549" v="77"/>
          <ac:picMkLst>
            <pc:docMk/>
            <pc:sldMk cId="1515967042" sldId="293"/>
            <ac:picMk id="6" creationId="{1C23C07A-2D65-6B10-8D80-079B19E5A45C}"/>
          </ac:picMkLst>
        </pc:picChg>
      </pc:sldChg>
      <pc:sldChg chg="add del replId">
        <pc:chgData name="Ibrahim Fridjine" userId="S::ibrahim.fridjine@etu.cyu.fr::67dc31e2-e662-4518-b469-c9f45de4918e" providerId="AD" clId="Web-{06C21F31-8398-3105-B8A4-EC3A20E195E4}" dt="2025-06-09T16:32:20.325" v="51"/>
        <pc:sldMkLst>
          <pc:docMk/>
          <pc:sldMk cId="976310" sldId="294"/>
        </pc:sldMkLst>
      </pc:sldChg>
      <pc:sldChg chg="add del replId">
        <pc:chgData name="Ibrahim Fridjine" userId="S::ibrahim.fridjine@etu.cyu.fr::67dc31e2-e662-4518-b469-c9f45de4918e" providerId="AD" clId="Web-{06C21F31-8398-3105-B8A4-EC3A20E195E4}" dt="2025-06-09T16:32:14.919" v="49"/>
        <pc:sldMkLst>
          <pc:docMk/>
          <pc:sldMk cId="89744209" sldId="294"/>
        </pc:sldMkLst>
      </pc:sldChg>
      <pc:sldChg chg="add del replId">
        <pc:chgData name="Ibrahim Fridjine" userId="S::ibrahim.fridjine@etu.cyu.fr::67dc31e2-e662-4518-b469-c9f45de4918e" providerId="AD" clId="Web-{06C21F31-8398-3105-B8A4-EC3A20E195E4}" dt="2025-06-09T16:32:34.794" v="53"/>
        <pc:sldMkLst>
          <pc:docMk/>
          <pc:sldMk cId="636460820" sldId="294"/>
        </pc:sldMkLst>
      </pc:sldChg>
      <pc:sldChg chg="new del">
        <pc:chgData name="Ibrahim Fridjine" userId="S::ibrahim.fridjine@etu.cyu.fr::67dc31e2-e662-4518-b469-c9f45de4918e" providerId="AD" clId="Web-{06C21F31-8398-3105-B8A4-EC3A20E195E4}" dt="2025-06-09T16:44:55.419" v="108"/>
        <pc:sldMkLst>
          <pc:docMk/>
          <pc:sldMk cId="3515472876" sldId="294"/>
        </pc:sldMkLst>
      </pc:sldChg>
    </pc:docChg>
  </pc:docChgLst>
  <pc:docChgLst>
    <pc:chgData name="Tom Jaffrain" userId="3465d130-e37b-4363-a46a-94c5b2166a36" providerId="ADAL" clId="{0057D465-E266-8149-8CED-CB6388A43C89}"/>
    <pc:docChg chg="undo custSel modSld">
      <pc:chgData name="Tom Jaffrain" userId="3465d130-e37b-4363-a46a-94c5b2166a36" providerId="ADAL" clId="{0057D465-E266-8149-8CED-CB6388A43C89}" dt="2025-05-13T10:59:37.448" v="21" actId="1076"/>
      <pc:docMkLst>
        <pc:docMk/>
      </pc:docMkLst>
      <pc:sldChg chg="modSp">
        <pc:chgData name="Tom Jaffrain" userId="3465d130-e37b-4363-a46a-94c5b2166a36" providerId="ADAL" clId="{0057D465-E266-8149-8CED-CB6388A43C89}" dt="2025-05-13T10:59:37.448" v="21" actId="1076"/>
        <pc:sldMkLst>
          <pc:docMk/>
          <pc:sldMk cId="1466491715"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670E20-32AF-4D98-83A0-69FE464D337E}" type="datetimeFigureOut">
              <a:rPr lang="en-US" smtClean="0"/>
              <a:t>6/10/2025</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DB778-C164-4320-B1CC-B75E386DA701}" type="slidenum">
              <a:rPr lang="en-US" smtClean="0"/>
              <a:t>‹#›</a:t>
            </a:fld>
            <a:endParaRPr lang="en-US"/>
          </a:p>
        </p:txBody>
      </p:sp>
    </p:spTree>
    <p:extLst>
      <p:ext uri="{BB962C8B-B14F-4D97-AF65-F5344CB8AC3E}">
        <p14:creationId xmlns:p14="http://schemas.microsoft.com/office/powerpoint/2010/main" val="3751140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ite-groupe5.netlify.app"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Nous allons passer le mercredi 11 juin matin à 11h.</a:t>
            </a:r>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a:t>
            </a:fld>
            <a:endParaRPr lang="en-US"/>
          </a:p>
        </p:txBody>
      </p:sp>
    </p:spTree>
    <p:extLst>
      <p:ext uri="{BB962C8B-B14F-4D97-AF65-F5344CB8AC3E}">
        <p14:creationId xmlns:p14="http://schemas.microsoft.com/office/powerpoint/2010/main" val="2436772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Turing 101 103</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2</a:t>
            </a:fld>
            <a:endParaRPr lang="en-US"/>
          </a:p>
        </p:txBody>
      </p:sp>
    </p:spTree>
    <p:extLst>
      <p:ext uri="{BB962C8B-B14F-4D97-AF65-F5344CB8AC3E}">
        <p14:creationId xmlns:p14="http://schemas.microsoft.com/office/powerpoint/2010/main" val="2232629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C39AA-B6BF-E517-5637-50B2E18950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674FC0-F27E-4DEF-41FC-D946245A7E5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21BEFCC-A77E-D144-2B78-B5FFE167427B}"/>
              </a:ext>
            </a:extLst>
          </p:cNvPr>
          <p:cNvSpPr>
            <a:spLocks noGrp="1"/>
          </p:cNvSpPr>
          <p:nvPr>
            <p:ph type="body" idx="1"/>
          </p:nvPr>
        </p:nvSpPr>
        <p:spPr/>
        <p:txBody>
          <a:bodyPr/>
          <a:lstStyle/>
          <a:p>
            <a:r>
              <a:rPr lang="fr-FR"/>
              <a:t>Problématique présentée de manière trop scolaire.</a:t>
            </a:r>
          </a:p>
          <a:p>
            <a:r>
              <a:rPr lang="fr-FR"/>
              <a:t>Mod </a:t>
            </a:r>
            <a:r>
              <a:rPr lang="fr-FR">
                <a:sym typeface="Wingdings" panose="05000000000000000000" pitchFamily="2" charset="2"/>
              </a:rPr>
              <a:t> Voici la première question que l’on s’est posé</a:t>
            </a:r>
            <a:endParaRPr lang="en-US"/>
          </a:p>
        </p:txBody>
      </p:sp>
      <p:sp>
        <p:nvSpPr>
          <p:cNvPr id="4" name="Espace réservé du numéro de diapositive 3">
            <a:extLst>
              <a:ext uri="{FF2B5EF4-FFF2-40B4-BE49-F238E27FC236}">
                <a16:creationId xmlns:a16="http://schemas.microsoft.com/office/drawing/2014/main" id="{8866003C-2F55-5D2E-0F8F-4541332F8076}"/>
              </a:ext>
            </a:extLst>
          </p:cNvPr>
          <p:cNvSpPr>
            <a:spLocks noGrp="1"/>
          </p:cNvSpPr>
          <p:nvPr>
            <p:ph type="sldNum" sz="quarter" idx="5"/>
          </p:nvPr>
        </p:nvSpPr>
        <p:spPr/>
        <p:txBody>
          <a:bodyPr/>
          <a:lstStyle/>
          <a:p>
            <a:fld id="{173DB778-C164-4320-B1CC-B75E386DA701}" type="slidenum">
              <a:rPr lang="en-US" smtClean="0"/>
              <a:t>3</a:t>
            </a:fld>
            <a:endParaRPr lang="en-US"/>
          </a:p>
        </p:txBody>
      </p:sp>
    </p:spTree>
    <p:extLst>
      <p:ext uri="{BB962C8B-B14F-4D97-AF65-F5344CB8AC3E}">
        <p14:creationId xmlns:p14="http://schemas.microsoft.com/office/powerpoint/2010/main" val="640470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 On a cherché à affiner »</a:t>
            </a:r>
          </a:p>
          <a:p>
            <a:r>
              <a:rPr lang="fr-FR">
                <a:sym typeface="Wingdings" panose="05000000000000000000" pitchFamily="2" charset="2"/>
              </a:rPr>
              <a:t> Présenter certains mots</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4</a:t>
            </a:fld>
            <a:endParaRPr lang="en-US"/>
          </a:p>
        </p:txBody>
      </p:sp>
    </p:spTree>
    <p:extLst>
      <p:ext uri="{BB962C8B-B14F-4D97-AF65-F5344CB8AC3E}">
        <p14:creationId xmlns:p14="http://schemas.microsoft.com/office/powerpoint/2010/main" val="1162699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Ajouter le pourquoi du comment de chaque image.</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5</a:t>
            </a:fld>
            <a:endParaRPr lang="en-US"/>
          </a:p>
        </p:txBody>
      </p:sp>
    </p:spTree>
    <p:extLst>
      <p:ext uri="{BB962C8B-B14F-4D97-AF65-F5344CB8AC3E}">
        <p14:creationId xmlns:p14="http://schemas.microsoft.com/office/powerpoint/2010/main" val="3940288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Explique le pourquoi de slide 8</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6</a:t>
            </a:fld>
            <a:endParaRPr lang="en-US"/>
          </a:p>
        </p:txBody>
      </p:sp>
    </p:spTree>
    <p:extLst>
      <p:ext uri="{BB962C8B-B14F-4D97-AF65-F5344CB8AC3E}">
        <p14:creationId xmlns:p14="http://schemas.microsoft.com/office/powerpoint/2010/main" val="1819213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t>Explique le pourquoi de slide 8</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7</a:t>
            </a:fld>
            <a:endParaRPr lang="en-US"/>
          </a:p>
        </p:txBody>
      </p:sp>
    </p:spTree>
    <p:extLst>
      <p:ext uri="{BB962C8B-B14F-4D97-AF65-F5344CB8AC3E}">
        <p14:creationId xmlns:p14="http://schemas.microsoft.com/office/powerpoint/2010/main" val="3746119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Etat des lieux – à mettre plus haut (en intro)</a:t>
            </a:r>
          </a:p>
          <a:p>
            <a:r>
              <a:rPr lang="fr-FR"/>
              <a:t>Elles sortent d’où les datas ?</a:t>
            </a:r>
          </a:p>
          <a:p>
            <a:r>
              <a:rPr lang="fr-FR"/>
              <a:t>Calculer en fonction des autres, pas des étudiants.</a:t>
            </a:r>
          </a:p>
          <a:p>
            <a:r>
              <a:rPr lang="fr-FR"/>
              <a:t>4300 Ko</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8</a:t>
            </a:fld>
            <a:endParaRPr lang="en-US"/>
          </a:p>
        </p:txBody>
      </p:sp>
    </p:spTree>
    <p:extLst>
      <p:ext uri="{BB962C8B-B14F-4D97-AF65-F5344CB8AC3E}">
        <p14:creationId xmlns:p14="http://schemas.microsoft.com/office/powerpoint/2010/main" val="217417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10</a:t>
            </a:fld>
            <a:endParaRPr lang="en-US"/>
          </a:p>
        </p:txBody>
      </p:sp>
    </p:spTree>
    <p:extLst>
      <p:ext uri="{BB962C8B-B14F-4D97-AF65-F5344CB8AC3E}">
        <p14:creationId xmlns:p14="http://schemas.microsoft.com/office/powerpoint/2010/main" val="3515021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11</a:t>
            </a:fld>
            <a:endParaRPr lang="en-US"/>
          </a:p>
        </p:txBody>
      </p:sp>
    </p:spTree>
    <p:extLst>
      <p:ext uri="{BB962C8B-B14F-4D97-AF65-F5344CB8AC3E}">
        <p14:creationId xmlns:p14="http://schemas.microsoft.com/office/powerpoint/2010/main" val="2381869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Présenter le VS en alternative</a:t>
            </a:r>
          </a:p>
          <a:p>
            <a:r>
              <a:rPr lang="fr-FR"/>
              <a:t>Télécharger la page…</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12</a:t>
            </a:fld>
            <a:endParaRPr lang="en-US"/>
          </a:p>
        </p:txBody>
      </p:sp>
    </p:spTree>
    <p:extLst>
      <p:ext uri="{BB962C8B-B14F-4D97-AF65-F5344CB8AC3E}">
        <p14:creationId xmlns:p14="http://schemas.microsoft.com/office/powerpoint/2010/main" val="4022722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Détailler éléments superflus supprimés</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13</a:t>
            </a:fld>
            <a:endParaRPr lang="en-US"/>
          </a:p>
        </p:txBody>
      </p:sp>
    </p:spTree>
    <p:extLst>
      <p:ext uri="{BB962C8B-B14F-4D97-AF65-F5344CB8AC3E}">
        <p14:creationId xmlns:p14="http://schemas.microsoft.com/office/powerpoint/2010/main" val="704686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Imager plus clairement les pages.</a:t>
            </a:r>
          </a:p>
          <a:p>
            <a:r>
              <a:rPr lang="fr-FR">
                <a:solidFill>
                  <a:schemeClr val="bg1"/>
                </a:solidFill>
                <a:latin typeface="Chewy" panose="02000000000000000000" pitchFamily="2" charset="0"/>
              </a:rPr>
              <a:t> </a:t>
            </a:r>
            <a:r>
              <a:rPr lang="fr-FR">
                <a:solidFill>
                  <a:schemeClr val="bg1"/>
                </a:solidFill>
                <a:latin typeface="Chewy" panose="02000000000000000000" pitchFamily="2" charset="0"/>
                <a:hlinkClick r:id="rId3">
                  <a:extLst>
                    <a:ext uri="{A12FA001-AC4F-418D-AE19-62706E023703}">
                      <ahyp:hlinkClr xmlns:ahyp="http://schemas.microsoft.com/office/drawing/2018/hyperlinkcolor" val="tx"/>
                    </a:ext>
                  </a:extLst>
                </a:hlinkClick>
              </a:rPr>
              <a:t>https://site-groupe5.netlify.app</a:t>
            </a:r>
            <a:endParaRPr lang="fr-FR">
              <a:solidFill>
                <a:schemeClr val="bg1"/>
              </a:solidFill>
              <a:latin typeface="Chewy" panose="02000000000000000000" pitchFamily="2" charset="0"/>
            </a:endParaRPr>
          </a:p>
          <a:p>
            <a:r>
              <a:rPr lang="fr-FR">
                <a:solidFill>
                  <a:schemeClr val="bg1"/>
                </a:solidFill>
                <a:latin typeface="Chewy" panose="02000000000000000000" pitchFamily="2" charset="0"/>
              </a:rPr>
              <a:t>Souligner la lourdeur des images et le fait que la page est faite.</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15</a:t>
            </a:fld>
            <a:endParaRPr lang="en-US"/>
          </a:p>
        </p:txBody>
      </p:sp>
    </p:spTree>
    <p:extLst>
      <p:ext uri="{BB962C8B-B14F-4D97-AF65-F5344CB8AC3E}">
        <p14:creationId xmlns:p14="http://schemas.microsoft.com/office/powerpoint/2010/main" val="867302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Prendre en compte le cout du changement des images</a:t>
            </a:r>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16</a:t>
            </a:fld>
            <a:endParaRPr lang="en-US"/>
          </a:p>
        </p:txBody>
      </p:sp>
    </p:spTree>
    <p:extLst>
      <p:ext uri="{BB962C8B-B14F-4D97-AF65-F5344CB8AC3E}">
        <p14:creationId xmlns:p14="http://schemas.microsoft.com/office/powerpoint/2010/main" val="3310600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AC56C-D33D-50B8-E390-DAAE6786A1C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69DB40-C916-D776-4293-5B5D6CF6AE8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FE23BC1-A0BF-E9B7-6AB0-A3C18E687C7A}"/>
              </a:ext>
            </a:extLst>
          </p:cNvPr>
          <p:cNvSpPr>
            <a:spLocks noGrp="1"/>
          </p:cNvSpPr>
          <p:nvPr>
            <p:ph type="body" idx="1"/>
          </p:nvPr>
        </p:nvSpPr>
        <p:spPr/>
        <p:txBody>
          <a:bodyPr/>
          <a:lstStyle/>
          <a:p>
            <a:r>
              <a:rPr lang="fr-FR"/>
              <a:t>Prendre en compte le cout du changement des images</a:t>
            </a:r>
          </a:p>
          <a:p>
            <a:r>
              <a:rPr lang="fr-FR"/>
              <a:t>Couper un petit peu</a:t>
            </a:r>
            <a:endParaRPr lang="en-US"/>
          </a:p>
        </p:txBody>
      </p:sp>
      <p:sp>
        <p:nvSpPr>
          <p:cNvPr id="4" name="Espace réservé du numéro de diapositive 3">
            <a:extLst>
              <a:ext uri="{FF2B5EF4-FFF2-40B4-BE49-F238E27FC236}">
                <a16:creationId xmlns:a16="http://schemas.microsoft.com/office/drawing/2014/main" id="{C9FAEEB6-47CD-0711-1B19-71FB693273E3}"/>
              </a:ext>
            </a:extLst>
          </p:cNvPr>
          <p:cNvSpPr>
            <a:spLocks noGrp="1"/>
          </p:cNvSpPr>
          <p:nvPr>
            <p:ph type="sldNum" sz="quarter" idx="5"/>
          </p:nvPr>
        </p:nvSpPr>
        <p:spPr/>
        <p:txBody>
          <a:bodyPr/>
          <a:lstStyle/>
          <a:p>
            <a:fld id="{173DB778-C164-4320-B1CC-B75E386DA701}" type="slidenum">
              <a:rPr lang="en-US" smtClean="0"/>
              <a:t>17</a:t>
            </a:fld>
            <a:endParaRPr lang="en-US"/>
          </a:p>
        </p:txBody>
      </p:sp>
    </p:spTree>
    <p:extLst>
      <p:ext uri="{BB962C8B-B14F-4D97-AF65-F5344CB8AC3E}">
        <p14:creationId xmlns:p14="http://schemas.microsoft.com/office/powerpoint/2010/main" val="19988649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7BD5B-B117-333A-83A3-96ED97A82F1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12F559F-E410-3CC6-0FE9-DC016A89A3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F46DBB5-3389-B409-1FF6-14592B11CE71}"/>
              </a:ext>
            </a:extLst>
          </p:cNvPr>
          <p:cNvSpPr>
            <a:spLocks noGrp="1"/>
          </p:cNvSpPr>
          <p:nvPr>
            <p:ph type="body" idx="1"/>
          </p:nvPr>
        </p:nvSpPr>
        <p:spPr/>
        <p:txBody>
          <a:bodyPr/>
          <a:lstStyle/>
          <a:p>
            <a:r>
              <a:rPr lang="fr-FR"/>
              <a:t>Prendre en compte le cout du changement des images</a:t>
            </a:r>
          </a:p>
          <a:p>
            <a:r>
              <a:rPr lang="fr-FR"/>
              <a:t>Mettre plus en avant la soluce 2</a:t>
            </a:r>
            <a:endParaRPr lang="en-US"/>
          </a:p>
        </p:txBody>
      </p:sp>
      <p:sp>
        <p:nvSpPr>
          <p:cNvPr id="4" name="Espace réservé du numéro de diapositive 3">
            <a:extLst>
              <a:ext uri="{FF2B5EF4-FFF2-40B4-BE49-F238E27FC236}">
                <a16:creationId xmlns:a16="http://schemas.microsoft.com/office/drawing/2014/main" id="{FC96366C-8AF9-A37E-EA0E-32BF730A7BF4}"/>
              </a:ext>
            </a:extLst>
          </p:cNvPr>
          <p:cNvSpPr>
            <a:spLocks noGrp="1"/>
          </p:cNvSpPr>
          <p:nvPr>
            <p:ph type="sldNum" sz="quarter" idx="5"/>
          </p:nvPr>
        </p:nvSpPr>
        <p:spPr/>
        <p:txBody>
          <a:bodyPr/>
          <a:lstStyle/>
          <a:p>
            <a:fld id="{173DB778-C164-4320-B1CC-B75E386DA701}" type="slidenum">
              <a:rPr lang="en-US" smtClean="0"/>
              <a:t>18</a:t>
            </a:fld>
            <a:endParaRPr lang="en-US"/>
          </a:p>
        </p:txBody>
      </p:sp>
    </p:spTree>
    <p:extLst>
      <p:ext uri="{BB962C8B-B14F-4D97-AF65-F5344CB8AC3E}">
        <p14:creationId xmlns:p14="http://schemas.microsoft.com/office/powerpoint/2010/main" val="749449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https://gtmetrix.com/compare/1tGmGJqB/SYVfKnFO/4wkQBLMa/kgnscsFe</a:t>
            </a:r>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19</a:t>
            </a:fld>
            <a:endParaRPr lang="en-US"/>
          </a:p>
        </p:txBody>
      </p:sp>
    </p:spTree>
    <p:extLst>
      <p:ext uri="{BB962C8B-B14F-4D97-AF65-F5344CB8AC3E}">
        <p14:creationId xmlns:p14="http://schemas.microsoft.com/office/powerpoint/2010/main" val="366476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Présenter les types de médias</a:t>
            </a:r>
          </a:p>
          <a:p>
            <a:r>
              <a:rPr lang="fr-FR"/>
              <a:t>« On pourra revenir dessus lors des questions »</a:t>
            </a:r>
            <a:endParaRPr lang="en-US"/>
          </a:p>
          <a:p>
            <a:endParaRPr lang="en-US"/>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20</a:t>
            </a:fld>
            <a:endParaRPr lang="en-US"/>
          </a:p>
        </p:txBody>
      </p:sp>
    </p:spTree>
    <p:extLst>
      <p:ext uri="{BB962C8B-B14F-4D97-AF65-F5344CB8AC3E}">
        <p14:creationId xmlns:p14="http://schemas.microsoft.com/office/powerpoint/2010/main" val="38948203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rtl="0">
              <a:buNone/>
            </a:pPr>
            <a:r>
              <a:rPr lang="fr-FR" sz="1800" b="0" i="0" u="none" strike="noStrike">
                <a:solidFill>
                  <a:srgbClr val="000000"/>
                </a:solidFill>
                <a:effectLst/>
                <a:latin typeface="Verdana" panose="020B0604030504040204" pitchFamily="34" charset="0"/>
              </a:rPr>
              <a:t>Nous avons en Interaction et Coopération effectué plusieurs activités dans l’optique de mieux comprendre la conception d’un groupe, les différentes méthodes de communication et les </a:t>
            </a:r>
            <a:r>
              <a:rPr lang="fr-FR" sz="1800" b="0" i="0" u="none" strike="noStrike" err="1">
                <a:solidFill>
                  <a:srgbClr val="000000"/>
                </a:solidFill>
                <a:effectLst/>
                <a:latin typeface="Verdana" panose="020B0604030504040204" pitchFamily="34" charset="0"/>
              </a:rPr>
              <a:t>quatres</a:t>
            </a:r>
            <a:r>
              <a:rPr lang="fr-FR" sz="1800" b="0" i="0" u="none" strike="noStrike">
                <a:solidFill>
                  <a:srgbClr val="000000"/>
                </a:solidFill>
                <a:effectLst/>
                <a:latin typeface="Verdana" panose="020B0604030504040204" pitchFamily="34" charset="0"/>
              </a:rPr>
              <a:t> piliers faisant de plusieurs personnes un groupe (les relations interpersonnelles, l’organisation interne, le but et l’objectif communs, la conscience de groupe et le sentiment d’appartenance menant à une conscience de groupe). Nous avons discuté du modèle d’Aristote, du modèle mécaniste Shannon et Weaver et du modèle cybernétique de Wiener.</a:t>
            </a:r>
            <a:endParaRPr lang="fr-FR">
              <a:effectLst/>
            </a:endParaRPr>
          </a:p>
          <a:p>
            <a:pPr algn="just" rtl="0">
              <a:buNone/>
            </a:pPr>
            <a:r>
              <a:rPr lang="fr-FR" sz="1800" b="0" i="0" u="none" strike="noStrike">
                <a:solidFill>
                  <a:srgbClr val="000000"/>
                </a:solidFill>
                <a:effectLst/>
                <a:latin typeface="Verdana" panose="020B0604030504040204" pitchFamily="34" charset="0"/>
              </a:rPr>
              <a:t>Nous avons ensuite “expérimenté” en tenant différentes activités telles que des descriptions de figures en utilisant différentes situations de communication (sans regarder l’auditeur, en le regardant mais sans questions réponses, avec questions réponses oui/non, avec questions réponses libres) tandis que les auditeurs devaient dessiner ladite figure (</a:t>
            </a:r>
            <a:r>
              <a:rPr lang="fr-FR" sz="1800" b="0" i="0" u="none" strike="noStrike" err="1">
                <a:solidFill>
                  <a:srgbClr val="000000"/>
                </a:solidFill>
                <a:effectLst/>
                <a:latin typeface="Verdana" panose="020B0604030504040204" pitchFamily="34" charset="0"/>
              </a:rPr>
              <a:t>side</a:t>
            </a:r>
            <a:r>
              <a:rPr lang="fr-FR" sz="1800" b="0" i="0" u="none" strike="noStrike">
                <a:solidFill>
                  <a:srgbClr val="000000"/>
                </a:solidFill>
                <a:effectLst/>
                <a:latin typeface="Verdana" panose="020B0604030504040204" pitchFamily="34" charset="0"/>
              </a:rPr>
              <a:t> note sur l’intelligence collective). Une sorte de “téléphone arabe” avec 8 élèves étant passés au tableau et se racontant la même histoire (le dernier ayant entendu vers celui venant d’entrer) tandis que le reste de la classe observait l’évolution du discours. Une séance durant laquelle nous avons analysé nos relations les uns avec les autres avant d’en faire un bilan et ainsi un “réseau” réunissant l’intégralité des relations entre les différents membres du groupe, selon chaque membre, dans les deux sens. Une séance durant laquelle nous avons observé, en groupe, le modèle énergétique selon nous du groupe. Et enfin, une séance durant laquelle nous avons analysé ce dont, selon nous, nous aurions besoin en cas de situation de survie.</a:t>
            </a:r>
            <a:endParaRPr lang="fr-FR">
              <a:effectLst/>
            </a:endParaRPr>
          </a:p>
          <a:p>
            <a:pPr algn="just" rtl="0"/>
            <a:r>
              <a:rPr lang="fr-FR" sz="1800" b="0" i="0" u="none" strike="noStrike">
                <a:solidFill>
                  <a:srgbClr val="000000"/>
                </a:solidFill>
                <a:effectLst/>
                <a:latin typeface="Verdana" panose="020B0604030504040204" pitchFamily="34" charset="0"/>
              </a:rPr>
              <a:t>Nous avons, chacun en autonomie, rempli chez nous un test de Belbin afin de découvrir quels étaient censés être nos “rôles” au sein d’un groupe.</a:t>
            </a:r>
            <a:endParaRPr lang="fr-FR">
              <a:effectLst/>
            </a:endParaRPr>
          </a:p>
        </p:txBody>
      </p:sp>
      <p:sp>
        <p:nvSpPr>
          <p:cNvPr id="4" name="Espace réservé du numéro de diapositive 3"/>
          <p:cNvSpPr>
            <a:spLocks noGrp="1"/>
          </p:cNvSpPr>
          <p:nvPr>
            <p:ph type="sldNum" sz="quarter" idx="5"/>
          </p:nvPr>
        </p:nvSpPr>
        <p:spPr/>
        <p:txBody>
          <a:bodyPr/>
          <a:lstStyle/>
          <a:p>
            <a:fld id="{173DB778-C164-4320-B1CC-B75E386DA701}" type="slidenum">
              <a:rPr lang="en-US" smtClean="0"/>
              <a:t>21</a:t>
            </a:fld>
            <a:endParaRPr lang="en-US"/>
          </a:p>
        </p:txBody>
      </p:sp>
    </p:spTree>
    <p:extLst>
      <p:ext uri="{BB962C8B-B14F-4D97-AF65-F5344CB8AC3E}">
        <p14:creationId xmlns:p14="http://schemas.microsoft.com/office/powerpoint/2010/main" val="3670015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1716-C81B-4643-6864-6002C456B6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697FA69-0729-7304-550D-D9994139521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03B683-7B73-8622-42DF-89CFF55BB22B}"/>
              </a:ext>
            </a:extLst>
          </p:cNvPr>
          <p:cNvSpPr>
            <a:spLocks noGrp="1"/>
          </p:cNvSpPr>
          <p:nvPr>
            <p:ph type="body" idx="1"/>
          </p:nvPr>
        </p:nvSpPr>
        <p:spPr/>
        <p:txBody>
          <a:bodyPr/>
          <a:lstStyle/>
          <a:p>
            <a:r>
              <a:rPr lang="fr-FR"/>
              <a:t>Soulèvement du point du quatrième pilier, appartenance ?</a:t>
            </a:r>
          </a:p>
          <a:p>
            <a:r>
              <a:rPr lang="fr-FR"/>
              <a:t>Comportements anti-coopératifs ?</a:t>
            </a:r>
          </a:p>
          <a:p>
            <a:r>
              <a:rPr lang="fr-FR"/>
              <a:t>4 piliers (relations interpersonnelles / structure organisation / but commun / cohésion de groupe) en donnant des exemples dans lesquels cela a fonctionné correctement et dans lesquels cela était plus compliqué. Vous pouvez montrer également que si une organisation n'était pas claire, cela a pu influer sur vos relations interpersonnelles.</a:t>
            </a:r>
          </a:p>
          <a:p>
            <a:endParaRPr lang="fr-FR"/>
          </a:p>
          <a:p>
            <a:r>
              <a:rPr lang="fr-FR"/>
              <a:t>RDV Maquette : Bonne com, But commun défini, </a:t>
            </a:r>
            <a:r>
              <a:rPr lang="fr-FR" err="1"/>
              <a:t>Roles</a:t>
            </a:r>
            <a:r>
              <a:rPr lang="fr-FR"/>
              <a:t> bien répartis, Bonnes relations Interpersonnelles.</a:t>
            </a:r>
          </a:p>
          <a:p>
            <a:r>
              <a:rPr lang="fr-FR"/>
              <a:t>Etat de l’Art</a:t>
            </a:r>
          </a:p>
          <a:p>
            <a:endParaRPr lang="fr-FR"/>
          </a:p>
        </p:txBody>
      </p:sp>
      <p:sp>
        <p:nvSpPr>
          <p:cNvPr id="4" name="Espace réservé du numéro de diapositive 3">
            <a:extLst>
              <a:ext uri="{FF2B5EF4-FFF2-40B4-BE49-F238E27FC236}">
                <a16:creationId xmlns:a16="http://schemas.microsoft.com/office/drawing/2014/main" id="{9A441DE4-78A0-65D4-ADAB-03C351A8635E}"/>
              </a:ext>
            </a:extLst>
          </p:cNvPr>
          <p:cNvSpPr>
            <a:spLocks noGrp="1"/>
          </p:cNvSpPr>
          <p:nvPr>
            <p:ph type="sldNum" sz="quarter" idx="5"/>
          </p:nvPr>
        </p:nvSpPr>
        <p:spPr/>
        <p:txBody>
          <a:bodyPr/>
          <a:lstStyle/>
          <a:p>
            <a:fld id="{173DB778-C164-4320-B1CC-B75E386DA701}" type="slidenum">
              <a:rPr lang="en-US" smtClean="0"/>
              <a:t>22</a:t>
            </a:fld>
            <a:endParaRPr lang="en-US"/>
          </a:p>
        </p:txBody>
      </p:sp>
    </p:spTree>
    <p:extLst>
      <p:ext uri="{BB962C8B-B14F-4D97-AF65-F5344CB8AC3E}">
        <p14:creationId xmlns:p14="http://schemas.microsoft.com/office/powerpoint/2010/main" val="417232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15FBA18C-A644-4447-9DA5-12BF089F74C9}" type="datetime1">
              <a:rPr lang="fr-FR" smtClean="0"/>
              <a:t>10/06/2025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104911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91D2CD-AF3C-414E-B4D6-EAB5C3A25E60}" type="datetime1">
              <a:rPr lang="fr-FR" smtClean="0"/>
              <a:t>10/06/2025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8417956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A191052-2D40-4E89-AE1B-BB22C2EFB6C6}" type="datetime1">
              <a:rPr lang="fr-FR" smtClean="0"/>
              <a:t>10/06/2025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4669234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D1BA4E9-5A0C-4D86-88F9-E7BEDF7B7309}" type="datetime1">
              <a:rPr lang="fr-FR" smtClean="0"/>
              <a:t>10/06/2025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7476322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BACD511-8AF5-468F-96B9-447D47366017}" type="datetime1">
              <a:rPr lang="fr-FR" smtClean="0"/>
              <a:t>10/06/2025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6118665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FF845D4-8234-404B-B3AE-E73F531A490F}" type="datetime1">
              <a:rPr lang="fr-FR" smtClean="0"/>
              <a:t>10/06/2025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33958540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4E7996E-8274-4208-8048-FD20E6B29CB6}" type="datetime1">
              <a:rPr lang="fr-FR" smtClean="0"/>
              <a:t>10/06/2025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0402013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37DD124-3D26-4FE8-8633-ADC57C177376}" type="datetime1">
              <a:rPr lang="fr-FR" smtClean="0"/>
              <a:t>10/06/2025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27064072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FDEB7B0-5AA7-4039-9EC5-A8AB74534772}" type="datetime1">
              <a:rPr lang="fr-FR" smtClean="0"/>
              <a:t>10/06/2025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6109033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480DE91-9DCE-4EAA-B7F5-EFBFE349CE9C}" type="datetime1">
              <a:rPr lang="fr-FR" smtClean="0"/>
              <a:t>10/06/2025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41727872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0C073DA0-DCE2-4655-BECC-AA479A9E27BB}" type="datetime1">
              <a:rPr lang="fr-FR" smtClean="0"/>
              <a:t>10/06/2025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a:t>
            </a:fld>
            <a:endParaRPr lang="fr-FR"/>
          </a:p>
        </p:txBody>
      </p:sp>
    </p:spTree>
    <p:extLst>
      <p:ext uri="{BB962C8B-B14F-4D97-AF65-F5344CB8AC3E}">
        <p14:creationId xmlns:p14="http://schemas.microsoft.com/office/powerpoint/2010/main" val="19021775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FFD34FB-A2F5-4F10-9ADE-C265E91DA8F8}" type="datetime1">
              <a:rPr lang="fr-FR" smtClean="0"/>
              <a:t>10/06/2025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2.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s://www.presse-citron.net/hebergeur/ecologique/"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5.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4.jpe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3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7.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9.jpeg"/><Relationship Id="rId4" Type="http://schemas.openxmlformats.org/officeDocument/2006/relationships/image" Target="../media/image38.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descr="Une image contenant dessin, Graphique, illustration, Dessin d’enfant">
            <a:extLst>
              <a:ext uri="{FF2B5EF4-FFF2-40B4-BE49-F238E27FC236}">
                <a16:creationId xmlns:a16="http://schemas.microsoft.com/office/drawing/2014/main" id="{6C393093-CE55-F412-5B24-9D514328E3BC}"/>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32424431-87B3-20C2-9596-821300FFD8E3}"/>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10771648" y="6216924"/>
            <a:ext cx="6487305" cy="4879686"/>
          </a:xfrm>
          <a:prstGeom prst="rect">
            <a:avLst/>
          </a:prstGeom>
          <a:noFill/>
          <a:ln>
            <a:noFill/>
          </a:ln>
        </p:spPr>
      </p:pic>
      <p:pic>
        <p:nvPicPr>
          <p:cNvPr id="5" name="Google Shape;405;p44">
            <a:extLst>
              <a:ext uri="{FF2B5EF4-FFF2-40B4-BE49-F238E27FC236}">
                <a16:creationId xmlns:a16="http://schemas.microsoft.com/office/drawing/2014/main" id="{18E1BC27-2DC8-A092-6157-AFCEBAF6E8E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5503149" y="-4043219"/>
            <a:ext cx="6487305" cy="4879686"/>
          </a:xfrm>
          <a:prstGeom prst="rect">
            <a:avLst/>
          </a:prstGeom>
          <a:noFill/>
          <a:ln>
            <a:noFill/>
          </a:ln>
        </p:spPr>
      </p:pic>
      <p:pic>
        <p:nvPicPr>
          <p:cNvPr id="7" name="Picture 2" descr="DRI : Votre hébergeur web écologique de référence en France - Découvrez  notre politique environnementale">
            <a:extLst>
              <a:ext uri="{FF2B5EF4-FFF2-40B4-BE49-F238E27FC236}">
                <a16:creationId xmlns:a16="http://schemas.microsoft.com/office/drawing/2014/main" id="{55F952E4-955F-8A0A-4F32-18478370EF8D}"/>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artisticPaintBrush/>
                    </a14:imgEffect>
                    <a14:imgEffect>
                      <a14:saturation sat="66000"/>
                    </a14:imgEffect>
                  </a14:imgLayer>
                </a14:imgProps>
              </a:ext>
              <a:ext uri="{28A0092B-C50C-407E-A947-70E740481C1C}">
                <a14:useLocalDpi xmlns:a14="http://schemas.microsoft.com/office/drawing/2010/main" val="0"/>
              </a:ext>
            </a:extLst>
          </a:blip>
          <a:srcRect t="7812" b="781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C68CAFC-4C43-3976-4CB4-A2E1A64A4830}"/>
              </a:ext>
            </a:extLst>
          </p:cNvPr>
          <p:cNvSpPr/>
          <p:nvPr/>
        </p:nvSpPr>
        <p:spPr>
          <a:xfrm>
            <a:off x="0" y="0"/>
            <a:ext cx="6357258"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p:cNvSpPr>
            <a:spLocks noGrp="1"/>
          </p:cNvSpPr>
          <p:nvPr>
            <p:ph type="ctrTitle"/>
          </p:nvPr>
        </p:nvSpPr>
        <p:spPr>
          <a:xfrm>
            <a:off x="1440917" y="2139269"/>
            <a:ext cx="9826171" cy="1160658"/>
          </a:xfrm>
        </p:spPr>
        <p:txBody>
          <a:bodyPr>
            <a:normAutofit fontScale="90000"/>
          </a:bodyPr>
          <a:lstStyle/>
          <a:p>
            <a:r>
              <a:rPr lang="fr-FR" sz="8000" noProof="0">
                <a:solidFill>
                  <a:schemeClr val="bg1"/>
                </a:solidFill>
                <a:latin typeface="Chewy" panose="02000000000000000000" pitchFamily="2" charset="0"/>
                <a:ea typeface="STHupo" panose="020B0503020204020204" pitchFamily="2" charset="-122"/>
              </a:rPr>
              <a:t>Eco-Conception Web</a:t>
            </a:r>
          </a:p>
        </p:txBody>
      </p:sp>
      <p:sp>
        <p:nvSpPr>
          <p:cNvPr id="3" name="Sous-titre 2"/>
          <p:cNvSpPr>
            <a:spLocks noGrp="1"/>
          </p:cNvSpPr>
          <p:nvPr>
            <p:ph type="subTitle" idx="1"/>
          </p:nvPr>
        </p:nvSpPr>
        <p:spPr>
          <a:xfrm>
            <a:off x="2177635" y="3702995"/>
            <a:ext cx="8370763" cy="1160658"/>
          </a:xfrm>
        </p:spPr>
        <p:txBody>
          <a:bodyPr>
            <a:normAutofit/>
          </a:bodyPr>
          <a:lstStyle/>
          <a:p>
            <a:r>
              <a:rPr lang="fr-FR" sz="3200" noProof="0">
                <a:solidFill>
                  <a:schemeClr val="bg1"/>
                </a:solidFill>
                <a:latin typeface="Chewy" panose="02000000000000000000" pitchFamily="2" charset="0"/>
                <a:ea typeface="STHupo" panose="02010800040101010101" pitchFamily="2" charset="-122"/>
              </a:rPr>
              <a:t>Réduction de l’impact environnemental de l’hébergement du site de CYU</a:t>
            </a:r>
          </a:p>
        </p:txBody>
      </p:sp>
      <p:sp>
        <p:nvSpPr>
          <p:cNvPr id="11" name="ZoneTexte 10">
            <a:extLst>
              <a:ext uri="{FF2B5EF4-FFF2-40B4-BE49-F238E27FC236}">
                <a16:creationId xmlns:a16="http://schemas.microsoft.com/office/drawing/2014/main" id="{0DAC06B7-388D-6A29-16FD-BEECA7ADB120}"/>
              </a:ext>
            </a:extLst>
          </p:cNvPr>
          <p:cNvSpPr txBox="1"/>
          <p:nvPr/>
        </p:nvSpPr>
        <p:spPr>
          <a:xfrm>
            <a:off x="10088540" y="5262890"/>
            <a:ext cx="2091944"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fr-FR"/>
            </a:defPPr>
            <a:lvl1pPr algn="just">
              <a:defRPr sz="1400">
                <a:solidFill>
                  <a:schemeClr val="bg1"/>
                </a:solidFill>
                <a:latin typeface="Chewy" panose="02000000000000000000" pitchFamily="2" charset="0"/>
              </a:defRPr>
            </a:lvl1pPr>
          </a:lstStyle>
          <a:p>
            <a:pPr algn="l"/>
            <a:r>
              <a:rPr lang="fr-FR" noProof="0"/>
              <a:t>PréIng1 – MI3-5</a:t>
            </a:r>
          </a:p>
          <a:p>
            <a:pPr marL="285750" indent="-285750" algn="l">
              <a:buFont typeface="Arial" panose="020B0604020202020204" pitchFamily="34" charset="0"/>
              <a:buChar char="•"/>
            </a:pPr>
            <a:r>
              <a:rPr lang="fr-FR" noProof="0"/>
              <a:t>Ambrine Abouni </a:t>
            </a:r>
          </a:p>
          <a:p>
            <a:pPr marL="285750" indent="-285750" algn="l">
              <a:buFont typeface="Arial" panose="020B0604020202020204" pitchFamily="34" charset="0"/>
              <a:buChar char="•"/>
            </a:pPr>
            <a:r>
              <a:rPr lang="fr-FR" noProof="0"/>
              <a:t>Ibrahim Fridjine </a:t>
            </a:r>
          </a:p>
          <a:p>
            <a:pPr marL="285750" indent="-285750" algn="l">
              <a:buFont typeface="Arial" panose="020B0604020202020204" pitchFamily="34" charset="0"/>
              <a:buChar char="•"/>
            </a:pPr>
            <a:r>
              <a:rPr lang="fr-FR" noProof="0"/>
              <a:t>Maria-Danielle Boula </a:t>
            </a:r>
          </a:p>
          <a:p>
            <a:pPr marL="285750" indent="-285750" algn="l">
              <a:buFont typeface="Arial" panose="020B0604020202020204" pitchFamily="34" charset="0"/>
              <a:buChar char="•"/>
            </a:pPr>
            <a:r>
              <a:rPr lang="fr-FR" noProof="0"/>
              <a:t>Myriam </a:t>
            </a:r>
            <a:r>
              <a:rPr lang="fr-FR" noProof="0" err="1"/>
              <a:t>Bensaïd</a:t>
            </a:r>
            <a:r>
              <a:rPr lang="fr-FR" noProof="0"/>
              <a:t> </a:t>
            </a:r>
          </a:p>
          <a:p>
            <a:pPr marL="285750" indent="-285750" algn="l">
              <a:buFont typeface="Arial" panose="020B0604020202020204" pitchFamily="34" charset="0"/>
              <a:buChar char="•"/>
            </a:pPr>
            <a:r>
              <a:rPr lang="fr-FR" noProof="0"/>
              <a:t>Tom Jaffrain </a:t>
            </a:r>
          </a:p>
          <a:p>
            <a:pPr marL="285750" indent="-285750" algn="l">
              <a:buFont typeface="Arial" panose="020B0604020202020204" pitchFamily="34" charset="0"/>
              <a:buChar char="•"/>
            </a:pPr>
            <a:r>
              <a:rPr lang="fr-FR" noProof="0"/>
              <a:t>Wahiba Talankite</a:t>
            </a:r>
          </a:p>
        </p:txBody>
      </p:sp>
      <p:pic>
        <p:nvPicPr>
          <p:cNvPr id="13" name="Image 12" descr="Une image contenant Graphique, logo, Police, capture d’écran&#10;&#10;Le contenu généré par l’IA peut être incorrect.">
            <a:extLst>
              <a:ext uri="{FF2B5EF4-FFF2-40B4-BE49-F238E27FC236}">
                <a16:creationId xmlns:a16="http://schemas.microsoft.com/office/drawing/2014/main" id="{7C3BE7AC-4391-D2EA-4FAD-BF06E8910B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169" y="-504837"/>
            <a:ext cx="1910734" cy="1910734"/>
          </a:xfrm>
          <a:prstGeom prst="rect">
            <a:avLst/>
          </a:prstGeom>
        </p:spPr>
      </p:pic>
      <p:sp>
        <p:nvSpPr>
          <p:cNvPr id="14" name="ZoneTexte 13">
            <a:extLst>
              <a:ext uri="{FF2B5EF4-FFF2-40B4-BE49-F238E27FC236}">
                <a16:creationId xmlns:a16="http://schemas.microsoft.com/office/drawing/2014/main" id="{0963C5F4-48CC-1912-E859-BE1F87659271}"/>
              </a:ext>
            </a:extLst>
          </p:cNvPr>
          <p:cNvSpPr txBox="1"/>
          <p:nvPr/>
        </p:nvSpPr>
        <p:spPr>
          <a:xfrm>
            <a:off x="177677" y="6340014"/>
            <a:ext cx="617958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fr-FR"/>
            </a:defPPr>
            <a:lvl1pPr algn="just">
              <a:defRPr sz="1400">
                <a:solidFill>
                  <a:schemeClr val="bg1"/>
                </a:solidFill>
                <a:latin typeface="Chewy" panose="02000000000000000000" pitchFamily="2" charset="0"/>
              </a:defRPr>
            </a:lvl1pPr>
          </a:lstStyle>
          <a:p>
            <a:pPr algn="l"/>
            <a:r>
              <a:rPr lang="fr-FR" noProof="0"/>
              <a:t>Module : Humanité &amp; Design</a:t>
            </a:r>
          </a:p>
          <a:p>
            <a:pPr algn="l"/>
            <a:r>
              <a:rPr lang="fr-FR" noProof="0"/>
              <a:t>Enseignant : M. Alexandre BEGUE</a:t>
            </a:r>
          </a:p>
        </p:txBody>
      </p:sp>
      <p:sp>
        <p:nvSpPr>
          <p:cNvPr id="6" name="Espace réservé du numéro de diapositive 4">
            <a:extLst>
              <a:ext uri="{FF2B5EF4-FFF2-40B4-BE49-F238E27FC236}">
                <a16:creationId xmlns:a16="http://schemas.microsoft.com/office/drawing/2014/main" id="{31C9FB3D-D08C-0815-E7FC-1406F5181A8A}"/>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a:t>
            </a:fld>
            <a:endParaRPr lang="fr-FR" noProof="0">
              <a:solidFill>
                <a:schemeClr val="bg1"/>
              </a:solidFill>
              <a:latin typeface="Chewy" panose="02000000000000000000" pitchFamily="2" charset="0"/>
            </a:endParaRPr>
          </a:p>
        </p:txBody>
      </p:sp>
    </p:spTree>
    <p:extLst>
      <p:ext uri="{BB962C8B-B14F-4D97-AF65-F5344CB8AC3E}">
        <p14:creationId xmlns:p14="http://schemas.microsoft.com/office/powerpoint/2010/main" val="37840890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dessin, Graphique, illustration, Dessin d’enfant">
            <a:extLst>
              <a:ext uri="{FF2B5EF4-FFF2-40B4-BE49-F238E27FC236}">
                <a16:creationId xmlns:a16="http://schemas.microsoft.com/office/drawing/2014/main" id="{D0DCCCB2-FFB2-DC5D-CB6F-6C29C231F163}"/>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8" name="Google Shape;405;p44">
            <a:extLst>
              <a:ext uri="{FF2B5EF4-FFF2-40B4-BE49-F238E27FC236}">
                <a16:creationId xmlns:a16="http://schemas.microsoft.com/office/drawing/2014/main" id="{AEE63AE5-E744-3A3A-3B55-C5195431B617}"/>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7" name="Google Shape;405;p44">
            <a:extLst>
              <a:ext uri="{FF2B5EF4-FFF2-40B4-BE49-F238E27FC236}">
                <a16:creationId xmlns:a16="http://schemas.microsoft.com/office/drawing/2014/main" id="{9A2BE67D-2C9B-A472-7F01-3622E5CBA413}"/>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B0273E22-C0E2-FC1C-4FA1-2344E35C9AE4}"/>
              </a:ext>
            </a:extLst>
          </p:cNvPr>
          <p:cNvSpPr/>
          <p:nvPr/>
        </p:nvSpPr>
        <p:spPr>
          <a:xfrm>
            <a:off x="0" y="0"/>
            <a:ext cx="10381903"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B795DD2E-8DA8-00D9-D8AD-A43EAFF5E2EE}"/>
              </a:ext>
            </a:extLst>
          </p:cNvPr>
          <p:cNvSpPr>
            <a:spLocks noGrp="1"/>
          </p:cNvSpPr>
          <p:nvPr>
            <p:ph type="title"/>
          </p:nvPr>
        </p:nvSpPr>
        <p:spPr>
          <a:xfrm>
            <a:off x="838200" y="593725"/>
            <a:ext cx="10515600" cy="1325563"/>
          </a:xfrm>
        </p:spPr>
        <p:txBody>
          <a:bodyPr>
            <a:normAutofit/>
          </a:bodyPr>
          <a:lstStyle/>
          <a:p>
            <a:r>
              <a:rPr lang="fr-FR" noProof="0">
                <a:solidFill>
                  <a:schemeClr val="bg1"/>
                </a:solidFill>
                <a:latin typeface="Chewy" panose="02000000000000000000" pitchFamily="2" charset="0"/>
                <a:ea typeface="STHupo" panose="020B0503020204020204" pitchFamily="2" charset="-122"/>
              </a:rPr>
              <a:t>Sommaire</a:t>
            </a:r>
          </a:p>
        </p:txBody>
      </p:sp>
      <p:sp>
        <p:nvSpPr>
          <p:cNvPr id="3" name="ZoneTexte 2">
            <a:extLst>
              <a:ext uri="{FF2B5EF4-FFF2-40B4-BE49-F238E27FC236}">
                <a16:creationId xmlns:a16="http://schemas.microsoft.com/office/drawing/2014/main" id="{C0F4B379-740F-DE6B-0DCC-7B24290E29AE}"/>
              </a:ext>
            </a:extLst>
          </p:cNvPr>
          <p:cNvSpPr txBox="1"/>
          <p:nvPr/>
        </p:nvSpPr>
        <p:spPr>
          <a:xfrm>
            <a:off x="269475" y="4049642"/>
            <a:ext cx="3079271" cy="461665"/>
          </a:xfrm>
          <a:prstGeom prst="rect">
            <a:avLst/>
          </a:prstGeom>
          <a:noFill/>
        </p:spPr>
        <p:txBody>
          <a:bodyPr wrap="square" lIns="91440" tIns="45720" rIns="91440" bIns="45720" rtlCol="0" anchor="t">
            <a:spAutoFit/>
          </a:bodyPr>
          <a:lstStyle/>
          <a:p>
            <a:pPr algn="ctr"/>
            <a:r>
              <a:rPr lang="fr-FR" sz="2400">
                <a:solidFill>
                  <a:schemeClr val="bg1"/>
                </a:solidFill>
                <a:latin typeface="Chewy"/>
                <a:ea typeface="STHupo"/>
              </a:rPr>
              <a:t>Raisonnement</a:t>
            </a:r>
          </a:p>
        </p:txBody>
      </p:sp>
      <p:sp>
        <p:nvSpPr>
          <p:cNvPr id="6" name="Espace réservé du numéro de diapositive 4">
            <a:extLst>
              <a:ext uri="{FF2B5EF4-FFF2-40B4-BE49-F238E27FC236}">
                <a16:creationId xmlns:a16="http://schemas.microsoft.com/office/drawing/2014/main" id="{1ED40E9E-5399-FCEE-D6D1-4AB8ACEA16B5}"/>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a:t>
            </a:fld>
            <a:endParaRPr lang="fr-FR" noProof="0">
              <a:solidFill>
                <a:schemeClr val="bg1"/>
              </a:solidFill>
              <a:latin typeface="Chewy" panose="02000000000000000000" pitchFamily="2" charset="0"/>
            </a:endParaRPr>
          </a:p>
        </p:txBody>
      </p:sp>
      <p:sp>
        <p:nvSpPr>
          <p:cNvPr id="5" name="ZoneTexte 4">
            <a:extLst>
              <a:ext uri="{FF2B5EF4-FFF2-40B4-BE49-F238E27FC236}">
                <a16:creationId xmlns:a16="http://schemas.microsoft.com/office/drawing/2014/main" id="{365567A0-3563-20AC-CA3F-0DF8431B1AD6}"/>
              </a:ext>
            </a:extLst>
          </p:cNvPr>
          <p:cNvSpPr txBox="1"/>
          <p:nvPr/>
        </p:nvSpPr>
        <p:spPr>
          <a:xfrm>
            <a:off x="3740680" y="4083653"/>
            <a:ext cx="3079271" cy="461665"/>
          </a:xfrm>
          <a:prstGeom prst="rect">
            <a:avLst/>
          </a:prstGeom>
          <a:noFill/>
        </p:spPr>
        <p:txBody>
          <a:bodyPr wrap="square" lIns="91440" tIns="45720" rIns="91440" bIns="45720" rtlCol="0" anchor="t">
            <a:spAutoFit/>
          </a:bodyPr>
          <a:lstStyle/>
          <a:p>
            <a:pPr algn="ctr"/>
            <a:r>
              <a:rPr lang="fr-FR" sz="2400">
                <a:solidFill>
                  <a:schemeClr val="bg1"/>
                </a:solidFill>
                <a:latin typeface="Chewy"/>
                <a:ea typeface="STHupo"/>
              </a:rPr>
              <a:t>Recherche de solution</a:t>
            </a:r>
          </a:p>
        </p:txBody>
      </p:sp>
      <p:sp>
        <p:nvSpPr>
          <p:cNvPr id="11" name="ZoneTexte 10">
            <a:extLst>
              <a:ext uri="{FF2B5EF4-FFF2-40B4-BE49-F238E27FC236}">
                <a16:creationId xmlns:a16="http://schemas.microsoft.com/office/drawing/2014/main" id="{0F11D653-5157-522F-1475-A818DADE01EB}"/>
              </a:ext>
            </a:extLst>
          </p:cNvPr>
          <p:cNvSpPr txBox="1"/>
          <p:nvPr/>
        </p:nvSpPr>
        <p:spPr>
          <a:xfrm>
            <a:off x="7302632" y="4047397"/>
            <a:ext cx="3079271" cy="461665"/>
          </a:xfrm>
          <a:prstGeom prst="rect">
            <a:avLst/>
          </a:prstGeom>
          <a:noFill/>
        </p:spPr>
        <p:txBody>
          <a:bodyPr wrap="square" lIns="91440" tIns="45720" rIns="91440" bIns="45720" rtlCol="0" anchor="t">
            <a:spAutoFit/>
          </a:bodyPr>
          <a:lstStyle/>
          <a:p>
            <a:pPr algn="ctr"/>
            <a:r>
              <a:rPr lang="fr-FR" sz="2400">
                <a:solidFill>
                  <a:schemeClr val="bg1"/>
                </a:solidFill>
                <a:latin typeface="Chewy"/>
                <a:ea typeface="STHupo"/>
              </a:rPr>
              <a:t>Conclusion</a:t>
            </a:r>
          </a:p>
        </p:txBody>
      </p:sp>
      <p:pic>
        <p:nvPicPr>
          <p:cNvPr id="15" name="Image 14" descr="Une image contenant symbole, logo, Graphique, conception">
            <a:extLst>
              <a:ext uri="{FF2B5EF4-FFF2-40B4-BE49-F238E27FC236}">
                <a16:creationId xmlns:a16="http://schemas.microsoft.com/office/drawing/2014/main" id="{79E03E3F-C56D-2C4D-B171-0DBB17D95E33}"/>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829237" y="2374529"/>
            <a:ext cx="1768573" cy="1675112"/>
          </a:xfrm>
          <a:prstGeom prst="rect">
            <a:avLst/>
          </a:prstGeom>
          <a:ln>
            <a:noFill/>
          </a:ln>
        </p:spPr>
      </p:pic>
      <p:pic>
        <p:nvPicPr>
          <p:cNvPr id="22" name="Image 21" descr="Une image contenant croquis, dessin, noir, Graphique">
            <a:extLst>
              <a:ext uri="{FF2B5EF4-FFF2-40B4-BE49-F238E27FC236}">
                <a16:creationId xmlns:a16="http://schemas.microsoft.com/office/drawing/2014/main" id="{1116A868-E631-E3E6-7694-005CAD890F3F}"/>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4332556" y="2212775"/>
            <a:ext cx="1895517" cy="1895517"/>
          </a:xfrm>
          <a:prstGeom prst="rect">
            <a:avLst/>
          </a:prstGeom>
        </p:spPr>
      </p:pic>
      <p:pic>
        <p:nvPicPr>
          <p:cNvPr id="24" name="Image 23" descr="Une image contenant symbole, Graphique, Police, conception">
            <a:extLst>
              <a:ext uri="{FF2B5EF4-FFF2-40B4-BE49-F238E27FC236}">
                <a16:creationId xmlns:a16="http://schemas.microsoft.com/office/drawing/2014/main" id="{8C452309-208C-A35B-8551-CAC85C201A4D}"/>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rcRect b="12365"/>
          <a:stretch>
            <a:fillRect/>
          </a:stretch>
        </p:blipFill>
        <p:spPr>
          <a:xfrm>
            <a:off x="7894510" y="2445698"/>
            <a:ext cx="1897190" cy="1662594"/>
          </a:xfrm>
          <a:prstGeom prst="rect">
            <a:avLst/>
          </a:prstGeom>
        </p:spPr>
      </p:pic>
      <p:sp>
        <p:nvSpPr>
          <p:cNvPr id="25" name="Flèche : chevron 24">
            <a:extLst>
              <a:ext uri="{FF2B5EF4-FFF2-40B4-BE49-F238E27FC236}">
                <a16:creationId xmlns:a16="http://schemas.microsoft.com/office/drawing/2014/main" id="{89D5FEB0-F60E-D809-0311-41144A68A905}"/>
              </a:ext>
            </a:extLst>
          </p:cNvPr>
          <p:cNvSpPr/>
          <p:nvPr/>
        </p:nvSpPr>
        <p:spPr>
          <a:xfrm>
            <a:off x="2961284" y="3132735"/>
            <a:ext cx="952419" cy="461666"/>
          </a:xfrm>
          <a:prstGeom prst="chevron">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Flèche : chevron 25">
            <a:extLst>
              <a:ext uri="{FF2B5EF4-FFF2-40B4-BE49-F238E27FC236}">
                <a16:creationId xmlns:a16="http://schemas.microsoft.com/office/drawing/2014/main" id="{6F3E6E1A-6D99-0ECA-B3DA-F6CFEBA481EF}"/>
              </a:ext>
            </a:extLst>
          </p:cNvPr>
          <p:cNvSpPr/>
          <p:nvPr/>
        </p:nvSpPr>
        <p:spPr>
          <a:xfrm>
            <a:off x="6743700" y="3132735"/>
            <a:ext cx="952419" cy="461666"/>
          </a:xfrm>
          <a:prstGeom prst="chevron">
            <a:avLst/>
          </a:prstGeom>
          <a:no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477381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FE9C-2101-9F75-3400-3542682CCB06}"/>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A4D3C274-5713-7310-A8AC-519273709283}"/>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8" name="Google Shape;405;p44">
            <a:extLst>
              <a:ext uri="{FF2B5EF4-FFF2-40B4-BE49-F238E27FC236}">
                <a16:creationId xmlns:a16="http://schemas.microsoft.com/office/drawing/2014/main" id="{361FC315-579F-2F68-7DAD-9F7DE1F88FAA}"/>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7" name="Google Shape;405;p44">
            <a:extLst>
              <a:ext uri="{FF2B5EF4-FFF2-40B4-BE49-F238E27FC236}">
                <a16:creationId xmlns:a16="http://schemas.microsoft.com/office/drawing/2014/main" id="{0DB28736-D0B0-E23E-1D5D-C29FD42658A3}"/>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1" name="Rectangle 10">
            <a:extLst>
              <a:ext uri="{FF2B5EF4-FFF2-40B4-BE49-F238E27FC236}">
                <a16:creationId xmlns:a16="http://schemas.microsoft.com/office/drawing/2014/main" id="{837F0A46-54E7-7468-1059-D69C61106F78}"/>
              </a:ext>
            </a:extLst>
          </p:cNvPr>
          <p:cNvSpPr/>
          <p:nvPr/>
        </p:nvSpPr>
        <p:spPr>
          <a:xfrm>
            <a:off x="0" y="0"/>
            <a:ext cx="7585788"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90025A88-BEB9-29CB-6D31-589711254313}"/>
              </a:ext>
            </a:extLst>
          </p:cNvPr>
          <p:cNvSpPr>
            <a:spLocks noGrp="1"/>
          </p:cNvSpPr>
          <p:nvPr>
            <p:ph type="title"/>
          </p:nvPr>
        </p:nvSpPr>
        <p:spPr>
          <a:xfrm>
            <a:off x="838200" y="593725"/>
            <a:ext cx="10515600" cy="1325563"/>
          </a:xfrm>
        </p:spPr>
        <p:txBody>
          <a:bodyPr>
            <a:normAutofit/>
          </a:bodyPr>
          <a:lstStyle/>
          <a:p>
            <a:r>
              <a:rPr lang="fr-FR" noProof="0">
                <a:solidFill>
                  <a:schemeClr val="bg1"/>
                </a:solidFill>
                <a:latin typeface="Chewy" panose="02000000000000000000" pitchFamily="2" charset="0"/>
                <a:ea typeface="STHupo" panose="020B0503020204020204" pitchFamily="2" charset="-122"/>
              </a:rPr>
              <a:t>Introduction</a:t>
            </a:r>
          </a:p>
        </p:txBody>
      </p:sp>
      <p:pic>
        <p:nvPicPr>
          <p:cNvPr id="4" name="Image 3">
            <a:extLst>
              <a:ext uri="{FF2B5EF4-FFF2-40B4-BE49-F238E27FC236}">
                <a16:creationId xmlns:a16="http://schemas.microsoft.com/office/drawing/2014/main" id="{B1412E7A-8A49-492F-5FF7-05DDB1A90855}"/>
              </a:ext>
            </a:extLst>
          </p:cNvPr>
          <p:cNvPicPr>
            <a:picLocks noChangeAspect="1"/>
          </p:cNvPicPr>
          <p:nvPr/>
        </p:nvPicPr>
        <p:blipFill>
          <a:blip r:embed="rId5">
            <a:duotone>
              <a:prstClr val="black"/>
              <a:schemeClr val="accent3">
                <a:tint val="45000"/>
                <a:satMod val="400000"/>
              </a:schemeClr>
            </a:duotone>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17" r="17"/>
          <a:stretch/>
        </p:blipFill>
        <p:spPr bwMode="auto">
          <a:xfrm>
            <a:off x="7113918" y="2921473"/>
            <a:ext cx="4686300" cy="3706495"/>
          </a:xfrm>
          <a:prstGeom prst="rect">
            <a:avLst/>
          </a:prstGeom>
          <a:noFill/>
          <a:ln>
            <a:noFill/>
          </a:ln>
          <a:extLst>
            <a:ext uri="{53640926-AAD7-44D8-BBD7-CCE9431645EC}">
              <a14:shadowObscured xmlns:a14="http://schemas.microsoft.com/office/drawing/2010/main"/>
            </a:ext>
          </a:extLst>
        </p:spPr>
      </p:pic>
      <p:sp>
        <p:nvSpPr>
          <p:cNvPr id="3" name="ZoneTexte 2">
            <a:extLst>
              <a:ext uri="{FF2B5EF4-FFF2-40B4-BE49-F238E27FC236}">
                <a16:creationId xmlns:a16="http://schemas.microsoft.com/office/drawing/2014/main" id="{93957559-F6C0-5FFF-ADE6-5467768627CD}"/>
              </a:ext>
            </a:extLst>
          </p:cNvPr>
          <p:cNvSpPr txBox="1"/>
          <p:nvPr/>
        </p:nvSpPr>
        <p:spPr>
          <a:xfrm>
            <a:off x="864079" y="2533589"/>
            <a:ext cx="6886173" cy="3785652"/>
          </a:xfrm>
          <a:prstGeom prst="rect">
            <a:avLst/>
          </a:prstGeom>
          <a:noFill/>
        </p:spPr>
        <p:txBody>
          <a:bodyPr wrap="square" rtlCol="0">
            <a:spAutoFit/>
          </a:bodyPr>
          <a:lstStyle/>
          <a:p>
            <a:r>
              <a:rPr lang="fr-FR" sz="2400" noProof="0">
                <a:solidFill>
                  <a:schemeClr val="bg1"/>
                </a:solidFill>
                <a:latin typeface="Chewy" panose="02000000000000000000" pitchFamily="2" charset="0"/>
                <a:ea typeface="STHupo" panose="02010800040101010101" pitchFamily="2" charset="-122"/>
              </a:rPr>
              <a:t>Contexte : Transition écologique et numérique</a:t>
            </a:r>
          </a:p>
          <a:p>
            <a:endParaRPr lang="fr-FR" sz="2400" noProof="0">
              <a:solidFill>
                <a:schemeClr val="bg1"/>
              </a:solidFill>
              <a:latin typeface="Chewy" panose="02000000000000000000" pitchFamily="2" charset="0"/>
              <a:ea typeface="STHupo" panose="02010800040101010101" pitchFamily="2" charset="-122"/>
            </a:endParaRPr>
          </a:p>
          <a:p>
            <a:r>
              <a:rPr lang="fr-FR" sz="2400" noProof="0">
                <a:solidFill>
                  <a:schemeClr val="bg1"/>
                </a:solidFill>
                <a:latin typeface="Chewy" panose="02000000000000000000" pitchFamily="2" charset="0"/>
                <a:ea typeface="STHupo" panose="02010800040101010101" pitchFamily="2" charset="-122"/>
              </a:rPr>
              <a:t>Mission : Réduire l’impact environnemental du site CYU</a:t>
            </a:r>
          </a:p>
          <a:p>
            <a:endParaRPr lang="fr-FR" sz="2400" noProof="0">
              <a:solidFill>
                <a:schemeClr val="bg1"/>
              </a:solidFill>
              <a:latin typeface="Chewy" panose="02000000000000000000" pitchFamily="2" charset="0"/>
              <a:ea typeface="STHupo" panose="02010800040101010101" pitchFamily="2" charset="-122"/>
            </a:endParaRPr>
          </a:p>
          <a:p>
            <a:r>
              <a:rPr lang="fr-FR" sz="2400" noProof="0">
                <a:solidFill>
                  <a:schemeClr val="bg1"/>
                </a:solidFill>
                <a:latin typeface="Chewy" panose="02000000000000000000" pitchFamily="2" charset="0"/>
                <a:ea typeface="STHupo" panose="02010800040101010101" pitchFamily="2" charset="-122"/>
              </a:rPr>
              <a:t>Problématique : Comment mettre en œuvre une stratégie d’éco-conception pour réduire l’impact environnemental du site internet de CYU tout en maximisant les bénéfices économiques et sociaux de manière durable ?</a:t>
            </a:r>
          </a:p>
        </p:txBody>
      </p:sp>
      <p:sp>
        <p:nvSpPr>
          <p:cNvPr id="9" name="Espace réservé du numéro de diapositive 4">
            <a:extLst>
              <a:ext uri="{FF2B5EF4-FFF2-40B4-BE49-F238E27FC236}">
                <a16:creationId xmlns:a16="http://schemas.microsoft.com/office/drawing/2014/main" id="{A0B9154E-E94C-AB5E-6007-7F291BD9E671}"/>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3</a:t>
            </a:fld>
            <a:endParaRPr lang="fr-FR" noProof="0">
              <a:solidFill>
                <a:schemeClr val="bg1"/>
              </a:solidFill>
              <a:latin typeface="Chewy" panose="02000000000000000000" pitchFamily="2" charset="0"/>
            </a:endParaRPr>
          </a:p>
        </p:txBody>
      </p:sp>
      <p:pic>
        <p:nvPicPr>
          <p:cNvPr id="6" name="Image 5" descr="Une image contenant symbole, logo, Graphique, conception">
            <a:extLst>
              <a:ext uri="{FF2B5EF4-FFF2-40B4-BE49-F238E27FC236}">
                <a16:creationId xmlns:a16="http://schemas.microsoft.com/office/drawing/2014/main" id="{3B96476C-6FD4-924E-39BA-5CF50F78A93F}"/>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155521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41CC01A0-0B80-0FC6-2EF7-2D052789DA59}"/>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06ABF2FE-8F16-C706-7921-D8CF7808C7A1}"/>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65C230B9-4E3D-6F03-4629-048938DAC05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39540790-D5B5-6526-5391-5D114BE799D7}"/>
              </a:ext>
            </a:extLst>
          </p:cNvPr>
          <p:cNvSpPr/>
          <p:nvPr/>
        </p:nvSpPr>
        <p:spPr>
          <a:xfrm>
            <a:off x="-1" y="0"/>
            <a:ext cx="10020127"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809F9038-8612-43BF-117E-528D46BD92F2}"/>
              </a:ext>
            </a:extLst>
          </p:cNvPr>
          <p:cNvSpPr>
            <a:spLocks noGrp="1"/>
          </p:cNvSpPr>
          <p:nvPr>
            <p:ph type="title"/>
          </p:nvPr>
        </p:nvSpPr>
        <p:spPr/>
        <p:txBody>
          <a:bodyPr/>
          <a:lstStyle/>
          <a:p>
            <a:r>
              <a:rPr lang="fr-FR" noProof="0" err="1">
                <a:solidFill>
                  <a:schemeClr val="bg1"/>
                </a:solidFill>
                <a:latin typeface="Chewy" panose="02000000000000000000" pitchFamily="2" charset="0"/>
              </a:rPr>
              <a:t>Mindmap</a:t>
            </a:r>
            <a:endParaRPr lang="fr-FR" noProof="0">
              <a:solidFill>
                <a:schemeClr val="bg1"/>
              </a:solidFill>
              <a:latin typeface="Chewy" panose="02000000000000000000" pitchFamily="2" charset="0"/>
            </a:endParaRPr>
          </a:p>
        </p:txBody>
      </p:sp>
      <p:pic>
        <p:nvPicPr>
          <p:cNvPr id="4" name="Image 3">
            <a:extLst>
              <a:ext uri="{FF2B5EF4-FFF2-40B4-BE49-F238E27FC236}">
                <a16:creationId xmlns:a16="http://schemas.microsoft.com/office/drawing/2014/main" id="{26D62A4A-66E2-C13F-5114-71CCB946B10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724255" y="1394435"/>
            <a:ext cx="7898717" cy="5325463"/>
          </a:xfrm>
          <a:prstGeom prst="rect">
            <a:avLst/>
          </a:prstGeom>
        </p:spPr>
      </p:pic>
      <p:sp>
        <p:nvSpPr>
          <p:cNvPr id="8" name="Espace réservé du numéro de diapositive 4">
            <a:extLst>
              <a:ext uri="{FF2B5EF4-FFF2-40B4-BE49-F238E27FC236}">
                <a16:creationId xmlns:a16="http://schemas.microsoft.com/office/drawing/2014/main" id="{A03F84D0-F10E-C01F-C6FC-3E504CE719B4}"/>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4</a:t>
            </a:fld>
            <a:endParaRPr lang="fr-FR" noProof="0">
              <a:solidFill>
                <a:schemeClr val="bg1"/>
              </a:solidFill>
              <a:latin typeface="Chewy" panose="02000000000000000000" pitchFamily="2" charset="0"/>
            </a:endParaRPr>
          </a:p>
        </p:txBody>
      </p:sp>
      <p:pic>
        <p:nvPicPr>
          <p:cNvPr id="7" name="Image 6" descr="Une image contenant symbole, logo, Graphique, conception">
            <a:extLst>
              <a:ext uri="{FF2B5EF4-FFF2-40B4-BE49-F238E27FC236}">
                <a16:creationId xmlns:a16="http://schemas.microsoft.com/office/drawing/2014/main" id="{8114F559-92C2-57E1-7460-E3C9A6B562C7}"/>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34973369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essin, Graphique, illustration, Dessin d’enfant">
            <a:extLst>
              <a:ext uri="{FF2B5EF4-FFF2-40B4-BE49-F238E27FC236}">
                <a16:creationId xmlns:a16="http://schemas.microsoft.com/office/drawing/2014/main" id="{314E0849-B8A5-063F-03B6-D123908FACEE}"/>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9" name="Google Shape;405;p44">
            <a:extLst>
              <a:ext uri="{FF2B5EF4-FFF2-40B4-BE49-F238E27FC236}">
                <a16:creationId xmlns:a16="http://schemas.microsoft.com/office/drawing/2014/main" id="{A466D225-B741-AE35-6D74-F3E5424361B3}"/>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10" name="Google Shape;405;p44">
            <a:extLst>
              <a:ext uri="{FF2B5EF4-FFF2-40B4-BE49-F238E27FC236}">
                <a16:creationId xmlns:a16="http://schemas.microsoft.com/office/drawing/2014/main" id="{DF7E802C-FABC-BFC9-2C7E-9B5B8A9B25AB}"/>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7" name="Rectangle 6">
            <a:extLst>
              <a:ext uri="{FF2B5EF4-FFF2-40B4-BE49-F238E27FC236}">
                <a16:creationId xmlns:a16="http://schemas.microsoft.com/office/drawing/2014/main" id="{1C4D4E2B-5A03-32C2-CC63-66A9FE1BAC46}"/>
              </a:ext>
            </a:extLst>
          </p:cNvPr>
          <p:cNvSpPr/>
          <p:nvPr/>
        </p:nvSpPr>
        <p:spPr>
          <a:xfrm>
            <a:off x="-86879" y="0"/>
            <a:ext cx="12192000"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BF2B3912-134D-46DD-F869-8387EEA6C675}"/>
              </a:ext>
            </a:extLst>
          </p:cNvPr>
          <p:cNvSpPr>
            <a:spLocks noGrp="1"/>
          </p:cNvSpPr>
          <p:nvPr>
            <p:ph type="title"/>
          </p:nvPr>
        </p:nvSpPr>
        <p:spPr/>
        <p:txBody>
          <a:bodyPr/>
          <a:lstStyle/>
          <a:p>
            <a:r>
              <a:rPr lang="fr-FR" noProof="0" err="1">
                <a:solidFill>
                  <a:schemeClr val="bg1"/>
                </a:solidFill>
                <a:latin typeface="Chewy" panose="02000000000000000000" pitchFamily="2" charset="0"/>
              </a:rPr>
              <a:t>Moodboard</a:t>
            </a:r>
            <a:endParaRPr lang="fr-FR" noProof="0">
              <a:solidFill>
                <a:schemeClr val="bg1"/>
              </a:solidFill>
              <a:latin typeface="Chewy" panose="02000000000000000000" pitchFamily="2" charset="0"/>
            </a:endParaRPr>
          </a:p>
        </p:txBody>
      </p:sp>
      <p:sp>
        <p:nvSpPr>
          <p:cNvPr id="5" name="Espace réservé du numéro de diapositive 4">
            <a:extLst>
              <a:ext uri="{FF2B5EF4-FFF2-40B4-BE49-F238E27FC236}">
                <a16:creationId xmlns:a16="http://schemas.microsoft.com/office/drawing/2014/main" id="{2283AC8B-821F-A5E4-65B0-15968DBE28E3}"/>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5</a:t>
            </a:fld>
            <a:endParaRPr lang="fr-FR" noProof="0">
              <a:solidFill>
                <a:schemeClr val="bg1"/>
              </a:solidFill>
              <a:latin typeface="Chewy" panose="02000000000000000000" pitchFamily="2" charset="0"/>
            </a:endParaRPr>
          </a:p>
        </p:txBody>
      </p:sp>
      <p:pic>
        <p:nvPicPr>
          <p:cNvPr id="13" name="Image 12">
            <a:extLst>
              <a:ext uri="{FF2B5EF4-FFF2-40B4-BE49-F238E27FC236}">
                <a16:creationId xmlns:a16="http://schemas.microsoft.com/office/drawing/2014/main" id="{85587096-CB80-64A4-6BFE-3D5D98BF232E}"/>
              </a:ext>
            </a:extLst>
          </p:cNvPr>
          <p:cNvPicPr>
            <a:picLocks noChangeAspect="1"/>
          </p:cNvPicPr>
          <p:nvPr/>
        </p:nvPicPr>
        <p:blipFill>
          <a:blip r:embed="rId5">
            <a:extLst>
              <a:ext uri="{28A0092B-C50C-407E-A947-70E740481C1C}">
                <a14:useLocalDpi xmlns:a14="http://schemas.microsoft.com/office/drawing/2010/main" val="0"/>
              </a:ext>
            </a:extLst>
          </a:blip>
          <a:srcRect l="20" r="20"/>
          <a:stretch/>
        </p:blipFill>
        <p:spPr>
          <a:xfrm>
            <a:off x="3268207" y="1500127"/>
            <a:ext cx="5655586" cy="5099006"/>
          </a:xfrm>
          <a:prstGeom prst="rect">
            <a:avLst/>
          </a:prstGeom>
        </p:spPr>
      </p:pic>
      <p:pic>
        <p:nvPicPr>
          <p:cNvPr id="6" name="Image 5" descr="Une image contenant symbole, logo, Graphique, conception">
            <a:extLst>
              <a:ext uri="{FF2B5EF4-FFF2-40B4-BE49-F238E27FC236}">
                <a16:creationId xmlns:a16="http://schemas.microsoft.com/office/drawing/2014/main" id="{4BCDD287-FBA3-8FEE-FE2C-177CA901B420}"/>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32873840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05;p44">
            <a:extLst>
              <a:ext uri="{FF2B5EF4-FFF2-40B4-BE49-F238E27FC236}">
                <a16:creationId xmlns:a16="http://schemas.microsoft.com/office/drawing/2014/main" id="{82E3BF42-7A0E-581A-F0DB-BA9A44EE3AAC}"/>
              </a:ext>
            </a:extLst>
          </p:cNvPr>
          <p:cNvPicPr preferRelativeResize="0"/>
          <p:nvPr/>
        </p:nvPicPr>
        <p:blipFill>
          <a:blip r:embed="rId3">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6" name="Image 5" descr="Une image contenant dessin, Graphique, illustration, Dessin d’enfant">
            <a:extLst>
              <a:ext uri="{FF2B5EF4-FFF2-40B4-BE49-F238E27FC236}">
                <a16:creationId xmlns:a16="http://schemas.microsoft.com/office/drawing/2014/main" id="{73F0BED5-23B3-86BE-90AD-7FE358027CA5}"/>
              </a:ext>
            </a:extLst>
          </p:cNvPr>
          <p:cNvPicPr>
            <a:picLocks noChangeAspect="1"/>
          </p:cNvPicPr>
          <p:nvPr/>
        </p:nvPicPr>
        <p:blipFill>
          <a:blip r:embed="rId4">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405" y="-6298"/>
            <a:ext cx="12192001" cy="6858000"/>
          </a:xfrm>
          <a:prstGeom prst="rect">
            <a:avLst/>
          </a:prstGeom>
        </p:spPr>
      </p:pic>
      <p:pic>
        <p:nvPicPr>
          <p:cNvPr id="5" name="Google Shape;405;p44">
            <a:extLst>
              <a:ext uri="{FF2B5EF4-FFF2-40B4-BE49-F238E27FC236}">
                <a16:creationId xmlns:a16="http://schemas.microsoft.com/office/drawing/2014/main" id="{FA6DE95D-5232-3E3B-1B10-30498B158310}"/>
              </a:ext>
            </a:extLst>
          </p:cNvPr>
          <p:cNvPicPr preferRelativeResize="0"/>
          <p:nvPr/>
        </p:nvPicPr>
        <p:blipFill>
          <a:blip r:embed="rId3">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6373EE6E-C87F-ED88-35B7-F7522A9B6416}"/>
              </a:ext>
            </a:extLst>
          </p:cNvPr>
          <p:cNvSpPr/>
          <p:nvPr/>
        </p:nvSpPr>
        <p:spPr>
          <a:xfrm>
            <a:off x="-405" y="9751"/>
            <a:ext cx="11967538"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9" name="Espace réservé du numéro de diapositive 4">
            <a:extLst>
              <a:ext uri="{FF2B5EF4-FFF2-40B4-BE49-F238E27FC236}">
                <a16:creationId xmlns:a16="http://schemas.microsoft.com/office/drawing/2014/main" id="{5FCE8292-F078-C1ED-7809-5ACE62104D04}"/>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6</a:t>
            </a:fld>
            <a:endParaRPr lang="fr-FR" noProof="0">
              <a:solidFill>
                <a:schemeClr val="bg1"/>
              </a:solidFill>
              <a:latin typeface="Chewy" panose="02000000000000000000" pitchFamily="2" charset="0"/>
            </a:endParaRPr>
          </a:p>
        </p:txBody>
      </p:sp>
      <p:sp>
        <p:nvSpPr>
          <p:cNvPr id="15" name="Rectangle 14">
            <a:extLst>
              <a:ext uri="{FF2B5EF4-FFF2-40B4-BE49-F238E27FC236}">
                <a16:creationId xmlns:a16="http://schemas.microsoft.com/office/drawing/2014/main" id="{AC46925F-9DC1-6D2E-30C7-EE081E6AF08E}"/>
              </a:ext>
            </a:extLst>
          </p:cNvPr>
          <p:cNvSpPr/>
          <p:nvPr/>
        </p:nvSpPr>
        <p:spPr>
          <a:xfrm>
            <a:off x="1368085" y="4244936"/>
            <a:ext cx="10143857" cy="2208585"/>
          </a:xfrm>
          <a:prstGeom prst="rect">
            <a:avLst/>
          </a:prstGeom>
          <a:noFill/>
          <a:ln w="5715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6" name="Rectangle 15">
            <a:extLst>
              <a:ext uri="{FF2B5EF4-FFF2-40B4-BE49-F238E27FC236}">
                <a16:creationId xmlns:a16="http://schemas.microsoft.com/office/drawing/2014/main" id="{20BCC228-9BF6-C0BA-585C-D6B851CBDC1F}"/>
              </a:ext>
            </a:extLst>
          </p:cNvPr>
          <p:cNvSpPr/>
          <p:nvPr/>
        </p:nvSpPr>
        <p:spPr>
          <a:xfrm>
            <a:off x="1286887" y="1086260"/>
            <a:ext cx="10143857" cy="222107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solidFill>
                <a:schemeClr val="bg1"/>
              </a:solidFill>
            </a:endParaRPr>
          </a:p>
        </p:txBody>
      </p:sp>
      <p:pic>
        <p:nvPicPr>
          <p:cNvPr id="17" name="Picture 16">
            <a:extLst>
              <a:ext uri="{FF2B5EF4-FFF2-40B4-BE49-F238E27FC236}">
                <a16:creationId xmlns:a16="http://schemas.microsoft.com/office/drawing/2014/main" id="{2435EAC0-8CAF-25CD-DFFD-2F11E01E3B5D}"/>
              </a:ext>
            </a:extLst>
          </p:cNvPr>
          <p:cNvPicPr>
            <a:picLocks noChangeAspect="1"/>
          </p:cNvPicPr>
          <p:nvPr/>
        </p:nvPicPr>
        <p:blipFill>
          <a:blip r:embed="rId5"/>
          <a:stretch>
            <a:fillRect/>
          </a:stretch>
        </p:blipFill>
        <p:spPr>
          <a:xfrm>
            <a:off x="1846949" y="4637246"/>
            <a:ext cx="3023075" cy="1504416"/>
          </a:xfrm>
          <a:prstGeom prst="rect">
            <a:avLst/>
          </a:prstGeom>
          <a:ln w="12700">
            <a:solidFill>
              <a:schemeClr val="tx1"/>
            </a:solidFill>
          </a:ln>
        </p:spPr>
      </p:pic>
      <p:pic>
        <p:nvPicPr>
          <p:cNvPr id="25" name="Picture 24">
            <a:extLst>
              <a:ext uri="{FF2B5EF4-FFF2-40B4-BE49-F238E27FC236}">
                <a16:creationId xmlns:a16="http://schemas.microsoft.com/office/drawing/2014/main" id="{511218BD-4AEF-F4CB-32D2-8C071BA20BC4}"/>
              </a:ext>
            </a:extLst>
          </p:cNvPr>
          <p:cNvPicPr>
            <a:picLocks noChangeAspect="1"/>
          </p:cNvPicPr>
          <p:nvPr/>
        </p:nvPicPr>
        <p:blipFill>
          <a:blip r:embed="rId6"/>
          <a:stretch>
            <a:fillRect/>
          </a:stretch>
        </p:blipFill>
        <p:spPr>
          <a:xfrm>
            <a:off x="6612905" y="4409092"/>
            <a:ext cx="1885772" cy="1878651"/>
          </a:xfrm>
          <a:prstGeom prst="rect">
            <a:avLst/>
          </a:prstGeom>
        </p:spPr>
      </p:pic>
      <p:sp>
        <p:nvSpPr>
          <p:cNvPr id="26" name="TextBox 25">
            <a:extLst>
              <a:ext uri="{FF2B5EF4-FFF2-40B4-BE49-F238E27FC236}">
                <a16:creationId xmlns:a16="http://schemas.microsoft.com/office/drawing/2014/main" id="{20C8F26B-149E-24F8-2ADA-76FEE108BAAD}"/>
              </a:ext>
            </a:extLst>
          </p:cNvPr>
          <p:cNvSpPr txBox="1"/>
          <p:nvPr/>
        </p:nvSpPr>
        <p:spPr>
          <a:xfrm>
            <a:off x="8498104" y="4960881"/>
            <a:ext cx="22660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3600" b="1" noProof="0">
                <a:solidFill>
                  <a:schemeClr val="tx2">
                    <a:lumMod val="49000"/>
                    <a:lumOff val="51000"/>
                  </a:schemeClr>
                </a:solidFill>
                <a:latin typeface="Chewy" panose="02000000000000000000" pitchFamily="2" charset="0"/>
              </a:rPr>
              <a:t>Sécurité</a:t>
            </a:r>
          </a:p>
        </p:txBody>
      </p:sp>
      <p:pic>
        <p:nvPicPr>
          <p:cNvPr id="27" name="Picture 26">
            <a:extLst>
              <a:ext uri="{FF2B5EF4-FFF2-40B4-BE49-F238E27FC236}">
                <a16:creationId xmlns:a16="http://schemas.microsoft.com/office/drawing/2014/main" id="{0D3E7D7B-1013-2105-A16C-98E61255E217}"/>
              </a:ext>
            </a:extLst>
          </p:cNvPr>
          <p:cNvPicPr>
            <a:picLocks noChangeAspect="1"/>
          </p:cNvPicPr>
          <p:nvPr/>
        </p:nvPicPr>
        <p:blipFill>
          <a:blip r:embed="rId7">
            <a:lum bright="70000" contrast="-70000"/>
          </a:blip>
          <a:stretch>
            <a:fillRect/>
          </a:stretch>
        </p:blipFill>
        <p:spPr>
          <a:xfrm>
            <a:off x="8847750" y="1478231"/>
            <a:ext cx="1663139" cy="1627533"/>
          </a:xfrm>
          <a:prstGeom prst="rect">
            <a:avLst/>
          </a:prstGeom>
          <a:ln>
            <a:noFill/>
          </a:ln>
        </p:spPr>
      </p:pic>
      <p:pic>
        <p:nvPicPr>
          <p:cNvPr id="28" name="Picture 27">
            <a:extLst>
              <a:ext uri="{FF2B5EF4-FFF2-40B4-BE49-F238E27FC236}">
                <a16:creationId xmlns:a16="http://schemas.microsoft.com/office/drawing/2014/main" id="{7F035EA5-42EB-8432-036E-9820826B8230}"/>
              </a:ext>
            </a:extLst>
          </p:cNvPr>
          <p:cNvPicPr>
            <a:picLocks noChangeAspect="1"/>
          </p:cNvPicPr>
          <p:nvPr/>
        </p:nvPicPr>
        <p:blipFill>
          <a:blip r:embed="rId8">
            <a:lum bright="70000" contrast="-70000"/>
          </a:blip>
          <a:stretch>
            <a:fillRect/>
          </a:stretch>
        </p:blipFill>
        <p:spPr>
          <a:xfrm>
            <a:off x="1720962" y="1384325"/>
            <a:ext cx="669398" cy="662277"/>
          </a:xfrm>
          <a:prstGeom prst="rect">
            <a:avLst/>
          </a:prstGeom>
          <a:ln>
            <a:noFill/>
          </a:ln>
        </p:spPr>
      </p:pic>
      <p:pic>
        <p:nvPicPr>
          <p:cNvPr id="29" name="Picture 28">
            <a:extLst>
              <a:ext uri="{FF2B5EF4-FFF2-40B4-BE49-F238E27FC236}">
                <a16:creationId xmlns:a16="http://schemas.microsoft.com/office/drawing/2014/main" id="{FE8E8250-7EFB-EC28-8213-F9A0CC73A99E}"/>
              </a:ext>
            </a:extLst>
          </p:cNvPr>
          <p:cNvPicPr>
            <a:picLocks noChangeAspect="1"/>
          </p:cNvPicPr>
          <p:nvPr/>
        </p:nvPicPr>
        <p:blipFill>
          <a:blip r:embed="rId9">
            <a:lum bright="70000" contrast="-70000"/>
          </a:blip>
          <a:stretch>
            <a:fillRect/>
          </a:stretch>
        </p:blipFill>
        <p:spPr>
          <a:xfrm>
            <a:off x="1641082" y="2424428"/>
            <a:ext cx="750201" cy="742803"/>
          </a:xfrm>
          <a:prstGeom prst="rect">
            <a:avLst/>
          </a:prstGeom>
          <a:ln>
            <a:noFill/>
          </a:ln>
        </p:spPr>
      </p:pic>
      <p:pic>
        <p:nvPicPr>
          <p:cNvPr id="39" name="Picture 38">
            <a:extLst>
              <a:ext uri="{FF2B5EF4-FFF2-40B4-BE49-F238E27FC236}">
                <a16:creationId xmlns:a16="http://schemas.microsoft.com/office/drawing/2014/main" id="{C3B0A726-5621-CDF7-3D52-B811BB5C6507}"/>
              </a:ext>
            </a:extLst>
          </p:cNvPr>
          <p:cNvPicPr>
            <a:picLocks noChangeAspect="1"/>
          </p:cNvPicPr>
          <p:nvPr/>
        </p:nvPicPr>
        <p:blipFill>
          <a:blip r:embed="rId10"/>
          <a:stretch>
            <a:fillRect/>
          </a:stretch>
        </p:blipFill>
        <p:spPr>
          <a:xfrm>
            <a:off x="4145871" y="1533205"/>
            <a:ext cx="1592063" cy="1562471"/>
          </a:xfrm>
          <a:prstGeom prst="rect">
            <a:avLst/>
          </a:prstGeom>
        </p:spPr>
      </p:pic>
      <p:pic>
        <p:nvPicPr>
          <p:cNvPr id="40" name="Picture 39">
            <a:extLst>
              <a:ext uri="{FF2B5EF4-FFF2-40B4-BE49-F238E27FC236}">
                <a16:creationId xmlns:a16="http://schemas.microsoft.com/office/drawing/2014/main" id="{BABE09B7-88BA-3355-E90A-1C71DDD64A59}"/>
              </a:ext>
            </a:extLst>
          </p:cNvPr>
          <p:cNvPicPr>
            <a:picLocks noChangeAspect="1"/>
          </p:cNvPicPr>
          <p:nvPr/>
        </p:nvPicPr>
        <p:blipFill>
          <a:blip r:embed="rId11">
            <a:lum bright="70000" contrast="-70000"/>
          </a:blip>
          <a:stretch>
            <a:fillRect/>
          </a:stretch>
        </p:blipFill>
        <p:spPr>
          <a:xfrm>
            <a:off x="6630407" y="1532597"/>
            <a:ext cx="1347928" cy="1325734"/>
          </a:xfrm>
          <a:prstGeom prst="rect">
            <a:avLst/>
          </a:prstGeom>
          <a:ln>
            <a:noFill/>
          </a:ln>
        </p:spPr>
      </p:pic>
      <p:sp>
        <p:nvSpPr>
          <p:cNvPr id="2" name="TextBox 1">
            <a:extLst>
              <a:ext uri="{FF2B5EF4-FFF2-40B4-BE49-F238E27FC236}">
                <a16:creationId xmlns:a16="http://schemas.microsoft.com/office/drawing/2014/main" id="{62CC58B4-2B92-BEEA-4F6A-74276D0B0AB6}"/>
              </a:ext>
            </a:extLst>
          </p:cNvPr>
          <p:cNvSpPr txBox="1"/>
          <p:nvPr/>
        </p:nvSpPr>
        <p:spPr>
          <a:xfrm>
            <a:off x="2570339" y="3783986"/>
            <a:ext cx="7440118" cy="461665"/>
          </a:xfrm>
          <a:prstGeom prst="rect">
            <a:avLst/>
          </a:prstGeom>
          <a:noFill/>
          <a:ln w="57150">
            <a:solidFill>
              <a:schemeClr val="tx2">
                <a:lumMod val="75000"/>
                <a:lumOff val="2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noProof="0">
                <a:solidFill>
                  <a:schemeClr val="tx2">
                    <a:lumMod val="50000"/>
                    <a:lumOff val="50000"/>
                  </a:schemeClr>
                </a:solidFill>
                <a:latin typeface="Chewy" panose="02000000000000000000" pitchFamily="2" charset="0"/>
              </a:rPr>
              <a:t>Enjeux politiques</a:t>
            </a:r>
          </a:p>
        </p:txBody>
      </p:sp>
      <p:sp>
        <p:nvSpPr>
          <p:cNvPr id="8" name="TextBox 7">
            <a:extLst>
              <a:ext uri="{FF2B5EF4-FFF2-40B4-BE49-F238E27FC236}">
                <a16:creationId xmlns:a16="http://schemas.microsoft.com/office/drawing/2014/main" id="{D35083F9-9A9B-DEEF-3F87-A8F0D6C82D7C}"/>
              </a:ext>
            </a:extLst>
          </p:cNvPr>
          <p:cNvSpPr txBox="1"/>
          <p:nvPr/>
        </p:nvSpPr>
        <p:spPr>
          <a:xfrm>
            <a:off x="2570338" y="623560"/>
            <a:ext cx="7440118" cy="461665"/>
          </a:xfrm>
          <a:prstGeom prst="rect">
            <a:avLst/>
          </a:prstGeom>
          <a:noFill/>
          <a:ln w="57150">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noProof="0">
                <a:solidFill>
                  <a:schemeClr val="bg1"/>
                </a:solidFill>
                <a:latin typeface="Chewy" panose="02000000000000000000" pitchFamily="2" charset="0"/>
              </a:rPr>
              <a:t>Enjeux </a:t>
            </a:r>
            <a:r>
              <a:rPr lang="fr-FR" sz="2400" b="1" noProof="0" err="1">
                <a:solidFill>
                  <a:schemeClr val="bg1"/>
                </a:solidFill>
                <a:latin typeface="Chewy" panose="02000000000000000000" pitchFamily="2" charset="0"/>
              </a:rPr>
              <a:t>environmentaux</a:t>
            </a:r>
            <a:endParaRPr lang="fr-FR" sz="2400" b="1" noProof="0">
              <a:solidFill>
                <a:schemeClr val="bg1"/>
              </a:solidFill>
              <a:latin typeface="Chewy" panose="02000000000000000000" pitchFamily="2" charset="0"/>
            </a:endParaRPr>
          </a:p>
        </p:txBody>
      </p:sp>
      <p:pic>
        <p:nvPicPr>
          <p:cNvPr id="12" name="Picture 11">
            <a:extLst>
              <a:ext uri="{FF2B5EF4-FFF2-40B4-BE49-F238E27FC236}">
                <a16:creationId xmlns:a16="http://schemas.microsoft.com/office/drawing/2014/main" id="{EA54FAAD-BE6F-9E7A-7912-7868AF3A383A}"/>
              </a:ext>
            </a:extLst>
          </p:cNvPr>
          <p:cNvPicPr>
            <a:picLocks noChangeAspect="1"/>
          </p:cNvPicPr>
          <p:nvPr/>
        </p:nvPicPr>
        <p:blipFill>
          <a:blip r:embed="rId12">
            <a:lum bright="70000" contrast="-70000"/>
          </a:blip>
          <a:stretch>
            <a:fillRect/>
          </a:stretch>
        </p:blipFill>
        <p:spPr>
          <a:xfrm rot="1500000">
            <a:off x="2570814" y="1265419"/>
            <a:ext cx="1098030" cy="1098030"/>
          </a:xfrm>
          <a:prstGeom prst="rect">
            <a:avLst/>
          </a:prstGeom>
          <a:ln>
            <a:noFill/>
          </a:ln>
        </p:spPr>
      </p:pic>
      <p:pic>
        <p:nvPicPr>
          <p:cNvPr id="13" name="Picture 12">
            <a:extLst>
              <a:ext uri="{FF2B5EF4-FFF2-40B4-BE49-F238E27FC236}">
                <a16:creationId xmlns:a16="http://schemas.microsoft.com/office/drawing/2014/main" id="{458F6466-322A-ACCF-26AF-6AB4635710AE}"/>
              </a:ext>
            </a:extLst>
          </p:cNvPr>
          <p:cNvPicPr>
            <a:picLocks noChangeAspect="1"/>
          </p:cNvPicPr>
          <p:nvPr/>
        </p:nvPicPr>
        <p:blipFill>
          <a:blip r:embed="rId12">
            <a:lum bright="70000" contrast="-70000"/>
          </a:blip>
          <a:stretch>
            <a:fillRect/>
          </a:stretch>
        </p:blipFill>
        <p:spPr>
          <a:xfrm rot="20220000">
            <a:off x="2583305" y="2039910"/>
            <a:ext cx="1098030" cy="1098030"/>
          </a:xfrm>
          <a:prstGeom prst="rect">
            <a:avLst/>
          </a:prstGeom>
          <a:ln>
            <a:noFill/>
          </a:ln>
        </p:spPr>
      </p:pic>
      <p:sp>
        <p:nvSpPr>
          <p:cNvPr id="14" name="TextBox 13">
            <a:extLst>
              <a:ext uri="{FF2B5EF4-FFF2-40B4-BE49-F238E27FC236}">
                <a16:creationId xmlns:a16="http://schemas.microsoft.com/office/drawing/2014/main" id="{C6D02D42-6A62-EFFC-DD03-81E64D68AD6D}"/>
              </a:ext>
            </a:extLst>
          </p:cNvPr>
          <p:cNvSpPr txBox="1"/>
          <p:nvPr/>
        </p:nvSpPr>
        <p:spPr>
          <a:xfrm>
            <a:off x="4331442" y="1089212"/>
            <a:ext cx="140657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2400" b="1" u="sng" noProof="0">
                <a:solidFill>
                  <a:srgbClr val="FFFF00"/>
                </a:solidFill>
                <a:latin typeface="Chewy" panose="02000000000000000000" pitchFamily="2" charset="0"/>
              </a:rPr>
              <a:t>Energie</a:t>
            </a:r>
          </a:p>
        </p:txBody>
      </p:sp>
      <p:sp>
        <p:nvSpPr>
          <p:cNvPr id="18" name="TextBox 17">
            <a:extLst>
              <a:ext uri="{FF2B5EF4-FFF2-40B4-BE49-F238E27FC236}">
                <a16:creationId xmlns:a16="http://schemas.microsoft.com/office/drawing/2014/main" id="{2D8D260A-856A-63AE-E7BD-5757A965FC68}"/>
              </a:ext>
            </a:extLst>
          </p:cNvPr>
          <p:cNvSpPr txBox="1"/>
          <p:nvPr/>
        </p:nvSpPr>
        <p:spPr>
          <a:xfrm>
            <a:off x="8409226" y="1067684"/>
            <a:ext cx="3548921" cy="46166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400" b="1" u="sng" noProof="0">
                <a:solidFill>
                  <a:schemeClr val="bg1"/>
                </a:solidFill>
                <a:latin typeface="Chewy" panose="02000000000000000000" pitchFamily="2" charset="0"/>
              </a:rPr>
              <a:t>Gaz à effet de serre</a:t>
            </a:r>
          </a:p>
        </p:txBody>
      </p:sp>
      <p:pic>
        <p:nvPicPr>
          <p:cNvPr id="3" name="Image 2" descr="Une image contenant symbole, logo, Graphique, conception">
            <a:extLst>
              <a:ext uri="{FF2B5EF4-FFF2-40B4-BE49-F238E27FC236}">
                <a16:creationId xmlns:a16="http://schemas.microsoft.com/office/drawing/2014/main" id="{6D4E7173-7937-FFE6-ED7A-DF97E14478BE}"/>
              </a:ext>
            </a:extLst>
          </p:cNvPr>
          <p:cNvPicPr>
            <a:picLocks noChangeAspect="1"/>
          </p:cNvPicPr>
          <p:nvPr/>
        </p:nvPicPr>
        <p:blipFill>
          <a:blip r:embed="rId13">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3179145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5108283F-C7D8-4BE1-8AB3-242E08C488B2}"/>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A24024A3-2FE5-44BA-B82B-1D8F0330E2C5}"/>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2BE4C435-B5A7-2BF5-AD60-0090CBDFB48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DD65A6B5-A6DF-6A28-D8FD-598B60090692}"/>
              </a:ext>
            </a:extLst>
          </p:cNvPr>
          <p:cNvSpPr/>
          <p:nvPr/>
        </p:nvSpPr>
        <p:spPr>
          <a:xfrm>
            <a:off x="0" y="-17933"/>
            <a:ext cx="11616267" cy="6875933"/>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endParaRPr lang="fr-FR" noProof="0"/>
          </a:p>
        </p:txBody>
      </p:sp>
      <p:sp>
        <p:nvSpPr>
          <p:cNvPr id="2" name="Titre 1">
            <a:extLst>
              <a:ext uri="{FF2B5EF4-FFF2-40B4-BE49-F238E27FC236}">
                <a16:creationId xmlns:a16="http://schemas.microsoft.com/office/drawing/2014/main" id="{02986AA0-88F8-8FE4-6D20-ED3656B191A4}"/>
              </a:ext>
            </a:extLst>
          </p:cNvPr>
          <p:cNvSpPr>
            <a:spLocks noGrp="1"/>
          </p:cNvSpPr>
          <p:nvPr>
            <p:ph type="title"/>
          </p:nvPr>
        </p:nvSpPr>
        <p:spPr>
          <a:xfrm>
            <a:off x="838200" y="328135"/>
            <a:ext cx="10486008" cy="696728"/>
          </a:xfrm>
        </p:spPr>
        <p:txBody>
          <a:bodyPr>
            <a:normAutofit fontScale="90000"/>
          </a:bodyPr>
          <a:lstStyle/>
          <a:p>
            <a:pPr algn="ctr"/>
            <a:r>
              <a:rPr lang="fr-FR" b="1" noProof="0">
                <a:solidFill>
                  <a:schemeClr val="bg1"/>
                </a:solidFill>
                <a:latin typeface="Chewy"/>
              </a:rPr>
              <a:t>Solutions existantes</a:t>
            </a:r>
          </a:p>
        </p:txBody>
      </p:sp>
      <p:sp>
        <p:nvSpPr>
          <p:cNvPr id="8" name="Espace réservé du numéro de diapositive 4">
            <a:extLst>
              <a:ext uri="{FF2B5EF4-FFF2-40B4-BE49-F238E27FC236}">
                <a16:creationId xmlns:a16="http://schemas.microsoft.com/office/drawing/2014/main" id="{94F59C96-CEC7-83A1-598E-ACD725C7717C}"/>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7</a:t>
            </a:fld>
            <a:endParaRPr lang="fr-FR" noProof="0">
              <a:solidFill>
                <a:schemeClr val="bg1"/>
              </a:solidFill>
              <a:latin typeface="Chewy" panose="02000000000000000000" pitchFamily="2" charset="0"/>
            </a:endParaRPr>
          </a:p>
        </p:txBody>
      </p:sp>
      <p:sp>
        <p:nvSpPr>
          <p:cNvPr id="13" name="Rectangle 12">
            <a:extLst>
              <a:ext uri="{FF2B5EF4-FFF2-40B4-BE49-F238E27FC236}">
                <a16:creationId xmlns:a16="http://schemas.microsoft.com/office/drawing/2014/main" id="{590E8D28-D844-016F-2DAF-7DD82E45D7DB}"/>
              </a:ext>
            </a:extLst>
          </p:cNvPr>
          <p:cNvSpPr/>
          <p:nvPr/>
        </p:nvSpPr>
        <p:spPr>
          <a:xfrm>
            <a:off x="6776066" y="1167344"/>
            <a:ext cx="4550926" cy="5204798"/>
          </a:xfrm>
          <a:prstGeom prst="rect">
            <a:avLst/>
          </a:prstGeom>
          <a:noFill/>
          <a:ln w="571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4" name="Rectangle 13">
            <a:extLst>
              <a:ext uri="{FF2B5EF4-FFF2-40B4-BE49-F238E27FC236}">
                <a16:creationId xmlns:a16="http://schemas.microsoft.com/office/drawing/2014/main" id="{BC66F75F-1A52-A3D9-97BB-590BDC38B9A4}"/>
              </a:ext>
            </a:extLst>
          </p:cNvPr>
          <p:cNvSpPr/>
          <p:nvPr/>
        </p:nvSpPr>
        <p:spPr>
          <a:xfrm>
            <a:off x="835425" y="1167344"/>
            <a:ext cx="4550926" cy="520479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5" name="TextBox 14">
            <a:extLst>
              <a:ext uri="{FF2B5EF4-FFF2-40B4-BE49-F238E27FC236}">
                <a16:creationId xmlns:a16="http://schemas.microsoft.com/office/drawing/2014/main" id="{843B05CE-926D-F797-6D4B-B18669948410}"/>
              </a:ext>
            </a:extLst>
          </p:cNvPr>
          <p:cNvSpPr txBox="1"/>
          <p:nvPr/>
        </p:nvSpPr>
        <p:spPr>
          <a:xfrm>
            <a:off x="835980" y="1168893"/>
            <a:ext cx="4548325" cy="461665"/>
          </a:xfrm>
          <a:prstGeom prst="rect">
            <a:avLst/>
          </a:prstGeom>
          <a:noFill/>
          <a:ln w="57150">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noProof="0">
                <a:latin typeface="Chewy" panose="02000000000000000000" pitchFamily="2" charset="0"/>
              </a:rPr>
              <a:t>Techniques</a:t>
            </a:r>
            <a:endParaRPr lang="fr-FR" i="1" noProof="0">
              <a:latin typeface="Chewy" panose="02000000000000000000" pitchFamily="2" charset="0"/>
            </a:endParaRPr>
          </a:p>
        </p:txBody>
      </p:sp>
      <p:sp>
        <p:nvSpPr>
          <p:cNvPr id="16" name="TextBox 15">
            <a:extLst>
              <a:ext uri="{FF2B5EF4-FFF2-40B4-BE49-F238E27FC236}">
                <a16:creationId xmlns:a16="http://schemas.microsoft.com/office/drawing/2014/main" id="{4CE35637-4BB9-57F7-6C04-A453E37768FF}"/>
              </a:ext>
            </a:extLst>
          </p:cNvPr>
          <p:cNvSpPr txBox="1"/>
          <p:nvPr/>
        </p:nvSpPr>
        <p:spPr>
          <a:xfrm>
            <a:off x="6776621" y="1168893"/>
            <a:ext cx="4548325" cy="461665"/>
          </a:xfrm>
          <a:prstGeom prst="rect">
            <a:avLst/>
          </a:prstGeom>
          <a:noFill/>
          <a:ln w="57150">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400" b="1" noProof="0">
                <a:solidFill>
                  <a:schemeClr val="accent1">
                    <a:lumMod val="40000"/>
                    <a:lumOff val="60000"/>
                  </a:schemeClr>
                </a:solidFill>
                <a:latin typeface="Chewy" panose="02000000000000000000" pitchFamily="2" charset="0"/>
              </a:rPr>
              <a:t>Normes</a:t>
            </a:r>
            <a:endParaRPr lang="fr-FR" noProof="0">
              <a:solidFill>
                <a:schemeClr val="accent1">
                  <a:lumMod val="40000"/>
                  <a:lumOff val="60000"/>
                </a:schemeClr>
              </a:solidFill>
              <a:latin typeface="Chewy" panose="02000000000000000000" pitchFamily="2" charset="0"/>
            </a:endParaRPr>
          </a:p>
        </p:txBody>
      </p:sp>
      <p:pic>
        <p:nvPicPr>
          <p:cNvPr id="17" name="Picture 16">
            <a:extLst>
              <a:ext uri="{FF2B5EF4-FFF2-40B4-BE49-F238E27FC236}">
                <a16:creationId xmlns:a16="http://schemas.microsoft.com/office/drawing/2014/main" id="{C5978029-FB89-29AB-4462-9825C4720171}"/>
              </a:ext>
            </a:extLst>
          </p:cNvPr>
          <p:cNvPicPr>
            <a:picLocks noChangeAspect="1"/>
          </p:cNvPicPr>
          <p:nvPr/>
        </p:nvPicPr>
        <p:blipFill>
          <a:blip r:embed="rId5"/>
          <a:stretch>
            <a:fillRect/>
          </a:stretch>
        </p:blipFill>
        <p:spPr>
          <a:xfrm>
            <a:off x="6880546" y="2047490"/>
            <a:ext cx="844859" cy="852257"/>
          </a:xfrm>
          <a:prstGeom prst="rect">
            <a:avLst/>
          </a:prstGeom>
        </p:spPr>
      </p:pic>
      <p:sp>
        <p:nvSpPr>
          <p:cNvPr id="18" name="TextBox 17">
            <a:extLst>
              <a:ext uri="{FF2B5EF4-FFF2-40B4-BE49-F238E27FC236}">
                <a16:creationId xmlns:a16="http://schemas.microsoft.com/office/drawing/2014/main" id="{3F1728D2-7884-6A3D-1A7C-84DBE63963AE}"/>
              </a:ext>
            </a:extLst>
          </p:cNvPr>
          <p:cNvSpPr txBox="1"/>
          <p:nvPr/>
        </p:nvSpPr>
        <p:spPr>
          <a:xfrm>
            <a:off x="7886329" y="2064058"/>
            <a:ext cx="2522530" cy="400110"/>
          </a:xfrm>
          <a:prstGeom prst="rect">
            <a:avLst/>
          </a:prstGeom>
          <a:solidFill>
            <a:schemeClr val="bg1"/>
          </a:solid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noProof="0">
                <a:solidFill>
                  <a:schemeClr val="tx2"/>
                </a:solidFill>
                <a:latin typeface="Chewy"/>
              </a:rPr>
              <a:t>Green Label Code</a:t>
            </a:r>
          </a:p>
        </p:txBody>
      </p:sp>
      <p:sp>
        <p:nvSpPr>
          <p:cNvPr id="3" name="TextBox 2">
            <a:extLst>
              <a:ext uri="{FF2B5EF4-FFF2-40B4-BE49-F238E27FC236}">
                <a16:creationId xmlns:a16="http://schemas.microsoft.com/office/drawing/2014/main" id="{79EEF9FD-54EA-8C8F-D6CE-0604C1093056}"/>
              </a:ext>
            </a:extLst>
          </p:cNvPr>
          <p:cNvSpPr txBox="1"/>
          <p:nvPr/>
        </p:nvSpPr>
        <p:spPr>
          <a:xfrm>
            <a:off x="7886329" y="2632435"/>
            <a:ext cx="2522530" cy="400110"/>
          </a:xfrm>
          <a:prstGeom prst="rect">
            <a:avLst/>
          </a:prstGeom>
          <a:solidFill>
            <a:schemeClr val="bg1"/>
          </a:solid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noProof="0">
                <a:solidFill>
                  <a:schemeClr val="tx2"/>
                </a:solidFill>
                <a:latin typeface="Chewy"/>
              </a:rPr>
              <a:t>Référentiel Green IT</a:t>
            </a:r>
          </a:p>
        </p:txBody>
      </p:sp>
      <p:pic>
        <p:nvPicPr>
          <p:cNvPr id="7" name="Picture 6">
            <a:extLst>
              <a:ext uri="{FF2B5EF4-FFF2-40B4-BE49-F238E27FC236}">
                <a16:creationId xmlns:a16="http://schemas.microsoft.com/office/drawing/2014/main" id="{2772F164-2C4A-9FD4-FA15-758B5348CC29}"/>
              </a:ext>
            </a:extLst>
          </p:cNvPr>
          <p:cNvPicPr>
            <a:picLocks noChangeAspect="1"/>
          </p:cNvPicPr>
          <p:nvPr/>
        </p:nvPicPr>
        <p:blipFill>
          <a:blip r:embed="rId6"/>
          <a:stretch>
            <a:fillRect/>
          </a:stretch>
        </p:blipFill>
        <p:spPr>
          <a:xfrm>
            <a:off x="6897880" y="3354935"/>
            <a:ext cx="838914" cy="831792"/>
          </a:xfrm>
          <a:prstGeom prst="rect">
            <a:avLst/>
          </a:prstGeom>
        </p:spPr>
      </p:pic>
      <p:sp>
        <p:nvSpPr>
          <p:cNvPr id="9" name="TextBox 8">
            <a:extLst>
              <a:ext uri="{FF2B5EF4-FFF2-40B4-BE49-F238E27FC236}">
                <a16:creationId xmlns:a16="http://schemas.microsoft.com/office/drawing/2014/main" id="{B86F17FF-E088-2437-EB49-A30BA081FDDE}"/>
              </a:ext>
            </a:extLst>
          </p:cNvPr>
          <p:cNvSpPr txBox="1"/>
          <p:nvPr/>
        </p:nvSpPr>
        <p:spPr>
          <a:xfrm>
            <a:off x="7886328" y="3629443"/>
            <a:ext cx="2522530" cy="400110"/>
          </a:xfrm>
          <a:prstGeom prst="rect">
            <a:avLst/>
          </a:prstGeom>
          <a:solidFill>
            <a:schemeClr val="bg1"/>
          </a:solidFill>
          <a:ln w="28575">
            <a:solidFill>
              <a:schemeClr val="tx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2000" noProof="0">
                <a:solidFill>
                  <a:schemeClr val="tx2"/>
                </a:solidFill>
                <a:latin typeface="Chewy"/>
              </a:rPr>
              <a:t>Loi REEN </a:t>
            </a:r>
          </a:p>
        </p:txBody>
      </p:sp>
      <p:pic>
        <p:nvPicPr>
          <p:cNvPr id="11" name="Picture 10">
            <a:extLst>
              <a:ext uri="{FF2B5EF4-FFF2-40B4-BE49-F238E27FC236}">
                <a16:creationId xmlns:a16="http://schemas.microsoft.com/office/drawing/2014/main" id="{4E83086E-BCA4-599B-2422-305029EC5ABD}"/>
              </a:ext>
            </a:extLst>
          </p:cNvPr>
          <p:cNvPicPr>
            <a:picLocks noChangeAspect="1"/>
          </p:cNvPicPr>
          <p:nvPr/>
        </p:nvPicPr>
        <p:blipFill>
          <a:blip r:embed="rId7"/>
          <a:stretch>
            <a:fillRect/>
          </a:stretch>
        </p:blipFill>
        <p:spPr>
          <a:xfrm>
            <a:off x="1136590" y="1795328"/>
            <a:ext cx="938614" cy="931492"/>
          </a:xfrm>
          <a:prstGeom prst="rect">
            <a:avLst/>
          </a:prstGeom>
        </p:spPr>
      </p:pic>
      <p:sp>
        <p:nvSpPr>
          <p:cNvPr id="12" name="TextBox 11">
            <a:extLst>
              <a:ext uri="{FF2B5EF4-FFF2-40B4-BE49-F238E27FC236}">
                <a16:creationId xmlns:a16="http://schemas.microsoft.com/office/drawing/2014/main" id="{93B2E36E-BE7E-B11B-2E04-F0455E712857}"/>
              </a:ext>
            </a:extLst>
          </p:cNvPr>
          <p:cNvSpPr txBox="1"/>
          <p:nvPr/>
        </p:nvSpPr>
        <p:spPr>
          <a:xfrm>
            <a:off x="2193420" y="2079476"/>
            <a:ext cx="1838770" cy="369332"/>
          </a:xfrm>
          <a:prstGeom prst="rect">
            <a:avLst/>
          </a:prstGeom>
          <a:solidFill>
            <a:schemeClr val="bg1"/>
          </a:solidFill>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a:latin typeface="Chewy"/>
              </a:rPr>
              <a:t>Optimisation</a:t>
            </a:r>
            <a:endParaRPr lang="en-US"/>
          </a:p>
        </p:txBody>
      </p:sp>
      <p:sp>
        <p:nvSpPr>
          <p:cNvPr id="20" name="TextBox 19">
            <a:extLst>
              <a:ext uri="{FF2B5EF4-FFF2-40B4-BE49-F238E27FC236}">
                <a16:creationId xmlns:a16="http://schemas.microsoft.com/office/drawing/2014/main" id="{4643671A-2711-6EC8-FE03-CDE22D8A2D0F}"/>
              </a:ext>
            </a:extLst>
          </p:cNvPr>
          <p:cNvSpPr txBox="1"/>
          <p:nvPr/>
        </p:nvSpPr>
        <p:spPr>
          <a:xfrm>
            <a:off x="2193419" y="5120354"/>
            <a:ext cx="1838770" cy="923330"/>
          </a:xfrm>
          <a:prstGeom prst="rect">
            <a:avLst/>
          </a:prstGeom>
          <a:solidFill>
            <a:schemeClr val="bg1"/>
          </a:solidFill>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a:latin typeface="Chewy" panose="02000000000000000000" pitchFamily="2" charset="0"/>
              </a:rPr>
              <a:t>Suppression des fonctionnalités non essentielles</a:t>
            </a:r>
          </a:p>
        </p:txBody>
      </p:sp>
      <p:pic>
        <p:nvPicPr>
          <p:cNvPr id="21" name="Picture 20">
            <a:extLst>
              <a:ext uri="{FF2B5EF4-FFF2-40B4-BE49-F238E27FC236}">
                <a16:creationId xmlns:a16="http://schemas.microsoft.com/office/drawing/2014/main" id="{8ECD3760-26D7-8891-FDB0-570605616CAC}"/>
              </a:ext>
            </a:extLst>
          </p:cNvPr>
          <p:cNvPicPr>
            <a:picLocks noChangeAspect="1"/>
          </p:cNvPicPr>
          <p:nvPr/>
        </p:nvPicPr>
        <p:blipFill>
          <a:blip r:embed="rId8"/>
          <a:stretch>
            <a:fillRect/>
          </a:stretch>
        </p:blipFill>
        <p:spPr>
          <a:xfrm>
            <a:off x="1058254" y="2892038"/>
            <a:ext cx="1095287" cy="1088166"/>
          </a:xfrm>
          <a:prstGeom prst="rect">
            <a:avLst/>
          </a:prstGeom>
        </p:spPr>
      </p:pic>
      <p:pic>
        <p:nvPicPr>
          <p:cNvPr id="22" name="Picture 21">
            <a:extLst>
              <a:ext uri="{FF2B5EF4-FFF2-40B4-BE49-F238E27FC236}">
                <a16:creationId xmlns:a16="http://schemas.microsoft.com/office/drawing/2014/main" id="{C28D711D-F8C5-1801-AC7C-5217F9139F4C}"/>
              </a:ext>
            </a:extLst>
          </p:cNvPr>
          <p:cNvPicPr>
            <a:picLocks noChangeAspect="1"/>
          </p:cNvPicPr>
          <p:nvPr/>
        </p:nvPicPr>
        <p:blipFill>
          <a:blip r:embed="rId9"/>
          <a:stretch>
            <a:fillRect/>
          </a:stretch>
        </p:blipFill>
        <p:spPr>
          <a:xfrm>
            <a:off x="1250536" y="4088450"/>
            <a:ext cx="824670" cy="817548"/>
          </a:xfrm>
          <a:prstGeom prst="rect">
            <a:avLst/>
          </a:prstGeom>
        </p:spPr>
      </p:pic>
      <p:sp>
        <p:nvSpPr>
          <p:cNvPr id="23" name="TextBox 22">
            <a:extLst>
              <a:ext uri="{FF2B5EF4-FFF2-40B4-BE49-F238E27FC236}">
                <a16:creationId xmlns:a16="http://schemas.microsoft.com/office/drawing/2014/main" id="{1FE582A2-2D95-8C60-D747-4D1DFEBA7A2A}"/>
              </a:ext>
            </a:extLst>
          </p:cNvPr>
          <p:cNvSpPr txBox="1"/>
          <p:nvPr/>
        </p:nvSpPr>
        <p:spPr>
          <a:xfrm>
            <a:off x="2193419" y="3169064"/>
            <a:ext cx="1838770" cy="646331"/>
          </a:xfrm>
          <a:prstGeom prst="rect">
            <a:avLst/>
          </a:prstGeom>
          <a:solidFill>
            <a:schemeClr val="bg1"/>
          </a:solidFill>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a:latin typeface="Chewy" panose="02000000000000000000" pitchFamily="2" charset="0"/>
              </a:rPr>
              <a:t>Hébergeur durable</a:t>
            </a:r>
          </a:p>
        </p:txBody>
      </p:sp>
      <p:sp>
        <p:nvSpPr>
          <p:cNvPr id="24" name="TextBox 23">
            <a:extLst>
              <a:ext uri="{FF2B5EF4-FFF2-40B4-BE49-F238E27FC236}">
                <a16:creationId xmlns:a16="http://schemas.microsoft.com/office/drawing/2014/main" id="{DA992022-47CA-C4C9-15EF-8F22631548D1}"/>
              </a:ext>
            </a:extLst>
          </p:cNvPr>
          <p:cNvSpPr txBox="1"/>
          <p:nvPr/>
        </p:nvSpPr>
        <p:spPr>
          <a:xfrm>
            <a:off x="2193418" y="4173194"/>
            <a:ext cx="1838770" cy="646331"/>
          </a:xfrm>
          <a:prstGeom prst="rect">
            <a:avLst/>
          </a:prstGeom>
          <a:solidFill>
            <a:schemeClr val="bg1"/>
          </a:solidFill>
          <a:ln w="28575">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err="1">
                <a:latin typeface="Chewy" panose="02000000000000000000" pitchFamily="2" charset="0"/>
              </a:rPr>
              <a:t>Télechargement</a:t>
            </a:r>
            <a:r>
              <a:rPr lang="fr-FR" noProof="0">
                <a:latin typeface="Chewy" panose="02000000000000000000" pitchFamily="2" charset="0"/>
              </a:rPr>
              <a:t> de la page</a:t>
            </a:r>
          </a:p>
        </p:txBody>
      </p:sp>
      <p:pic>
        <p:nvPicPr>
          <p:cNvPr id="25" name="Picture 24">
            <a:extLst>
              <a:ext uri="{FF2B5EF4-FFF2-40B4-BE49-F238E27FC236}">
                <a16:creationId xmlns:a16="http://schemas.microsoft.com/office/drawing/2014/main" id="{5D123522-0ECA-9A82-9DAD-3C94B1F1E51D}"/>
              </a:ext>
            </a:extLst>
          </p:cNvPr>
          <p:cNvPicPr>
            <a:picLocks noChangeAspect="1"/>
          </p:cNvPicPr>
          <p:nvPr/>
        </p:nvPicPr>
        <p:blipFill>
          <a:blip r:embed="rId10"/>
          <a:stretch>
            <a:fillRect/>
          </a:stretch>
        </p:blipFill>
        <p:spPr>
          <a:xfrm>
            <a:off x="1036889" y="5064095"/>
            <a:ext cx="1038315" cy="1031193"/>
          </a:xfrm>
          <a:prstGeom prst="rect">
            <a:avLst/>
          </a:prstGeom>
        </p:spPr>
      </p:pic>
      <p:pic>
        <p:nvPicPr>
          <p:cNvPr id="19" name="Image 18" descr="Une image contenant symbole, logo, Graphique, conception">
            <a:extLst>
              <a:ext uri="{FF2B5EF4-FFF2-40B4-BE49-F238E27FC236}">
                <a16:creationId xmlns:a16="http://schemas.microsoft.com/office/drawing/2014/main" id="{B3F3CED7-3F6D-A06B-2D67-AA42FE304DF1}"/>
              </a:ext>
            </a:extLst>
          </p:cNvPr>
          <p:cNvPicPr>
            <a:picLocks noChangeAspect="1"/>
          </p:cNvPicPr>
          <p:nvPr/>
        </p:nvPicPr>
        <p:blipFill>
          <a:blip r:embed="rId11">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9647590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DA44E-E485-CBC9-B162-21501BCF425A}"/>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2E65A106-C3B2-9331-393F-2D1C235C2B52}"/>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DDA2B770-F2AE-9CA3-D308-4403C2835ABD}"/>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954A0EAE-3110-04A7-00FB-4D304ED49E0B}"/>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95747171-877D-F3A4-ECFF-A74E323E5439}"/>
              </a:ext>
            </a:extLst>
          </p:cNvPr>
          <p:cNvSpPr/>
          <p:nvPr/>
        </p:nvSpPr>
        <p:spPr>
          <a:xfrm>
            <a:off x="-1" y="0"/>
            <a:ext cx="11560629"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EB4C13E9-7ADA-8D17-3AFF-165995A77559}"/>
              </a:ext>
            </a:extLst>
          </p:cNvPr>
          <p:cNvSpPr>
            <a:spLocks noGrp="1"/>
          </p:cNvSpPr>
          <p:nvPr>
            <p:ph type="title"/>
          </p:nvPr>
        </p:nvSpPr>
        <p:spPr>
          <a:xfrm>
            <a:off x="749400" y="349330"/>
            <a:ext cx="10515600" cy="1325563"/>
          </a:xfrm>
        </p:spPr>
        <p:txBody>
          <a:bodyPr/>
          <a:lstStyle/>
          <a:p>
            <a:r>
              <a:rPr lang="fr-FR" noProof="0">
                <a:solidFill>
                  <a:schemeClr val="bg1"/>
                </a:solidFill>
                <a:latin typeface="Chewy"/>
              </a:rPr>
              <a:t>Statistiques – Code HTML</a:t>
            </a:r>
            <a:endParaRPr lang="fr-FR" noProof="0">
              <a:solidFill>
                <a:schemeClr val="bg1"/>
              </a:solidFill>
              <a:latin typeface="Chewy" panose="02000000000000000000" pitchFamily="2" charset="0"/>
            </a:endParaRPr>
          </a:p>
        </p:txBody>
      </p:sp>
      <p:sp>
        <p:nvSpPr>
          <p:cNvPr id="3" name="Espace réservé du contenu 2">
            <a:extLst>
              <a:ext uri="{FF2B5EF4-FFF2-40B4-BE49-F238E27FC236}">
                <a16:creationId xmlns:a16="http://schemas.microsoft.com/office/drawing/2014/main" id="{D8FF151B-ED03-6BCD-4B4D-1ED989A56F1E}"/>
              </a:ext>
            </a:extLst>
          </p:cNvPr>
          <p:cNvSpPr>
            <a:spLocks noGrp="1"/>
          </p:cNvSpPr>
          <p:nvPr>
            <p:ph idx="1"/>
          </p:nvPr>
        </p:nvSpPr>
        <p:spPr>
          <a:xfrm>
            <a:off x="493144" y="1813755"/>
            <a:ext cx="11191336" cy="5012696"/>
          </a:xfrm>
        </p:spPr>
        <p:txBody>
          <a:bodyPr vert="horz" lIns="91440" tIns="45720" rIns="91440" bIns="45720" rtlCol="0" anchor="t">
            <a:normAutofit/>
          </a:bodyPr>
          <a:lstStyle/>
          <a:p>
            <a:pPr marL="0" indent="0">
              <a:buNone/>
            </a:pPr>
            <a:endParaRPr lang="fr-FR" noProof="0">
              <a:solidFill>
                <a:schemeClr val="bg1"/>
              </a:solidFill>
              <a:latin typeface="Chewy"/>
              <a:ea typeface="+mn-lt"/>
              <a:cs typeface="+mn-lt"/>
            </a:endParaRPr>
          </a:p>
          <a:p>
            <a:pPr marL="0" indent="0">
              <a:buNone/>
            </a:pPr>
            <a:r>
              <a:rPr lang="fr-FR" noProof="0">
                <a:solidFill>
                  <a:schemeClr val="bg1"/>
                </a:solidFill>
                <a:latin typeface="Chewy"/>
                <a:ea typeface="+mn-lt"/>
                <a:cs typeface="+mn-lt"/>
              </a:rPr>
              <a:t>- Visites mensuelles: 10 000</a:t>
            </a:r>
          </a:p>
          <a:p>
            <a:pPr marL="0" indent="0">
              <a:buNone/>
            </a:pPr>
            <a:r>
              <a:rPr lang="fr-FR" noProof="0">
                <a:solidFill>
                  <a:schemeClr val="bg1"/>
                </a:solidFill>
                <a:latin typeface="Chewy"/>
                <a:ea typeface="+mn-lt"/>
                <a:cs typeface="+mn-lt"/>
              </a:rPr>
              <a:t>	- Taille du </a:t>
            </a:r>
            <a:r>
              <a:rPr lang="fr-FR">
                <a:solidFill>
                  <a:schemeClr val="bg1"/>
                </a:solidFill>
                <a:latin typeface="Chewy"/>
                <a:ea typeface="+mn-lt"/>
                <a:cs typeface="+mn-lt"/>
              </a:rPr>
              <a:t>code HTML</a:t>
            </a:r>
            <a:r>
              <a:rPr lang="fr-FR" noProof="0">
                <a:solidFill>
                  <a:schemeClr val="bg1"/>
                </a:solidFill>
                <a:latin typeface="Chewy"/>
                <a:ea typeface="+mn-lt"/>
                <a:cs typeface="+mn-lt"/>
              </a:rPr>
              <a:t> </a:t>
            </a:r>
            <a:r>
              <a:rPr lang="fr-FR">
                <a:solidFill>
                  <a:schemeClr val="bg1"/>
                </a:solidFill>
                <a:latin typeface="Chewy"/>
                <a:ea typeface="+mn-lt"/>
                <a:cs typeface="+mn-lt"/>
              </a:rPr>
              <a:t>de CYU </a:t>
            </a:r>
            <a:r>
              <a:rPr lang="fr-FR" noProof="0">
                <a:solidFill>
                  <a:schemeClr val="bg1"/>
                </a:solidFill>
                <a:latin typeface="Chewy"/>
                <a:ea typeface="+mn-lt"/>
                <a:cs typeface="+mn-lt"/>
              </a:rPr>
              <a:t>: 332 Ko</a:t>
            </a:r>
            <a:endParaRPr lang="fr-FR">
              <a:solidFill>
                <a:schemeClr val="bg1"/>
              </a:solidFill>
              <a:latin typeface="Chewy"/>
            </a:endParaRPr>
          </a:p>
          <a:p>
            <a:pPr marL="0" indent="0">
              <a:buNone/>
            </a:pPr>
            <a:r>
              <a:rPr lang="fr-FR" noProof="0">
                <a:solidFill>
                  <a:schemeClr val="bg1"/>
                </a:solidFill>
                <a:latin typeface="Chewy"/>
                <a:ea typeface="+mn-lt"/>
                <a:cs typeface="+mn-lt"/>
              </a:rPr>
              <a:t>	- Taille </a:t>
            </a:r>
            <a:r>
              <a:rPr lang="fr-FR">
                <a:solidFill>
                  <a:schemeClr val="bg1"/>
                </a:solidFill>
                <a:latin typeface="Chewy"/>
                <a:ea typeface="+mn-lt"/>
                <a:cs typeface="+mn-lt"/>
              </a:rPr>
              <a:t>moyenne du code HTML </a:t>
            </a:r>
            <a:r>
              <a:rPr lang="fr-FR" noProof="0">
                <a:solidFill>
                  <a:schemeClr val="bg1"/>
                </a:solidFill>
                <a:latin typeface="Chewy"/>
                <a:ea typeface="+mn-lt"/>
                <a:cs typeface="+mn-lt"/>
              </a:rPr>
              <a:t>d'une page </a:t>
            </a:r>
            <a:r>
              <a:rPr lang="fr-FR">
                <a:solidFill>
                  <a:schemeClr val="bg1"/>
                </a:solidFill>
                <a:latin typeface="Chewy"/>
                <a:ea typeface="+mn-lt"/>
                <a:cs typeface="+mn-lt"/>
              </a:rPr>
              <a:t>classique  </a:t>
            </a:r>
            <a:r>
              <a:rPr lang="fr-FR" noProof="0">
                <a:solidFill>
                  <a:schemeClr val="bg1"/>
                </a:solidFill>
                <a:latin typeface="Chewy"/>
                <a:ea typeface="+mn-lt"/>
                <a:cs typeface="+mn-lt"/>
              </a:rPr>
              <a:t>: 1 200 Ko</a:t>
            </a:r>
          </a:p>
          <a:p>
            <a:pPr marL="0" indent="0">
              <a:buNone/>
            </a:pPr>
            <a:endParaRPr lang="fr-FR" noProof="0">
              <a:solidFill>
                <a:schemeClr val="bg1"/>
              </a:solidFill>
              <a:latin typeface="Chewy" panose="02000000000000000000" pitchFamily="2" charset="0"/>
              <a:ea typeface="+mn-lt"/>
              <a:cs typeface="+mn-lt"/>
            </a:endParaRPr>
          </a:p>
          <a:p>
            <a:pPr marL="0" indent="0">
              <a:buNone/>
            </a:pPr>
            <a:r>
              <a:rPr lang="fr-FR" noProof="0">
                <a:solidFill>
                  <a:schemeClr val="bg1"/>
                </a:solidFill>
                <a:latin typeface="Chewy"/>
                <a:ea typeface="+mn-lt"/>
                <a:cs typeface="+mn-lt"/>
              </a:rPr>
              <a:t>- Émissions de CO₂</a:t>
            </a:r>
          </a:p>
          <a:p>
            <a:pPr marL="0" indent="0">
              <a:buNone/>
            </a:pPr>
            <a:r>
              <a:rPr lang="fr-FR" noProof="0">
                <a:solidFill>
                  <a:schemeClr val="bg1"/>
                </a:solidFill>
                <a:latin typeface="Chewy"/>
                <a:ea typeface="+mn-lt"/>
                <a:cs typeface="+mn-lt"/>
              </a:rPr>
              <a:t>	- Émission </a:t>
            </a:r>
            <a:r>
              <a:rPr lang="fr-FR">
                <a:solidFill>
                  <a:schemeClr val="bg1"/>
                </a:solidFill>
                <a:latin typeface="Chewy"/>
                <a:ea typeface="+mn-lt"/>
                <a:cs typeface="+mn-lt"/>
              </a:rPr>
              <a:t>par visite </a:t>
            </a:r>
            <a:r>
              <a:rPr lang="fr-FR" noProof="0">
                <a:solidFill>
                  <a:schemeClr val="bg1"/>
                </a:solidFill>
                <a:latin typeface="Chewy"/>
                <a:ea typeface="+mn-lt"/>
                <a:cs typeface="+mn-lt"/>
              </a:rPr>
              <a:t>: </a:t>
            </a:r>
            <a:r>
              <a:rPr lang="fr-FR">
                <a:solidFill>
                  <a:schemeClr val="bg1"/>
                </a:solidFill>
                <a:latin typeface="Chewy"/>
                <a:ea typeface="+mn-lt"/>
                <a:cs typeface="+mn-lt"/>
              </a:rPr>
              <a:t>1,08</a:t>
            </a:r>
            <a:r>
              <a:rPr lang="fr-FR" noProof="0">
                <a:solidFill>
                  <a:schemeClr val="bg1"/>
                </a:solidFill>
                <a:latin typeface="Chewy"/>
                <a:ea typeface="+mn-lt"/>
                <a:cs typeface="+mn-lt"/>
              </a:rPr>
              <a:t> g de CO₂</a:t>
            </a:r>
            <a:endParaRPr lang="fr-FR">
              <a:solidFill>
                <a:schemeClr val="bg1"/>
              </a:solidFill>
              <a:latin typeface="Chewy"/>
              <a:ea typeface="+mn-lt"/>
              <a:cs typeface="+mn-lt"/>
            </a:endParaRPr>
          </a:p>
          <a:p>
            <a:pPr marL="0" indent="0">
              <a:buNone/>
            </a:pPr>
            <a:r>
              <a:rPr lang="fr-FR" noProof="0">
                <a:solidFill>
                  <a:schemeClr val="bg1"/>
                </a:solidFill>
                <a:latin typeface="Chewy"/>
                <a:ea typeface="+mn-lt"/>
                <a:cs typeface="+mn-lt"/>
              </a:rPr>
              <a:t>	- Émission </a:t>
            </a:r>
            <a:r>
              <a:rPr lang="fr-FR">
                <a:solidFill>
                  <a:schemeClr val="bg1"/>
                </a:solidFill>
                <a:latin typeface="Chewy"/>
                <a:ea typeface="+mn-lt"/>
                <a:cs typeface="+mn-lt"/>
              </a:rPr>
              <a:t>par mois</a:t>
            </a:r>
            <a:r>
              <a:rPr lang="fr-FR" noProof="0">
                <a:solidFill>
                  <a:schemeClr val="bg1"/>
                </a:solidFill>
                <a:latin typeface="Chewy"/>
                <a:ea typeface="+mn-lt"/>
                <a:cs typeface="+mn-lt"/>
              </a:rPr>
              <a:t> : </a:t>
            </a:r>
            <a:r>
              <a:rPr lang="fr-FR">
                <a:solidFill>
                  <a:schemeClr val="bg1"/>
                </a:solidFill>
                <a:latin typeface="Chewy"/>
                <a:ea typeface="+mn-lt"/>
                <a:cs typeface="+mn-lt"/>
              </a:rPr>
              <a:t>10,8</a:t>
            </a:r>
            <a:r>
              <a:rPr lang="fr-FR" noProof="0">
                <a:solidFill>
                  <a:schemeClr val="bg1"/>
                </a:solidFill>
                <a:latin typeface="Chewy"/>
                <a:ea typeface="+mn-lt"/>
                <a:cs typeface="+mn-lt"/>
              </a:rPr>
              <a:t> kg de CO₂ </a:t>
            </a:r>
          </a:p>
          <a:p>
            <a:pPr marL="0" indent="0">
              <a:buNone/>
            </a:pPr>
            <a:r>
              <a:rPr lang="fr-FR">
                <a:solidFill>
                  <a:schemeClr val="bg1"/>
                </a:solidFill>
                <a:latin typeface="Chewy"/>
              </a:rPr>
              <a:t> </a:t>
            </a:r>
            <a:r>
              <a:rPr lang="fr-FR">
                <a:solidFill>
                  <a:schemeClr val="bg1"/>
                </a:solidFill>
                <a:latin typeface="Chewy"/>
                <a:ea typeface="+mn-lt"/>
                <a:cs typeface="+mn-lt"/>
              </a:rPr>
              <a:t>    - Émission par an : 129,6 kg de CO</a:t>
            </a:r>
            <a:r>
              <a:rPr lang="fr-FR">
                <a:solidFill>
                  <a:schemeClr val="bg1"/>
                </a:solidFill>
                <a:latin typeface="Chewy"/>
              </a:rPr>
              <a:t>₂</a:t>
            </a:r>
          </a:p>
        </p:txBody>
      </p:sp>
      <p:sp>
        <p:nvSpPr>
          <p:cNvPr id="9" name="Espace réservé du numéro de diapositive 4">
            <a:extLst>
              <a:ext uri="{FF2B5EF4-FFF2-40B4-BE49-F238E27FC236}">
                <a16:creationId xmlns:a16="http://schemas.microsoft.com/office/drawing/2014/main" id="{676C933D-2FBF-6C8B-008E-4F6FFCE9A13D}"/>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8</a:t>
            </a:fld>
            <a:endParaRPr lang="fr-FR" noProof="0">
              <a:solidFill>
                <a:schemeClr val="bg1"/>
              </a:solidFill>
              <a:latin typeface="Chewy" panose="02000000000000000000" pitchFamily="2" charset="0"/>
            </a:endParaRPr>
          </a:p>
        </p:txBody>
      </p:sp>
      <p:pic>
        <p:nvPicPr>
          <p:cNvPr id="7" name="Image 6" descr="Une image contenant symbole, logo, Graphique, conception">
            <a:extLst>
              <a:ext uri="{FF2B5EF4-FFF2-40B4-BE49-F238E27FC236}">
                <a16:creationId xmlns:a16="http://schemas.microsoft.com/office/drawing/2014/main" id="{C859E244-68C9-4F31-6449-272682CD1BC3}"/>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11112839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D74E0AE5-DAAD-7427-011E-E1C97623E02C}"/>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8B308EE6-3415-ED7E-A261-B636D7E22E9B}"/>
              </a:ext>
            </a:extLst>
          </p:cNvPr>
          <p:cNvPicPr preferRelativeResize="0"/>
          <p:nvPr/>
        </p:nvPicPr>
        <p:blipFill>
          <a:blip r:embed="rId3">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43CC9BB5-2590-E1C9-0146-78EF31617939}"/>
              </a:ext>
            </a:extLst>
          </p:cNvPr>
          <p:cNvPicPr preferRelativeResize="0"/>
          <p:nvPr/>
        </p:nvPicPr>
        <p:blipFill>
          <a:blip r:embed="rId3">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9" name="Rectangle 8">
            <a:extLst>
              <a:ext uri="{FF2B5EF4-FFF2-40B4-BE49-F238E27FC236}">
                <a16:creationId xmlns:a16="http://schemas.microsoft.com/office/drawing/2014/main" id="{C7B50E9F-6537-8747-A1AE-BC1C98C86CC1}"/>
              </a:ext>
            </a:extLst>
          </p:cNvPr>
          <p:cNvSpPr/>
          <p:nvPr/>
        </p:nvSpPr>
        <p:spPr>
          <a:xfrm>
            <a:off x="-1" y="0"/>
            <a:ext cx="11353801"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37EA3F49-9A50-A15D-E2EB-16646E8B3EC6}"/>
              </a:ext>
            </a:extLst>
          </p:cNvPr>
          <p:cNvSpPr>
            <a:spLocks noGrp="1"/>
          </p:cNvSpPr>
          <p:nvPr>
            <p:ph type="title"/>
          </p:nvPr>
        </p:nvSpPr>
        <p:spPr/>
        <p:txBody>
          <a:bodyPr/>
          <a:lstStyle/>
          <a:p>
            <a:r>
              <a:rPr lang="fr-FR" noProof="0">
                <a:solidFill>
                  <a:schemeClr val="bg1"/>
                </a:solidFill>
                <a:latin typeface="Chewy" panose="02000000000000000000" pitchFamily="2" charset="0"/>
              </a:rPr>
              <a:t>Problématique affinée</a:t>
            </a:r>
          </a:p>
        </p:txBody>
      </p:sp>
      <p:sp>
        <p:nvSpPr>
          <p:cNvPr id="3" name="Espace réservé du contenu 2">
            <a:extLst>
              <a:ext uri="{FF2B5EF4-FFF2-40B4-BE49-F238E27FC236}">
                <a16:creationId xmlns:a16="http://schemas.microsoft.com/office/drawing/2014/main" id="{1332E0F8-DFC6-D437-14C1-61D7C3C2730F}"/>
              </a:ext>
            </a:extLst>
          </p:cNvPr>
          <p:cNvSpPr>
            <a:spLocks noGrp="1"/>
          </p:cNvSpPr>
          <p:nvPr>
            <p:ph idx="1"/>
          </p:nvPr>
        </p:nvSpPr>
        <p:spPr>
          <a:xfrm>
            <a:off x="838200" y="2589197"/>
            <a:ext cx="10515600" cy="1115538"/>
          </a:xfrm>
        </p:spPr>
        <p:txBody>
          <a:bodyPr>
            <a:normAutofit/>
          </a:bodyPr>
          <a:lstStyle/>
          <a:p>
            <a:pPr marL="0" indent="0" algn="ctr">
              <a:buNone/>
            </a:pPr>
            <a:r>
              <a:rPr lang="fr-FR" sz="2400" noProof="0">
                <a:solidFill>
                  <a:schemeClr val="bg1"/>
                </a:solidFill>
                <a:latin typeface="Chewy" panose="02000000000000000000" pitchFamily="2" charset="0"/>
              </a:rPr>
              <a:t>Quelle stratégie réaliste d'éco-conception peut être mise en œuvre pour réduire l'impact environnemental du site internet de CYU tout en maximisant les bénéfices économiques et sociaux de manière durable ?</a:t>
            </a:r>
          </a:p>
        </p:txBody>
      </p:sp>
      <p:sp>
        <p:nvSpPr>
          <p:cNvPr id="8" name="Espace réservé du numéro de diapositive 4">
            <a:extLst>
              <a:ext uri="{FF2B5EF4-FFF2-40B4-BE49-F238E27FC236}">
                <a16:creationId xmlns:a16="http://schemas.microsoft.com/office/drawing/2014/main" id="{D11809AF-0350-EACF-DFF8-B909B03B7613}"/>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9</a:t>
            </a:fld>
            <a:endParaRPr lang="fr-FR" noProof="0">
              <a:solidFill>
                <a:schemeClr val="bg1"/>
              </a:solidFill>
              <a:latin typeface="Chewy" panose="02000000000000000000" pitchFamily="2" charset="0"/>
            </a:endParaRPr>
          </a:p>
        </p:txBody>
      </p:sp>
      <p:pic>
        <p:nvPicPr>
          <p:cNvPr id="7" name="Image 6" descr="Une image contenant symbole, logo, Graphique, conception">
            <a:extLst>
              <a:ext uri="{FF2B5EF4-FFF2-40B4-BE49-F238E27FC236}">
                <a16:creationId xmlns:a16="http://schemas.microsoft.com/office/drawing/2014/main" id="{208B5606-E97D-2764-E6CE-63417733E017}"/>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73633" y="128467"/>
            <a:ext cx="539700" cy="511179"/>
          </a:xfrm>
          <a:prstGeom prst="rect">
            <a:avLst/>
          </a:prstGeom>
          <a:ln>
            <a:noFill/>
          </a:ln>
        </p:spPr>
      </p:pic>
    </p:spTree>
    <p:extLst>
      <p:ext uri="{BB962C8B-B14F-4D97-AF65-F5344CB8AC3E}">
        <p14:creationId xmlns:p14="http://schemas.microsoft.com/office/powerpoint/2010/main" val="1876133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6FD9695C-D6E2-2942-6479-6031163E4911}"/>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FF22985F-7B62-ADC6-BE9F-1712544E3A3A}"/>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6" name="Google Shape;405;p44">
            <a:extLst>
              <a:ext uri="{FF2B5EF4-FFF2-40B4-BE49-F238E27FC236}">
                <a16:creationId xmlns:a16="http://schemas.microsoft.com/office/drawing/2014/main" id="{387CECFB-DBE3-3F2B-5E2B-A004DE779CD6}"/>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61F68BAC-4359-B30C-0060-EB8FF2A95665}"/>
              </a:ext>
            </a:extLst>
          </p:cNvPr>
          <p:cNvSpPr/>
          <p:nvPr/>
        </p:nvSpPr>
        <p:spPr>
          <a:xfrm>
            <a:off x="0" y="0"/>
            <a:ext cx="6357258"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28B054A5-60A5-BD96-45D3-6C8FDF2C0A7F}"/>
              </a:ext>
            </a:extLst>
          </p:cNvPr>
          <p:cNvSpPr>
            <a:spLocks noGrp="1"/>
          </p:cNvSpPr>
          <p:nvPr>
            <p:ph type="title"/>
          </p:nvPr>
        </p:nvSpPr>
        <p:spPr/>
        <p:txBody>
          <a:bodyPr/>
          <a:lstStyle/>
          <a:p>
            <a:r>
              <a:rPr lang="fr-FR" noProof="0">
                <a:solidFill>
                  <a:schemeClr val="bg1"/>
                </a:solidFill>
                <a:latin typeface="Chewy" panose="02000000000000000000" pitchFamily="2" charset="0"/>
              </a:rPr>
              <a:t>SMART – C’est quoi ?</a:t>
            </a:r>
          </a:p>
        </p:txBody>
      </p:sp>
      <p:sp>
        <p:nvSpPr>
          <p:cNvPr id="3" name="Espace réservé du contenu 2">
            <a:extLst>
              <a:ext uri="{FF2B5EF4-FFF2-40B4-BE49-F238E27FC236}">
                <a16:creationId xmlns:a16="http://schemas.microsoft.com/office/drawing/2014/main" id="{1DE2827C-B862-C110-6569-E5688B034CD0}"/>
              </a:ext>
            </a:extLst>
          </p:cNvPr>
          <p:cNvSpPr>
            <a:spLocks noGrp="1"/>
          </p:cNvSpPr>
          <p:nvPr>
            <p:ph idx="1"/>
          </p:nvPr>
        </p:nvSpPr>
        <p:spPr>
          <a:xfrm>
            <a:off x="2110817" y="2440910"/>
            <a:ext cx="1980415" cy="2525638"/>
          </a:xfrm>
        </p:spPr>
        <p:txBody>
          <a:bodyPr>
            <a:noAutofit/>
          </a:bodyPr>
          <a:lstStyle/>
          <a:p>
            <a:pPr marL="0" indent="0" algn="just">
              <a:buNone/>
            </a:pPr>
            <a:r>
              <a:rPr lang="fr-FR" b="1" noProof="0">
                <a:solidFill>
                  <a:srgbClr val="FF0000"/>
                </a:solidFill>
                <a:latin typeface="Chewy" panose="02000000000000000000" pitchFamily="2" charset="0"/>
              </a:rPr>
              <a:t>S</a:t>
            </a:r>
            <a:r>
              <a:rPr lang="fr-FR" noProof="0">
                <a:solidFill>
                  <a:schemeClr val="bg1"/>
                </a:solidFill>
                <a:latin typeface="Chewy" panose="02000000000000000000" pitchFamily="2" charset="0"/>
              </a:rPr>
              <a:t>pécifique </a:t>
            </a:r>
          </a:p>
          <a:p>
            <a:pPr marL="0" indent="0" algn="just">
              <a:buNone/>
            </a:pPr>
            <a:r>
              <a:rPr lang="fr-FR" b="1" noProof="0">
                <a:solidFill>
                  <a:srgbClr val="FF0000"/>
                </a:solidFill>
                <a:latin typeface="Chewy" panose="02000000000000000000" pitchFamily="2" charset="0"/>
              </a:rPr>
              <a:t>M</a:t>
            </a:r>
            <a:r>
              <a:rPr lang="fr-FR" noProof="0">
                <a:solidFill>
                  <a:schemeClr val="bg1"/>
                </a:solidFill>
                <a:latin typeface="Chewy" panose="02000000000000000000" pitchFamily="2" charset="0"/>
              </a:rPr>
              <a:t>esurable</a:t>
            </a:r>
          </a:p>
          <a:p>
            <a:pPr marL="0" indent="0" algn="just">
              <a:buNone/>
            </a:pPr>
            <a:r>
              <a:rPr lang="fr-FR" b="1" noProof="0">
                <a:solidFill>
                  <a:srgbClr val="FF0000"/>
                </a:solidFill>
                <a:latin typeface="Chewy" panose="02000000000000000000" pitchFamily="2" charset="0"/>
              </a:rPr>
              <a:t>A</a:t>
            </a:r>
            <a:r>
              <a:rPr lang="fr-FR" noProof="0">
                <a:solidFill>
                  <a:schemeClr val="bg1"/>
                </a:solidFill>
                <a:latin typeface="Chewy" panose="02000000000000000000" pitchFamily="2" charset="0"/>
              </a:rPr>
              <a:t>tteignable</a:t>
            </a:r>
          </a:p>
          <a:p>
            <a:pPr marL="0" indent="0" algn="just">
              <a:buNone/>
            </a:pPr>
            <a:r>
              <a:rPr lang="fr-FR" b="1" noProof="0">
                <a:solidFill>
                  <a:srgbClr val="FF0000"/>
                </a:solidFill>
                <a:latin typeface="Chewy" panose="02000000000000000000" pitchFamily="2" charset="0"/>
              </a:rPr>
              <a:t>R</a:t>
            </a:r>
            <a:r>
              <a:rPr lang="fr-FR" noProof="0">
                <a:solidFill>
                  <a:schemeClr val="bg1"/>
                </a:solidFill>
                <a:latin typeface="Chewy" panose="02000000000000000000" pitchFamily="2" charset="0"/>
              </a:rPr>
              <a:t>éaliste</a:t>
            </a:r>
          </a:p>
          <a:p>
            <a:pPr marL="0" indent="0" algn="just">
              <a:buNone/>
            </a:pPr>
            <a:r>
              <a:rPr lang="fr-FR" b="1" noProof="0">
                <a:solidFill>
                  <a:srgbClr val="FF0000"/>
                </a:solidFill>
                <a:latin typeface="Chewy" panose="02000000000000000000" pitchFamily="2" charset="0"/>
              </a:rPr>
              <a:t>T</a:t>
            </a:r>
            <a:r>
              <a:rPr lang="fr-FR" noProof="0">
                <a:solidFill>
                  <a:schemeClr val="bg1"/>
                </a:solidFill>
                <a:latin typeface="Chewy" panose="02000000000000000000" pitchFamily="2" charset="0"/>
              </a:rPr>
              <a:t>emporel</a:t>
            </a:r>
          </a:p>
        </p:txBody>
      </p:sp>
      <p:sp>
        <p:nvSpPr>
          <p:cNvPr id="8" name="Espace réservé du numéro de diapositive 4">
            <a:extLst>
              <a:ext uri="{FF2B5EF4-FFF2-40B4-BE49-F238E27FC236}">
                <a16:creationId xmlns:a16="http://schemas.microsoft.com/office/drawing/2014/main" id="{7283AE6F-AE24-6B91-96B1-0AFC4D88B888}"/>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10</a:t>
            </a:fld>
            <a:endParaRPr lang="fr-FR" noProof="0">
              <a:solidFill>
                <a:schemeClr val="bg1"/>
              </a:solidFill>
              <a:latin typeface="Chewy" panose="02000000000000000000" pitchFamily="2" charset="0"/>
            </a:endParaRPr>
          </a:p>
        </p:txBody>
      </p:sp>
      <p:pic>
        <p:nvPicPr>
          <p:cNvPr id="7" name="Image 6" descr="Une image contenant croquis, dessin, noir, Graphique">
            <a:extLst>
              <a:ext uri="{FF2B5EF4-FFF2-40B4-BE49-F238E27FC236}">
                <a16:creationId xmlns:a16="http://schemas.microsoft.com/office/drawing/2014/main" id="{EF99A38D-D038-A0C5-3BAE-D6359D54914C}"/>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20389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E4C065CC-ECF5-87D6-34E5-8D870FAB3D4F}"/>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886B8F1D-6C3E-4CC3-CE78-148582FDDD45}"/>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B8CDE003-8505-3F58-37A2-050EB005BF0B}"/>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9" name="Rectangle 8">
            <a:extLst>
              <a:ext uri="{FF2B5EF4-FFF2-40B4-BE49-F238E27FC236}">
                <a16:creationId xmlns:a16="http://schemas.microsoft.com/office/drawing/2014/main" id="{30C56D77-A44A-529C-73EE-89FB50FBD6E5}"/>
              </a:ext>
            </a:extLst>
          </p:cNvPr>
          <p:cNvSpPr/>
          <p:nvPr/>
        </p:nvSpPr>
        <p:spPr>
          <a:xfrm>
            <a:off x="-1" y="0"/>
            <a:ext cx="8465271"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98D36A97-A078-A963-8D60-293C715D7846}"/>
              </a:ext>
            </a:extLst>
          </p:cNvPr>
          <p:cNvSpPr>
            <a:spLocks noGrp="1"/>
          </p:cNvSpPr>
          <p:nvPr>
            <p:ph type="title"/>
          </p:nvPr>
        </p:nvSpPr>
        <p:spPr/>
        <p:txBody>
          <a:bodyPr>
            <a:normAutofit/>
          </a:bodyPr>
          <a:lstStyle/>
          <a:p>
            <a:r>
              <a:rPr lang="fr-FR" noProof="0">
                <a:solidFill>
                  <a:schemeClr val="bg1"/>
                </a:solidFill>
                <a:latin typeface="Chewy"/>
              </a:rPr>
              <a:t>Piste de résolution 1</a:t>
            </a:r>
            <a:endParaRPr lang="fr-FR" noProof="0">
              <a:solidFill>
                <a:schemeClr val="bg1"/>
              </a:solidFill>
              <a:latin typeface="Chewy" panose="02000000000000000000" pitchFamily="2" charset="0"/>
            </a:endParaRPr>
          </a:p>
        </p:txBody>
      </p:sp>
      <p:sp>
        <p:nvSpPr>
          <p:cNvPr id="3" name="Espace réservé du contenu 2">
            <a:extLst>
              <a:ext uri="{FF2B5EF4-FFF2-40B4-BE49-F238E27FC236}">
                <a16:creationId xmlns:a16="http://schemas.microsoft.com/office/drawing/2014/main" id="{0EB42B8E-31EC-E928-C8B8-48D5BCF2577B}"/>
              </a:ext>
            </a:extLst>
          </p:cNvPr>
          <p:cNvSpPr>
            <a:spLocks noGrp="1"/>
          </p:cNvSpPr>
          <p:nvPr>
            <p:ph idx="1"/>
          </p:nvPr>
        </p:nvSpPr>
        <p:spPr/>
        <p:txBody>
          <a:bodyPr vert="horz" lIns="91440" tIns="45720" rIns="91440" bIns="45720" rtlCol="0" anchor="t">
            <a:normAutofit/>
          </a:bodyPr>
          <a:lstStyle/>
          <a:p>
            <a:pPr algn="just"/>
            <a:r>
              <a:rPr lang="fr-FR" noProof="0">
                <a:solidFill>
                  <a:schemeClr val="bg1"/>
                </a:solidFill>
                <a:latin typeface="Chewy" panose="02000000000000000000" pitchFamily="2" charset="0"/>
              </a:rPr>
              <a:t>Chercher un hébergeur écoresponsable : </a:t>
            </a:r>
            <a:r>
              <a:rPr lang="fr-FR" noProof="0">
                <a:solidFill>
                  <a:schemeClr val="bg1"/>
                </a:solidFill>
                <a:latin typeface="Chewy" panose="02000000000000000000" pitchFamily="2" charset="0"/>
                <a:hlinkClick r:id="rId5">
                  <a:extLst>
                    <a:ext uri="{A12FA001-AC4F-418D-AE19-62706E023703}">
                      <ahyp:hlinkClr xmlns:ahyp="http://schemas.microsoft.com/office/drawing/2018/hyperlinkcolor" val="tx"/>
                    </a:ext>
                  </a:extLst>
                </a:hlinkClick>
              </a:rPr>
              <a:t>Exemple</a:t>
            </a:r>
            <a:r>
              <a:rPr lang="fr-FR" noProof="0">
                <a:solidFill>
                  <a:schemeClr val="bg1"/>
                </a:solidFill>
                <a:latin typeface="Chewy" panose="02000000000000000000" pitchFamily="2" charset="0"/>
              </a:rPr>
              <a:t>, </a:t>
            </a:r>
          </a:p>
          <a:p>
            <a:pPr lvl="2" algn="just"/>
            <a:r>
              <a:rPr lang="fr-FR" noProof="0">
                <a:solidFill>
                  <a:schemeClr val="bg1"/>
                </a:solidFill>
                <a:latin typeface="Chewy" panose="02000000000000000000" pitchFamily="2" charset="0"/>
              </a:rPr>
              <a:t>mesure de l’empreinte carbone</a:t>
            </a:r>
          </a:p>
          <a:p>
            <a:pPr lvl="2" algn="just"/>
            <a:r>
              <a:rPr lang="fr-FR" noProof="0">
                <a:solidFill>
                  <a:schemeClr val="bg1"/>
                </a:solidFill>
                <a:latin typeface="Chewy"/>
              </a:rPr>
              <a:t>délai de 3 mois max pour changer. </a:t>
            </a:r>
          </a:p>
          <a:p>
            <a:pPr marL="457200" lvl="1" indent="0" algn="just">
              <a:buNone/>
            </a:pPr>
            <a:endParaRPr lang="fr-FR">
              <a:solidFill>
                <a:schemeClr val="bg1"/>
              </a:solidFill>
              <a:latin typeface="Chewy"/>
            </a:endParaRPr>
          </a:p>
          <a:p>
            <a:pPr lvl="1"/>
            <a:r>
              <a:rPr lang="fr-FR">
                <a:solidFill>
                  <a:schemeClr val="bg1"/>
                </a:solidFill>
                <a:latin typeface="Chewy"/>
              </a:rPr>
              <a:t>Spécifique : OK</a:t>
            </a:r>
            <a:endParaRPr lang="fr-FR">
              <a:solidFill>
                <a:schemeClr val="bg1"/>
              </a:solidFill>
              <a:latin typeface="Chewy" panose="02000000000000000000" pitchFamily="2" charset="0"/>
            </a:endParaRPr>
          </a:p>
          <a:p>
            <a:pPr lvl="1"/>
            <a:r>
              <a:rPr lang="fr-FR">
                <a:solidFill>
                  <a:schemeClr val="bg1"/>
                </a:solidFill>
                <a:latin typeface="Chewy"/>
              </a:rPr>
              <a:t>Mesurable : Empreinte Carbone</a:t>
            </a:r>
          </a:p>
          <a:p>
            <a:pPr lvl="1"/>
            <a:r>
              <a:rPr lang="fr-FR">
                <a:solidFill>
                  <a:schemeClr val="bg1"/>
                </a:solidFill>
                <a:latin typeface="Chewy"/>
              </a:rPr>
              <a:t>Atteignable : OK</a:t>
            </a:r>
          </a:p>
          <a:p>
            <a:pPr lvl="1"/>
            <a:r>
              <a:rPr lang="fr-FR">
                <a:solidFill>
                  <a:schemeClr val="bg1"/>
                </a:solidFill>
                <a:latin typeface="Chewy"/>
              </a:rPr>
              <a:t>Réaliste : OK</a:t>
            </a:r>
          </a:p>
          <a:p>
            <a:pPr lvl="1"/>
            <a:r>
              <a:rPr lang="fr-FR">
                <a:solidFill>
                  <a:schemeClr val="bg1"/>
                </a:solidFill>
                <a:latin typeface="Chewy"/>
              </a:rPr>
              <a:t>Temporel : 2 – 3 mois</a:t>
            </a:r>
            <a:endParaRPr lang="fr-FR" noProof="0">
              <a:solidFill>
                <a:schemeClr val="bg1"/>
              </a:solidFill>
              <a:latin typeface="Chewy"/>
            </a:endParaRPr>
          </a:p>
        </p:txBody>
      </p:sp>
      <p:sp>
        <p:nvSpPr>
          <p:cNvPr id="8" name="Espace réservé du numéro de diapositive 4">
            <a:extLst>
              <a:ext uri="{FF2B5EF4-FFF2-40B4-BE49-F238E27FC236}">
                <a16:creationId xmlns:a16="http://schemas.microsoft.com/office/drawing/2014/main" id="{E4D52260-BE38-6F74-76EC-FE2FCE7FCDD1}"/>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11</a:t>
            </a:fld>
            <a:endParaRPr lang="fr-FR" noProof="0">
              <a:solidFill>
                <a:schemeClr val="bg1"/>
              </a:solidFill>
              <a:latin typeface="Chewy" panose="02000000000000000000" pitchFamily="2" charset="0"/>
            </a:endParaRPr>
          </a:p>
        </p:txBody>
      </p:sp>
      <p:pic>
        <p:nvPicPr>
          <p:cNvPr id="7" name="Image 6" descr="Une image contenant croquis, dessin, noir, Graphique">
            <a:extLst>
              <a:ext uri="{FF2B5EF4-FFF2-40B4-BE49-F238E27FC236}">
                <a16:creationId xmlns:a16="http://schemas.microsoft.com/office/drawing/2014/main" id="{7C4DB1C5-0C41-E258-88BE-659FACA7DE2A}"/>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10078926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2E315-B604-B906-E8A1-FF0825CBA688}"/>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A835E9F3-EB27-5554-6E85-AF9EC6A52363}"/>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8892D093-AA23-ED26-C385-7A6AE1C58F3D}"/>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4D433BE0-FC82-35A5-1CA6-7817C1A1CA79}"/>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23E34306-9495-DCE0-EBDD-3854D4B8ABC1}"/>
              </a:ext>
            </a:extLst>
          </p:cNvPr>
          <p:cNvSpPr/>
          <p:nvPr/>
        </p:nvSpPr>
        <p:spPr>
          <a:xfrm>
            <a:off x="-1" y="0"/>
            <a:ext cx="10515599"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6F29AFE0-5DC7-C401-13C6-AAF45CACE33D}"/>
              </a:ext>
            </a:extLst>
          </p:cNvPr>
          <p:cNvSpPr>
            <a:spLocks noGrp="1"/>
          </p:cNvSpPr>
          <p:nvPr>
            <p:ph type="title"/>
          </p:nvPr>
        </p:nvSpPr>
        <p:spPr/>
        <p:txBody>
          <a:bodyPr/>
          <a:lstStyle/>
          <a:p>
            <a:r>
              <a:rPr lang="fr-FR" noProof="0">
                <a:solidFill>
                  <a:schemeClr val="bg1"/>
                </a:solidFill>
                <a:latin typeface="Chewy" panose="02000000000000000000" pitchFamily="2" charset="0"/>
              </a:rPr>
              <a:t>Piste de résolution 2</a:t>
            </a:r>
          </a:p>
        </p:txBody>
      </p:sp>
      <p:sp>
        <p:nvSpPr>
          <p:cNvPr id="3" name="Espace réservé du contenu 2">
            <a:extLst>
              <a:ext uri="{FF2B5EF4-FFF2-40B4-BE49-F238E27FC236}">
                <a16:creationId xmlns:a16="http://schemas.microsoft.com/office/drawing/2014/main" id="{D8C76DFD-637B-4FC2-620E-D853A51F7D2F}"/>
              </a:ext>
            </a:extLst>
          </p:cNvPr>
          <p:cNvSpPr>
            <a:spLocks noGrp="1"/>
          </p:cNvSpPr>
          <p:nvPr>
            <p:ph idx="1"/>
          </p:nvPr>
        </p:nvSpPr>
        <p:spPr/>
        <p:txBody>
          <a:bodyPr/>
          <a:lstStyle/>
          <a:p>
            <a:r>
              <a:rPr lang="fr-FR" noProof="0">
                <a:solidFill>
                  <a:schemeClr val="bg1"/>
                </a:solidFill>
                <a:latin typeface="Chewy" panose="02000000000000000000" pitchFamily="2" charset="0"/>
              </a:rPr>
              <a:t>Réduction de l’empreinte carbone de l’utilisateur.</a:t>
            </a:r>
          </a:p>
          <a:p>
            <a:pPr lvl="1"/>
            <a:r>
              <a:rPr lang="fr-FR">
                <a:solidFill>
                  <a:schemeClr val="bg1"/>
                </a:solidFill>
                <a:latin typeface="Chewy"/>
              </a:rPr>
              <a:t>Spécifique : X</a:t>
            </a:r>
          </a:p>
          <a:p>
            <a:pPr lvl="6"/>
            <a:r>
              <a:rPr lang="fr-FR">
                <a:solidFill>
                  <a:schemeClr val="bg1"/>
                </a:solidFill>
                <a:latin typeface="Chewy"/>
              </a:rPr>
              <a:t>Donner un taux de réduction / un seuil</a:t>
            </a:r>
            <a:endParaRPr lang="fr-FR">
              <a:solidFill>
                <a:schemeClr val="bg1"/>
              </a:solidFill>
              <a:latin typeface="Chewy" panose="02000000000000000000" pitchFamily="2" charset="0"/>
            </a:endParaRPr>
          </a:p>
          <a:p>
            <a:pPr lvl="1"/>
            <a:r>
              <a:rPr lang="fr-FR">
                <a:solidFill>
                  <a:schemeClr val="bg1"/>
                </a:solidFill>
                <a:latin typeface="Chewy"/>
              </a:rPr>
              <a:t>Mesurable : OK (taux de CO2)</a:t>
            </a:r>
          </a:p>
          <a:p>
            <a:pPr lvl="1"/>
            <a:r>
              <a:rPr lang="fr-FR">
                <a:solidFill>
                  <a:schemeClr val="bg1"/>
                </a:solidFill>
                <a:latin typeface="Chewy"/>
              </a:rPr>
              <a:t>Atteignable : OK</a:t>
            </a:r>
          </a:p>
          <a:p>
            <a:pPr lvl="1"/>
            <a:r>
              <a:rPr lang="fr-FR">
                <a:solidFill>
                  <a:schemeClr val="bg1"/>
                </a:solidFill>
                <a:latin typeface="Chewy"/>
              </a:rPr>
              <a:t>Réaliste : X</a:t>
            </a:r>
          </a:p>
          <a:p>
            <a:pPr lvl="5"/>
            <a:r>
              <a:rPr lang="fr-FR">
                <a:solidFill>
                  <a:schemeClr val="bg1"/>
                </a:solidFill>
                <a:latin typeface="Chewy"/>
              </a:rPr>
              <a:t>On ne peut pas forcer les gens à être moins consommateurs de leur côté.	</a:t>
            </a:r>
          </a:p>
          <a:p>
            <a:pPr lvl="1"/>
            <a:r>
              <a:rPr lang="fr-FR">
                <a:solidFill>
                  <a:schemeClr val="bg1"/>
                </a:solidFill>
                <a:latin typeface="Chewy"/>
              </a:rPr>
              <a:t>Temporel : X</a:t>
            </a:r>
          </a:p>
          <a:p>
            <a:pPr lvl="5"/>
            <a:r>
              <a:rPr lang="fr-FR">
                <a:solidFill>
                  <a:schemeClr val="bg1"/>
                </a:solidFill>
                <a:latin typeface="Chewy"/>
              </a:rPr>
              <a:t>Définir deadline ?</a:t>
            </a:r>
          </a:p>
          <a:p>
            <a:pPr lvl="5"/>
            <a:r>
              <a:rPr lang="fr-FR">
                <a:solidFill>
                  <a:schemeClr val="bg1"/>
                </a:solidFill>
                <a:latin typeface="Chewy"/>
              </a:rPr>
              <a:t>Temps limité d’écran sur la plateforme ?</a:t>
            </a:r>
          </a:p>
        </p:txBody>
      </p:sp>
      <p:sp>
        <p:nvSpPr>
          <p:cNvPr id="7" name="Espace réservé du numéro de diapositive 4">
            <a:extLst>
              <a:ext uri="{FF2B5EF4-FFF2-40B4-BE49-F238E27FC236}">
                <a16:creationId xmlns:a16="http://schemas.microsoft.com/office/drawing/2014/main" id="{7023C65E-E715-E2E4-3389-A9335A7AC71C}"/>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12</a:t>
            </a:fld>
            <a:endParaRPr lang="fr-FR" noProof="0">
              <a:solidFill>
                <a:schemeClr val="bg1"/>
              </a:solidFill>
              <a:latin typeface="Chewy" panose="02000000000000000000" pitchFamily="2" charset="0"/>
            </a:endParaRPr>
          </a:p>
        </p:txBody>
      </p:sp>
      <p:pic>
        <p:nvPicPr>
          <p:cNvPr id="1026" name="Picture 2" descr="Icône téléchargement - Hautes Terres communauté">
            <a:extLst>
              <a:ext uri="{FF2B5EF4-FFF2-40B4-BE49-F238E27FC236}">
                <a16:creationId xmlns:a16="http://schemas.microsoft.com/office/drawing/2014/main" id="{7174048F-2829-CD3F-6036-3847842A35E7}"/>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7879080" y="5307137"/>
            <a:ext cx="1210345" cy="1210345"/>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descr="Une image contenant croquis, dessin, noir, Graphique">
            <a:extLst>
              <a:ext uri="{FF2B5EF4-FFF2-40B4-BE49-F238E27FC236}">
                <a16:creationId xmlns:a16="http://schemas.microsoft.com/office/drawing/2014/main" id="{DE8AB95A-4327-CDB6-3A46-F754C2E1B034}"/>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31048852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60E9D-F9C5-B4C1-FE4C-70F3EA6B9961}"/>
            </a:ext>
          </a:extLst>
        </p:cNvPr>
        <p:cNvGrpSpPr/>
        <p:nvPr/>
      </p:nvGrpSpPr>
      <p:grpSpPr>
        <a:xfrm>
          <a:off x="0" y="0"/>
          <a:ext cx="0" cy="0"/>
          <a:chOff x="0" y="0"/>
          <a:chExt cx="0" cy="0"/>
        </a:xfrm>
      </p:grpSpPr>
      <p:pic>
        <p:nvPicPr>
          <p:cNvPr id="3" name="Image 2" descr="Une image contenant dessin, Graphique, illustration, Dessin d’enfant">
            <a:extLst>
              <a:ext uri="{FF2B5EF4-FFF2-40B4-BE49-F238E27FC236}">
                <a16:creationId xmlns:a16="http://schemas.microsoft.com/office/drawing/2014/main" id="{BDF004C5-3BD2-1AF2-2534-51C518B8D63B}"/>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21062C98-7513-8881-F4FA-8E48C18BA7B5}"/>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CEC81EE9-7EE8-689C-538F-D3853E6000F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4" name="Rectangle 13">
            <a:extLst>
              <a:ext uri="{FF2B5EF4-FFF2-40B4-BE49-F238E27FC236}">
                <a16:creationId xmlns:a16="http://schemas.microsoft.com/office/drawing/2014/main" id="{3362BAC5-D254-486B-2FD3-A859C71B58FB}"/>
              </a:ext>
            </a:extLst>
          </p:cNvPr>
          <p:cNvSpPr/>
          <p:nvPr/>
        </p:nvSpPr>
        <p:spPr>
          <a:xfrm>
            <a:off x="-1" y="0"/>
            <a:ext cx="12075737"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8161F992-1C47-FBE0-513F-211E5B327084}"/>
              </a:ext>
            </a:extLst>
          </p:cNvPr>
          <p:cNvSpPr>
            <a:spLocks noGrp="1"/>
          </p:cNvSpPr>
          <p:nvPr>
            <p:ph type="title"/>
          </p:nvPr>
        </p:nvSpPr>
        <p:spPr/>
        <p:txBody>
          <a:bodyPr/>
          <a:lstStyle/>
          <a:p>
            <a:r>
              <a:rPr lang="fr-FR">
                <a:solidFill>
                  <a:schemeClr val="bg1"/>
                </a:solidFill>
                <a:latin typeface="Chewy"/>
              </a:rPr>
              <a:t>Code HTML classique</a:t>
            </a:r>
            <a:r>
              <a:rPr lang="fr-FR" noProof="0">
                <a:solidFill>
                  <a:schemeClr val="bg1"/>
                </a:solidFill>
                <a:latin typeface="Chewy"/>
              </a:rPr>
              <a:t> VS écologique</a:t>
            </a:r>
            <a:endParaRPr lang="fr-FR" noProof="0">
              <a:solidFill>
                <a:schemeClr val="bg1"/>
              </a:solidFill>
            </a:endParaRPr>
          </a:p>
        </p:txBody>
      </p:sp>
      <p:sp>
        <p:nvSpPr>
          <p:cNvPr id="13" name="Espace réservé du numéro de diapositive 4">
            <a:extLst>
              <a:ext uri="{FF2B5EF4-FFF2-40B4-BE49-F238E27FC236}">
                <a16:creationId xmlns:a16="http://schemas.microsoft.com/office/drawing/2014/main" id="{B9FB8A41-41ED-46C2-7485-F74ECC24B200}"/>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13</a:t>
            </a:fld>
            <a:endParaRPr lang="fr-FR" noProof="0">
              <a:solidFill>
                <a:schemeClr val="bg1"/>
              </a:solidFill>
              <a:latin typeface="Chewy" panose="02000000000000000000" pitchFamily="2" charset="0"/>
            </a:endParaRPr>
          </a:p>
        </p:txBody>
      </p:sp>
      <p:pic>
        <p:nvPicPr>
          <p:cNvPr id="15" name="Image 14" descr="Une image contenant croquis, dessin, noir, Graphique">
            <a:extLst>
              <a:ext uri="{FF2B5EF4-FFF2-40B4-BE49-F238E27FC236}">
                <a16:creationId xmlns:a16="http://schemas.microsoft.com/office/drawing/2014/main" id="{B710234B-2BD6-5B93-E95B-AD3292FECCEC}"/>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pic>
        <p:nvPicPr>
          <p:cNvPr id="6" name="Image 5" descr="Une image contenant texte, Appareils électroniques, capture d’écran, logiciel&#10;&#10;Le contenu généré par l’IA peut être incorrect.">
            <a:extLst>
              <a:ext uri="{FF2B5EF4-FFF2-40B4-BE49-F238E27FC236}">
                <a16:creationId xmlns:a16="http://schemas.microsoft.com/office/drawing/2014/main" id="{422330B1-3C74-07DA-E783-9031F96275E2}"/>
              </a:ext>
            </a:extLst>
          </p:cNvPr>
          <p:cNvPicPr>
            <a:picLocks noChangeAspect="1"/>
          </p:cNvPicPr>
          <p:nvPr/>
        </p:nvPicPr>
        <p:blipFill>
          <a:blip r:embed="rId6"/>
          <a:srcRect l="-276" t="10294" r="66942" b="10784"/>
          <a:stretch>
            <a:fillRect/>
          </a:stretch>
        </p:blipFill>
        <p:spPr>
          <a:xfrm>
            <a:off x="6512944" y="1824855"/>
            <a:ext cx="1887273" cy="2445925"/>
          </a:xfrm>
          <a:prstGeom prst="rect">
            <a:avLst/>
          </a:prstGeom>
        </p:spPr>
      </p:pic>
      <p:pic>
        <p:nvPicPr>
          <p:cNvPr id="16" name="Image 15">
            <a:extLst>
              <a:ext uri="{FF2B5EF4-FFF2-40B4-BE49-F238E27FC236}">
                <a16:creationId xmlns:a16="http://schemas.microsoft.com/office/drawing/2014/main" id="{44D780C7-74FF-9348-760F-AB8F1613EF3A}"/>
              </a:ext>
            </a:extLst>
          </p:cNvPr>
          <p:cNvPicPr>
            <a:picLocks noChangeAspect="1"/>
          </p:cNvPicPr>
          <p:nvPr/>
        </p:nvPicPr>
        <p:blipFill>
          <a:blip r:embed="rId7"/>
          <a:srcRect t="10924" r="826" b="7317"/>
          <a:stretch>
            <a:fillRect/>
          </a:stretch>
        </p:blipFill>
        <p:spPr>
          <a:xfrm>
            <a:off x="431910" y="1832842"/>
            <a:ext cx="4859435" cy="2311889"/>
          </a:xfrm>
          <a:prstGeom prst="rect">
            <a:avLst/>
          </a:prstGeom>
        </p:spPr>
      </p:pic>
      <p:pic>
        <p:nvPicPr>
          <p:cNvPr id="18" name="Image 17">
            <a:extLst>
              <a:ext uri="{FF2B5EF4-FFF2-40B4-BE49-F238E27FC236}">
                <a16:creationId xmlns:a16="http://schemas.microsoft.com/office/drawing/2014/main" id="{53A74F61-C0E8-3742-737A-077F2AB20C8F}"/>
              </a:ext>
            </a:extLst>
          </p:cNvPr>
          <p:cNvPicPr>
            <a:picLocks noChangeAspect="1"/>
          </p:cNvPicPr>
          <p:nvPr/>
        </p:nvPicPr>
        <p:blipFill>
          <a:blip r:embed="rId8"/>
          <a:stretch>
            <a:fillRect/>
          </a:stretch>
        </p:blipFill>
        <p:spPr>
          <a:xfrm>
            <a:off x="8640343" y="1496055"/>
            <a:ext cx="3250182" cy="3089516"/>
          </a:xfrm>
          <a:prstGeom prst="rect">
            <a:avLst/>
          </a:prstGeom>
        </p:spPr>
      </p:pic>
      <p:sp>
        <p:nvSpPr>
          <p:cNvPr id="24" name="Content Placeholder 23">
            <a:extLst>
              <a:ext uri="{FF2B5EF4-FFF2-40B4-BE49-F238E27FC236}">
                <a16:creationId xmlns:a16="http://schemas.microsoft.com/office/drawing/2014/main" id="{E8FD16DE-27D4-8499-27AB-3AF7B9F94B9A}"/>
              </a:ext>
            </a:extLst>
          </p:cNvPr>
          <p:cNvSpPr>
            <a:spLocks noGrp="1"/>
          </p:cNvSpPr>
          <p:nvPr>
            <p:ph idx="1"/>
          </p:nvPr>
        </p:nvSpPr>
        <p:spPr>
          <a:xfrm rot="10980000">
            <a:off x="-700178" y="9690040"/>
            <a:ext cx="4678394" cy="1375225"/>
          </a:xfrm>
        </p:spPr>
        <p:txBody>
          <a:bodyPr vert="horz" lIns="91440" tIns="45720" rIns="91440" bIns="45720" rtlCol="0" anchor="t">
            <a:normAutofit/>
          </a:bodyPr>
          <a:lstStyle/>
          <a:p>
            <a:pPr>
              <a:buFont typeface="Calibri" panose="020B0604020202020204" pitchFamily="34" charset="0"/>
              <a:buChar char="-"/>
            </a:pPr>
            <a:endParaRPr lang="fr-FR">
              <a:solidFill>
                <a:schemeClr val="bg1"/>
              </a:solidFill>
              <a:latin typeface="Chewy"/>
              <a:ea typeface="+mn-lt"/>
              <a:cs typeface="+mn-lt"/>
            </a:endParaRPr>
          </a:p>
        </p:txBody>
      </p:sp>
      <p:sp>
        <p:nvSpPr>
          <p:cNvPr id="26" name="Content Placeholder 23">
            <a:extLst>
              <a:ext uri="{FF2B5EF4-FFF2-40B4-BE49-F238E27FC236}">
                <a16:creationId xmlns:a16="http://schemas.microsoft.com/office/drawing/2014/main" id="{355919B7-3565-C78F-0828-F62E9A7AED64}"/>
              </a:ext>
            </a:extLst>
          </p:cNvPr>
          <p:cNvSpPr txBox="1">
            <a:spLocks/>
          </p:cNvSpPr>
          <p:nvPr/>
        </p:nvSpPr>
        <p:spPr>
          <a:xfrm>
            <a:off x="4728713" y="9281723"/>
            <a:ext cx="4146431" cy="137522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fr-FR" sz="2600">
                <a:solidFill>
                  <a:schemeClr val="bg1"/>
                </a:solidFill>
                <a:latin typeface="Sitka Text"/>
                <a:ea typeface="+mn-lt"/>
                <a:cs typeface="+mn-lt"/>
              </a:rPr>
              <a:t>49 lignes de code</a:t>
            </a:r>
            <a:endParaRPr lang="fr-FR" sz="2600">
              <a:solidFill>
                <a:schemeClr val="bg1"/>
              </a:solidFill>
              <a:latin typeface="Sitka Text"/>
            </a:endParaRPr>
          </a:p>
          <a:p>
            <a:pPr>
              <a:buFont typeface="Calibri" panose="020B0604020202020204" pitchFamily="34" charset="0"/>
              <a:buChar char="-"/>
            </a:pPr>
            <a:r>
              <a:rPr lang="fr-FR" sz="2600">
                <a:solidFill>
                  <a:schemeClr val="bg1"/>
                </a:solidFill>
                <a:latin typeface="Sitka Text"/>
                <a:ea typeface="+mn-lt"/>
                <a:cs typeface="+mn-lt"/>
              </a:rPr>
              <a:t>Taille : 1Ko</a:t>
            </a:r>
          </a:p>
          <a:p>
            <a:pPr>
              <a:buFont typeface="Calibri" panose="020B0604020202020204" pitchFamily="34" charset="0"/>
              <a:buChar char="-"/>
            </a:pPr>
            <a:r>
              <a:rPr lang="fr-FR" sz="2600">
                <a:solidFill>
                  <a:schemeClr val="bg1"/>
                </a:solidFill>
                <a:latin typeface="Sitka Text"/>
              </a:rPr>
              <a:t>Pas d'images</a:t>
            </a:r>
          </a:p>
        </p:txBody>
      </p:sp>
      <p:sp>
        <p:nvSpPr>
          <p:cNvPr id="31" name="ZoneTexte 30">
            <a:extLst>
              <a:ext uri="{FF2B5EF4-FFF2-40B4-BE49-F238E27FC236}">
                <a16:creationId xmlns:a16="http://schemas.microsoft.com/office/drawing/2014/main" id="{6628FEEE-BD3A-4C88-5275-7357E367673E}"/>
              </a:ext>
            </a:extLst>
          </p:cNvPr>
          <p:cNvSpPr txBox="1"/>
          <p:nvPr/>
        </p:nvSpPr>
        <p:spPr>
          <a:xfrm>
            <a:off x="842513" y="4810664"/>
            <a:ext cx="3634596" cy="1569660"/>
          </a:xfrm>
          <a:prstGeom prst="rect">
            <a:avLst/>
          </a:prstGeom>
          <a:noFill/>
          <a:ln>
            <a:solidFill>
              <a:schemeClr val="bg1"/>
            </a:solidFill>
            <a:prstDash val="dash"/>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alibri"/>
              <a:buChar char="-"/>
            </a:pPr>
            <a:r>
              <a:rPr lang="fr-FR" sz="2400">
                <a:solidFill>
                  <a:srgbClr val="FFFFFF"/>
                </a:solidFill>
                <a:latin typeface="Chewy"/>
              </a:rPr>
              <a:t>8965 lignes de code</a:t>
            </a:r>
          </a:p>
          <a:p>
            <a:pPr marL="342900" indent="-342900">
              <a:buFont typeface="Calibri"/>
              <a:buChar char="-"/>
            </a:pPr>
            <a:r>
              <a:rPr lang="fr-FR" sz="2400">
                <a:solidFill>
                  <a:srgbClr val="FFFFFF"/>
                </a:solidFill>
                <a:latin typeface="Chewy"/>
              </a:rPr>
              <a:t>Taille : 332 Ko</a:t>
            </a:r>
          </a:p>
          <a:p>
            <a:pPr marL="342900" indent="-342900">
              <a:buFont typeface="Calibri"/>
              <a:buChar char="-"/>
            </a:pPr>
            <a:r>
              <a:rPr lang="fr-FR" sz="2400">
                <a:solidFill>
                  <a:srgbClr val="FFFFFF"/>
                </a:solidFill>
                <a:latin typeface="Chewy"/>
              </a:rPr>
              <a:t>Images lourdes</a:t>
            </a:r>
          </a:p>
          <a:p>
            <a:pPr marL="342900" indent="-342900">
              <a:buFont typeface="Calibri"/>
              <a:buChar char="-"/>
            </a:pPr>
            <a:endParaRPr lang="fr-FR" sz="2400">
              <a:solidFill>
                <a:srgbClr val="FFFFFF"/>
              </a:solidFill>
              <a:latin typeface="Chewy"/>
            </a:endParaRPr>
          </a:p>
        </p:txBody>
      </p:sp>
      <p:sp>
        <p:nvSpPr>
          <p:cNvPr id="32" name="ZoneTexte 31">
            <a:extLst>
              <a:ext uri="{FF2B5EF4-FFF2-40B4-BE49-F238E27FC236}">
                <a16:creationId xmlns:a16="http://schemas.microsoft.com/office/drawing/2014/main" id="{53514730-CC52-2432-B0AE-C9DBE075C41B}"/>
              </a:ext>
            </a:extLst>
          </p:cNvPr>
          <p:cNvSpPr txBox="1"/>
          <p:nvPr/>
        </p:nvSpPr>
        <p:spPr>
          <a:xfrm>
            <a:off x="6104625" y="4810663"/>
            <a:ext cx="3907766" cy="1569660"/>
          </a:xfrm>
          <a:prstGeom prst="rect">
            <a:avLst/>
          </a:prstGeom>
          <a:noFill/>
          <a:ln>
            <a:solidFill>
              <a:schemeClr val="bg1"/>
            </a:solidFill>
            <a:prstDash val="dash"/>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alibri"/>
              <a:buChar char="-"/>
            </a:pPr>
            <a:r>
              <a:rPr lang="fr-FR" sz="2400">
                <a:solidFill>
                  <a:srgbClr val="FFFFFF"/>
                </a:solidFill>
                <a:latin typeface="Chewy"/>
              </a:rPr>
              <a:t>48 lignes de code</a:t>
            </a:r>
          </a:p>
          <a:p>
            <a:pPr marL="342900" indent="-342900">
              <a:buFont typeface="Calibri"/>
              <a:buChar char="-"/>
            </a:pPr>
            <a:r>
              <a:rPr lang="fr-FR" sz="2400">
                <a:solidFill>
                  <a:srgbClr val="FFFFFF"/>
                </a:solidFill>
                <a:latin typeface="Chewy"/>
              </a:rPr>
              <a:t>Taille : 1 Ko</a:t>
            </a:r>
          </a:p>
          <a:p>
            <a:pPr marL="342900" indent="-342900">
              <a:buFont typeface="Calibri"/>
              <a:buChar char="-"/>
            </a:pPr>
            <a:r>
              <a:rPr lang="fr-FR" sz="2400">
                <a:solidFill>
                  <a:srgbClr val="FFFFFF"/>
                </a:solidFill>
                <a:latin typeface="Chewy"/>
              </a:rPr>
              <a:t>Design minimaliste sans images</a:t>
            </a:r>
          </a:p>
        </p:txBody>
      </p:sp>
    </p:spTree>
    <p:extLst>
      <p:ext uri="{BB962C8B-B14F-4D97-AF65-F5344CB8AC3E}">
        <p14:creationId xmlns:p14="http://schemas.microsoft.com/office/powerpoint/2010/main" val="6235303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8CD0-91E1-2D6A-ADF5-32FF2E8950CE}"/>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8492D851-5567-79C2-09EB-F1C39B30001F}"/>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CB3470AA-2B90-9B41-E38F-3B46465D5715}"/>
              </a:ext>
            </a:extLst>
          </p:cNvPr>
          <p:cNvPicPr preferRelativeResize="0"/>
          <p:nvPr/>
        </p:nvPicPr>
        <p:blipFill>
          <a:blip r:embed="rId3">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E50BA902-ABA9-35B5-A3F4-AEAE5432D5C6}"/>
              </a:ext>
            </a:extLst>
          </p:cNvPr>
          <p:cNvPicPr preferRelativeResize="0"/>
          <p:nvPr/>
        </p:nvPicPr>
        <p:blipFill>
          <a:blip r:embed="rId3">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9" name="Rectangle 8">
            <a:extLst>
              <a:ext uri="{FF2B5EF4-FFF2-40B4-BE49-F238E27FC236}">
                <a16:creationId xmlns:a16="http://schemas.microsoft.com/office/drawing/2014/main" id="{19BFADFE-F7C2-94CE-9286-5EDCB0DF0998}"/>
              </a:ext>
            </a:extLst>
          </p:cNvPr>
          <p:cNvSpPr/>
          <p:nvPr/>
        </p:nvSpPr>
        <p:spPr>
          <a:xfrm>
            <a:off x="0" y="0"/>
            <a:ext cx="11353800"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01A536B6-2D1F-96B6-0C27-DCC4C399200A}"/>
              </a:ext>
            </a:extLst>
          </p:cNvPr>
          <p:cNvSpPr>
            <a:spLocks noGrp="1"/>
          </p:cNvSpPr>
          <p:nvPr>
            <p:ph type="title"/>
          </p:nvPr>
        </p:nvSpPr>
        <p:spPr/>
        <p:txBody>
          <a:bodyPr/>
          <a:lstStyle/>
          <a:p>
            <a:r>
              <a:rPr lang="fr-FR" noProof="0">
                <a:solidFill>
                  <a:schemeClr val="bg1"/>
                </a:solidFill>
                <a:latin typeface="Chewy" panose="02000000000000000000" pitchFamily="2" charset="0"/>
              </a:rPr>
              <a:t>Piste de résolution 3</a:t>
            </a:r>
          </a:p>
        </p:txBody>
      </p:sp>
      <p:sp>
        <p:nvSpPr>
          <p:cNvPr id="3" name="Espace réservé du contenu 2">
            <a:extLst>
              <a:ext uri="{FF2B5EF4-FFF2-40B4-BE49-F238E27FC236}">
                <a16:creationId xmlns:a16="http://schemas.microsoft.com/office/drawing/2014/main" id="{B7F4B988-7AEA-4C36-1A1A-E8FAABE7DF9A}"/>
              </a:ext>
            </a:extLst>
          </p:cNvPr>
          <p:cNvSpPr>
            <a:spLocks noGrp="1"/>
          </p:cNvSpPr>
          <p:nvPr>
            <p:ph idx="1"/>
          </p:nvPr>
        </p:nvSpPr>
        <p:spPr/>
        <p:txBody>
          <a:bodyPr vert="horz" lIns="91440" tIns="45720" rIns="91440" bIns="45720" rtlCol="0" anchor="t">
            <a:normAutofit/>
          </a:bodyPr>
          <a:lstStyle/>
          <a:p>
            <a:r>
              <a:rPr lang="fr-FR">
                <a:solidFill>
                  <a:schemeClr val="bg1"/>
                </a:solidFill>
                <a:latin typeface="Chewy" panose="02000000000000000000" pitchFamily="2" charset="0"/>
              </a:rPr>
              <a:t>Optimisation de la page de manière à ce que les ressources requises lors de l’hébergement soient minimales.</a:t>
            </a:r>
          </a:p>
          <a:p>
            <a:pPr lvl="1"/>
            <a:r>
              <a:rPr lang="fr-FR">
                <a:solidFill>
                  <a:schemeClr val="bg1"/>
                </a:solidFill>
                <a:latin typeface="Chewy"/>
              </a:rPr>
              <a:t>Spécifique : X</a:t>
            </a:r>
          </a:p>
          <a:p>
            <a:pPr lvl="1"/>
            <a:r>
              <a:rPr lang="fr-FR">
                <a:solidFill>
                  <a:schemeClr val="bg1"/>
                </a:solidFill>
                <a:latin typeface="Chewy"/>
              </a:rPr>
              <a:t>Modifications : </a:t>
            </a:r>
            <a:r>
              <a:rPr lang="fr-FR">
                <a:solidFill>
                  <a:schemeClr val="bg1"/>
                </a:solidFill>
                <a:latin typeface="Chewy"/>
                <a:sym typeface="Wingdings" panose="05000000000000000000" pitchFamily="2" charset="2"/>
              </a:rPr>
              <a:t> 2 pistes de résolution : </a:t>
            </a:r>
            <a:endParaRPr lang="fr-FR">
              <a:solidFill>
                <a:schemeClr val="bg1"/>
              </a:solidFill>
              <a:latin typeface="Chewy"/>
            </a:endParaRPr>
          </a:p>
          <a:p>
            <a:pPr lvl="8"/>
            <a:r>
              <a:rPr lang="fr-FR">
                <a:solidFill>
                  <a:schemeClr val="bg1"/>
                </a:solidFill>
                <a:latin typeface="Chewy"/>
                <a:sym typeface="Wingdings" panose="05000000000000000000" pitchFamily="2" charset="2"/>
              </a:rPr>
              <a:t>Minimiser le code </a:t>
            </a:r>
            <a:endParaRPr lang="fr-FR">
              <a:solidFill>
                <a:schemeClr val="bg1"/>
              </a:solidFill>
              <a:latin typeface="Chewy"/>
            </a:endParaRPr>
          </a:p>
          <a:p>
            <a:pPr lvl="8"/>
            <a:r>
              <a:rPr lang="fr-FR">
                <a:solidFill>
                  <a:schemeClr val="bg1"/>
                </a:solidFill>
                <a:latin typeface="Chewy"/>
                <a:sym typeface="Wingdings" panose="05000000000000000000" pitchFamily="2" charset="2"/>
              </a:rPr>
              <a:t>Réduire la taille des fichiers (compression)</a:t>
            </a:r>
            <a:endParaRPr lang="fr-FR">
              <a:solidFill>
                <a:schemeClr val="bg1"/>
              </a:solidFill>
              <a:latin typeface="Chewy"/>
            </a:endParaRPr>
          </a:p>
        </p:txBody>
      </p:sp>
      <p:sp>
        <p:nvSpPr>
          <p:cNvPr id="7" name="Espace réservé du numéro de diapositive 4">
            <a:extLst>
              <a:ext uri="{FF2B5EF4-FFF2-40B4-BE49-F238E27FC236}">
                <a16:creationId xmlns:a16="http://schemas.microsoft.com/office/drawing/2014/main" id="{DCB90A91-6C34-E457-6485-55F5EAFCC40C}"/>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14</a:t>
            </a:fld>
            <a:endParaRPr lang="fr-FR" noProof="0">
              <a:solidFill>
                <a:schemeClr val="bg1"/>
              </a:solidFill>
              <a:latin typeface="Chewy" panose="02000000000000000000" pitchFamily="2" charset="0"/>
            </a:endParaRPr>
          </a:p>
        </p:txBody>
      </p:sp>
      <p:pic>
        <p:nvPicPr>
          <p:cNvPr id="8" name="Image 7" descr="Une image contenant croquis, dessin, noir, Graphique">
            <a:extLst>
              <a:ext uri="{FF2B5EF4-FFF2-40B4-BE49-F238E27FC236}">
                <a16:creationId xmlns:a16="http://schemas.microsoft.com/office/drawing/2014/main" id="{ECE45861-FE1D-B4DA-8A8B-474403859F22}"/>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pic>
        <p:nvPicPr>
          <p:cNvPr id="12" name="Image 11" descr="Une image contenant symbole, logo, clipart, Graphique&#10;&#10;Le contenu généré par l’IA peut être incorrect.">
            <a:extLst>
              <a:ext uri="{FF2B5EF4-FFF2-40B4-BE49-F238E27FC236}">
                <a16:creationId xmlns:a16="http://schemas.microsoft.com/office/drawing/2014/main" id="{FF336152-D9FD-27E2-D50C-26E1E8A6CE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90446" y="2358942"/>
            <a:ext cx="2072003" cy="2072003"/>
          </a:xfrm>
          <a:prstGeom prst="rect">
            <a:avLst/>
          </a:prstGeom>
        </p:spPr>
      </p:pic>
    </p:spTree>
    <p:extLst>
      <p:ext uri="{BB962C8B-B14F-4D97-AF65-F5344CB8AC3E}">
        <p14:creationId xmlns:p14="http://schemas.microsoft.com/office/powerpoint/2010/main" val="28480386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38CBD363-705A-DCB2-1E7E-E45F43BC0A91}"/>
              </a:ext>
            </a:extLst>
          </p:cNvPr>
          <p:cNvPicPr>
            <a:picLocks noChangeAspect="1"/>
          </p:cNvPicPr>
          <p:nvPr/>
        </p:nvPicPr>
        <p:blipFill>
          <a:blip r:embed="rId5">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2" name="Google Shape;405;p44">
            <a:extLst>
              <a:ext uri="{FF2B5EF4-FFF2-40B4-BE49-F238E27FC236}">
                <a16:creationId xmlns:a16="http://schemas.microsoft.com/office/drawing/2014/main" id="{58CA5526-73DA-239A-0AB6-AD96D0337CA1}"/>
              </a:ext>
            </a:extLst>
          </p:cNvPr>
          <p:cNvPicPr preferRelativeResize="0"/>
          <p:nvPr/>
        </p:nvPicPr>
        <p:blipFill>
          <a:blip r:embed="rId6">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4" name="Google Shape;405;p44">
            <a:extLst>
              <a:ext uri="{FF2B5EF4-FFF2-40B4-BE49-F238E27FC236}">
                <a16:creationId xmlns:a16="http://schemas.microsoft.com/office/drawing/2014/main" id="{45C78A00-5CC0-B0AF-97B4-7EEFC4B7012F}"/>
              </a:ext>
            </a:extLst>
          </p:cNvPr>
          <p:cNvPicPr preferRelativeResize="0"/>
          <p:nvPr/>
        </p:nvPicPr>
        <p:blipFill>
          <a:blip r:embed="rId6">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1394DC0A-1C2E-4609-2C73-E4A436F66440}"/>
              </a:ext>
            </a:extLst>
          </p:cNvPr>
          <p:cNvSpPr/>
          <p:nvPr/>
        </p:nvSpPr>
        <p:spPr>
          <a:xfrm>
            <a:off x="-1" y="0"/>
            <a:ext cx="11635273"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3" name="Espace réservé du numéro de diapositive 4">
            <a:extLst>
              <a:ext uri="{FF2B5EF4-FFF2-40B4-BE49-F238E27FC236}">
                <a16:creationId xmlns:a16="http://schemas.microsoft.com/office/drawing/2014/main" id="{6012E2CF-4B81-BF9A-80AD-1F20695BFD06}"/>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15</a:t>
            </a:fld>
            <a:endParaRPr lang="fr-FR" noProof="0">
              <a:solidFill>
                <a:schemeClr val="bg1"/>
              </a:solidFill>
              <a:latin typeface="Chewy" panose="02000000000000000000" pitchFamily="2" charset="0"/>
            </a:endParaRPr>
          </a:p>
        </p:txBody>
      </p:sp>
      <p:pic>
        <p:nvPicPr>
          <p:cNvPr id="7" name="Image 6" descr="Une image contenant croquis, dessin, noir, Graphique">
            <a:extLst>
              <a:ext uri="{FF2B5EF4-FFF2-40B4-BE49-F238E27FC236}">
                <a16:creationId xmlns:a16="http://schemas.microsoft.com/office/drawing/2014/main" id="{4A299EE6-BB32-B75E-AE42-2949D479EAF1}"/>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pic>
        <p:nvPicPr>
          <p:cNvPr id="11" name="Animation_83FB642">
            <a:hlinkClick r:id="" action="ppaction://media"/>
            <a:extLst>
              <a:ext uri="{FF2B5EF4-FFF2-40B4-BE49-F238E27FC236}">
                <a16:creationId xmlns:a16="http://schemas.microsoft.com/office/drawing/2014/main" id="{4C968FD9-4045-4B3E-456A-FBD1FF455F81}"/>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8"/>
          <a:stretch>
            <a:fillRect/>
          </a:stretch>
        </p:blipFill>
        <p:spPr>
          <a:xfrm>
            <a:off x="987342" y="842641"/>
            <a:ext cx="10070023" cy="5664260"/>
          </a:xfrm>
        </p:spPr>
      </p:pic>
    </p:spTree>
    <p:extLst>
      <p:ext uri="{BB962C8B-B14F-4D97-AF65-F5344CB8AC3E}">
        <p14:creationId xmlns:p14="http://schemas.microsoft.com/office/powerpoint/2010/main" val="1466491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36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13230-6937-F18E-87F2-3F3571FC5DBA}"/>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9CAAE90C-9520-91B1-8694-AF764850C1C7}"/>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592DF540-0690-9FA1-1DB3-B2B162758808}"/>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240EE812-20E5-1D94-6E89-F1CDFCC631E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A9CFE21F-9A39-0838-82C2-12222AB986A7}"/>
              </a:ext>
            </a:extLst>
          </p:cNvPr>
          <p:cNvSpPr/>
          <p:nvPr/>
        </p:nvSpPr>
        <p:spPr>
          <a:xfrm>
            <a:off x="0" y="0"/>
            <a:ext cx="11285262"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EE3639A1-9E75-4916-368E-C819DAB491A7}"/>
              </a:ext>
            </a:extLst>
          </p:cNvPr>
          <p:cNvSpPr>
            <a:spLocks noGrp="1"/>
          </p:cNvSpPr>
          <p:nvPr>
            <p:ph type="title"/>
          </p:nvPr>
        </p:nvSpPr>
        <p:spPr/>
        <p:txBody>
          <a:bodyPr/>
          <a:lstStyle/>
          <a:p>
            <a:r>
              <a:rPr lang="fr-FR" noProof="0">
                <a:solidFill>
                  <a:schemeClr val="bg1"/>
                </a:solidFill>
                <a:latin typeface="Chewy" panose="02000000000000000000" pitchFamily="2" charset="0"/>
              </a:rPr>
              <a:t>Cahier de conception</a:t>
            </a:r>
          </a:p>
        </p:txBody>
      </p:sp>
      <p:sp>
        <p:nvSpPr>
          <p:cNvPr id="3" name="Espace réservé du contenu 2">
            <a:extLst>
              <a:ext uri="{FF2B5EF4-FFF2-40B4-BE49-F238E27FC236}">
                <a16:creationId xmlns:a16="http://schemas.microsoft.com/office/drawing/2014/main" id="{766CF4DD-B5BD-7775-B526-4F04D9F10E94}"/>
              </a:ext>
            </a:extLst>
          </p:cNvPr>
          <p:cNvSpPr>
            <a:spLocks noGrp="1"/>
          </p:cNvSpPr>
          <p:nvPr>
            <p:ph idx="1"/>
          </p:nvPr>
        </p:nvSpPr>
        <p:spPr/>
        <p:txBody>
          <a:bodyPr vert="horz" lIns="91440" tIns="45720" rIns="91440" bIns="45720" rtlCol="0" anchor="t">
            <a:normAutofit/>
          </a:bodyPr>
          <a:lstStyle/>
          <a:p>
            <a:r>
              <a:rPr lang="fr-FR" noProof="0">
                <a:solidFill>
                  <a:schemeClr val="bg1"/>
                </a:solidFill>
                <a:latin typeface="Chewy"/>
              </a:rPr>
              <a:t>Qui ? CY Tech</a:t>
            </a:r>
          </a:p>
          <a:p>
            <a:r>
              <a:rPr lang="fr-FR" noProof="0">
                <a:solidFill>
                  <a:schemeClr val="bg1"/>
                </a:solidFill>
                <a:latin typeface="Chewy"/>
              </a:rPr>
              <a:t>Quoi ? Rendre le site web CYU écoresponsable</a:t>
            </a:r>
          </a:p>
          <a:p>
            <a:r>
              <a:rPr lang="fr-FR" noProof="0">
                <a:solidFill>
                  <a:schemeClr val="bg1"/>
                </a:solidFill>
                <a:latin typeface="Chewy"/>
              </a:rPr>
              <a:t>Comment ? Optimisation du code, compression des images, hébergement écoresponsable</a:t>
            </a:r>
          </a:p>
          <a:p>
            <a:r>
              <a:rPr lang="fr-FR" noProof="0">
                <a:solidFill>
                  <a:schemeClr val="bg1"/>
                </a:solidFill>
                <a:latin typeface="Chewy"/>
              </a:rPr>
              <a:t>Où ? o2switch / Planet Hoster / </a:t>
            </a:r>
            <a:r>
              <a:rPr lang="fr-FR" noProof="0" err="1">
                <a:solidFill>
                  <a:schemeClr val="bg1"/>
                </a:solidFill>
                <a:latin typeface="Chewy"/>
              </a:rPr>
              <a:t>Infomaniak</a:t>
            </a:r>
            <a:r>
              <a:rPr lang="fr-FR" noProof="0">
                <a:solidFill>
                  <a:schemeClr val="bg1"/>
                </a:solidFill>
                <a:latin typeface="Chewy"/>
              </a:rPr>
              <a:t> / Ex2</a:t>
            </a:r>
          </a:p>
          <a:p>
            <a:r>
              <a:rPr lang="fr-FR" noProof="0">
                <a:solidFill>
                  <a:schemeClr val="bg1"/>
                </a:solidFill>
                <a:latin typeface="Chewy"/>
              </a:rPr>
              <a:t>Quand ? Dans les 8 mois (à partir du mois d’octobre)</a:t>
            </a:r>
          </a:p>
          <a:p>
            <a:r>
              <a:rPr lang="fr-FR" noProof="0">
                <a:solidFill>
                  <a:schemeClr val="bg1"/>
                </a:solidFill>
                <a:latin typeface="Chewy"/>
              </a:rPr>
              <a:t>Pourquoi ? Limiter l’impact environnemental du site de CYU</a:t>
            </a:r>
          </a:p>
        </p:txBody>
      </p:sp>
      <p:sp>
        <p:nvSpPr>
          <p:cNvPr id="7" name="Espace réservé du numéro de diapositive 4">
            <a:extLst>
              <a:ext uri="{FF2B5EF4-FFF2-40B4-BE49-F238E27FC236}">
                <a16:creationId xmlns:a16="http://schemas.microsoft.com/office/drawing/2014/main" id="{F9B147C0-6F76-4332-E0F0-CADC93392A3F}"/>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16</a:t>
            </a:fld>
            <a:endParaRPr lang="fr-FR" noProof="0">
              <a:solidFill>
                <a:schemeClr val="bg1"/>
              </a:solidFill>
              <a:latin typeface="Chewy" panose="02000000000000000000" pitchFamily="2" charset="0"/>
            </a:endParaRPr>
          </a:p>
        </p:txBody>
      </p:sp>
      <p:pic>
        <p:nvPicPr>
          <p:cNvPr id="9" name="Image 8" descr="Une image contenant croquis, dessin, noir, Graphique">
            <a:extLst>
              <a:ext uri="{FF2B5EF4-FFF2-40B4-BE49-F238E27FC236}">
                <a16:creationId xmlns:a16="http://schemas.microsoft.com/office/drawing/2014/main" id="{0F9B9BF3-2846-D2A1-D251-758FFD8A8C51}"/>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29709359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EF661-6A20-7FB9-454A-69222EF01598}"/>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3B19F7D5-46B8-D77E-CD23-B3368B4266AC}"/>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DEACCE32-175A-E89B-03AB-7838B518A789}"/>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1D3AA260-BC95-2C14-946E-84B22E658841}"/>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6E03E6F8-F013-5253-D573-7EF17C3D1D3E}"/>
              </a:ext>
            </a:extLst>
          </p:cNvPr>
          <p:cNvSpPr/>
          <p:nvPr/>
        </p:nvSpPr>
        <p:spPr>
          <a:xfrm>
            <a:off x="0" y="0"/>
            <a:ext cx="10515600"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643CE25B-01F2-369E-32AC-9AD806AB71F3}"/>
              </a:ext>
            </a:extLst>
          </p:cNvPr>
          <p:cNvSpPr>
            <a:spLocks noGrp="1"/>
          </p:cNvSpPr>
          <p:nvPr>
            <p:ph type="title"/>
          </p:nvPr>
        </p:nvSpPr>
        <p:spPr/>
        <p:txBody>
          <a:bodyPr>
            <a:normAutofit/>
          </a:bodyPr>
          <a:lstStyle/>
          <a:p>
            <a:r>
              <a:rPr lang="fr-FR" noProof="0">
                <a:solidFill>
                  <a:schemeClr val="bg1"/>
                </a:solidFill>
                <a:latin typeface="Chewy"/>
              </a:rPr>
              <a:t>Notre solution</a:t>
            </a:r>
          </a:p>
        </p:txBody>
      </p:sp>
      <p:sp>
        <p:nvSpPr>
          <p:cNvPr id="3" name="Espace réservé du contenu 2">
            <a:extLst>
              <a:ext uri="{FF2B5EF4-FFF2-40B4-BE49-F238E27FC236}">
                <a16:creationId xmlns:a16="http://schemas.microsoft.com/office/drawing/2014/main" id="{FEE3054A-9A76-4BB2-CB18-30F385DA8E17}"/>
              </a:ext>
            </a:extLst>
          </p:cNvPr>
          <p:cNvSpPr>
            <a:spLocks noGrp="1"/>
          </p:cNvSpPr>
          <p:nvPr>
            <p:ph idx="1"/>
          </p:nvPr>
        </p:nvSpPr>
        <p:spPr>
          <a:xfrm>
            <a:off x="830680" y="2983316"/>
            <a:ext cx="4837598" cy="2615521"/>
          </a:xfrm>
        </p:spPr>
        <p:txBody>
          <a:bodyPr vert="horz" lIns="91440" tIns="45720" rIns="91440" bIns="45720" rtlCol="0" anchor="t">
            <a:noAutofit/>
          </a:bodyPr>
          <a:lstStyle/>
          <a:p>
            <a:pPr marL="0" indent="0">
              <a:buNone/>
            </a:pPr>
            <a:r>
              <a:rPr lang="fr-FR" sz="2000" noProof="0">
                <a:solidFill>
                  <a:schemeClr val="bg1"/>
                </a:solidFill>
                <a:latin typeface="Chewy"/>
              </a:rPr>
              <a:t>Contextualisation des différents </a:t>
            </a:r>
            <a:r>
              <a:rPr lang="fr-FR" sz="2000" noProof="0">
                <a:solidFill>
                  <a:schemeClr val="bg1"/>
                </a:solidFill>
                <a:latin typeface="Chewy" panose="02000000000000000000" pitchFamily="2" charset="0"/>
                <a:ea typeface="+mn-lt"/>
                <a:cs typeface="+mn-lt"/>
              </a:rPr>
              <a:t>enjeux :</a:t>
            </a:r>
          </a:p>
          <a:p>
            <a:pPr marL="0" indent="0">
              <a:buNone/>
            </a:pPr>
            <a:endParaRPr lang="fr-FR" sz="2000" noProof="0">
              <a:solidFill>
                <a:schemeClr val="bg1"/>
              </a:solidFill>
              <a:latin typeface="Chewy" panose="02000000000000000000" pitchFamily="2" charset="0"/>
            </a:endParaRPr>
          </a:p>
          <a:p>
            <a:pPr marL="0" indent="0">
              <a:buNone/>
            </a:pPr>
            <a:r>
              <a:rPr lang="fr-FR" sz="2000" noProof="0">
                <a:solidFill>
                  <a:schemeClr val="bg1"/>
                </a:solidFill>
                <a:latin typeface="Chewy" panose="02000000000000000000" pitchFamily="2" charset="0"/>
              </a:rPr>
              <a:t>- </a:t>
            </a:r>
            <a:r>
              <a:rPr lang="fr-FR" sz="2000" noProof="0">
                <a:solidFill>
                  <a:schemeClr val="bg1"/>
                </a:solidFill>
                <a:latin typeface="Chewy" panose="02000000000000000000" pitchFamily="2" charset="0"/>
                <a:ea typeface="+mn-lt"/>
                <a:cs typeface="+mn-lt"/>
              </a:rPr>
              <a:t>Enjeux écologiques</a:t>
            </a:r>
            <a:endParaRPr lang="fr-FR" sz="2000" noProof="0">
              <a:solidFill>
                <a:schemeClr val="bg1"/>
              </a:solidFill>
              <a:latin typeface="Chewy" panose="02000000000000000000" pitchFamily="2" charset="0"/>
            </a:endParaRPr>
          </a:p>
          <a:p>
            <a:pPr marL="0" indent="0">
              <a:buNone/>
            </a:pPr>
            <a:r>
              <a:rPr lang="fr-FR" sz="2000" noProof="0">
                <a:solidFill>
                  <a:schemeClr val="bg1"/>
                </a:solidFill>
                <a:latin typeface="Chewy" panose="02000000000000000000" pitchFamily="2" charset="0"/>
                <a:ea typeface="+mn-lt"/>
                <a:cs typeface="+mn-lt"/>
              </a:rPr>
              <a:t>- Enjeux sociologiques</a:t>
            </a:r>
            <a:endParaRPr lang="fr-FR" noProof="0">
              <a:solidFill>
                <a:schemeClr val="bg1"/>
              </a:solidFill>
              <a:latin typeface="Chewy" panose="02000000000000000000" pitchFamily="2" charset="0"/>
            </a:endParaRPr>
          </a:p>
          <a:p>
            <a:pPr marL="0" indent="0">
              <a:buNone/>
            </a:pPr>
            <a:r>
              <a:rPr lang="fr-FR" sz="2000" noProof="0">
                <a:solidFill>
                  <a:schemeClr val="bg1"/>
                </a:solidFill>
                <a:latin typeface="Chewy" panose="02000000000000000000" pitchFamily="2" charset="0"/>
              </a:rPr>
              <a:t>- Enjeux numériques</a:t>
            </a:r>
          </a:p>
          <a:p>
            <a:endParaRPr lang="fr-FR" sz="2000" noProof="0">
              <a:solidFill>
                <a:schemeClr val="bg1"/>
              </a:solidFill>
              <a:latin typeface="Chewy" panose="02000000000000000000" pitchFamily="2" charset="0"/>
            </a:endParaRPr>
          </a:p>
        </p:txBody>
      </p:sp>
      <p:sp>
        <p:nvSpPr>
          <p:cNvPr id="7" name="Espace réservé du numéro de diapositive 4">
            <a:extLst>
              <a:ext uri="{FF2B5EF4-FFF2-40B4-BE49-F238E27FC236}">
                <a16:creationId xmlns:a16="http://schemas.microsoft.com/office/drawing/2014/main" id="{88AB0ED9-C40A-BEBC-A08C-1F83D6CA0D4F}"/>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17</a:t>
            </a:fld>
            <a:endParaRPr lang="fr-FR" noProof="0">
              <a:solidFill>
                <a:schemeClr val="bg1"/>
              </a:solidFill>
              <a:latin typeface="Chewy" panose="02000000000000000000" pitchFamily="2" charset="0"/>
            </a:endParaRPr>
          </a:p>
        </p:txBody>
      </p:sp>
      <p:grpSp>
        <p:nvGrpSpPr>
          <p:cNvPr id="11" name="Groupe 10">
            <a:extLst>
              <a:ext uri="{FF2B5EF4-FFF2-40B4-BE49-F238E27FC236}">
                <a16:creationId xmlns:a16="http://schemas.microsoft.com/office/drawing/2014/main" id="{9D5A2FD9-1059-FFEE-8E1F-E18948D6F90E}"/>
              </a:ext>
            </a:extLst>
          </p:cNvPr>
          <p:cNvGrpSpPr/>
          <p:nvPr/>
        </p:nvGrpSpPr>
        <p:grpSpPr>
          <a:xfrm>
            <a:off x="4770796" y="2494819"/>
            <a:ext cx="5905687" cy="3819525"/>
            <a:chOff x="4539076" y="176790"/>
            <a:chExt cx="5905687" cy="3819525"/>
          </a:xfrm>
        </p:grpSpPr>
        <p:pic>
          <p:nvPicPr>
            <p:cNvPr id="9" name="Content Placeholder 4" descr="La Théorie du Donut, de quoi parle-t-on ?">
              <a:extLst>
                <a:ext uri="{FF2B5EF4-FFF2-40B4-BE49-F238E27FC236}">
                  <a16:creationId xmlns:a16="http://schemas.microsoft.com/office/drawing/2014/main" id="{A12BF25D-F4C9-A18D-F0DC-057FFD092430}"/>
                </a:ext>
              </a:extLst>
            </p:cNvPr>
            <p:cNvPicPr>
              <a:picLocks noChangeAspect="1"/>
            </p:cNvPicPr>
            <p:nvPr/>
          </p:nvPicPr>
          <p:blipFill>
            <a:blip r:embed="rId5">
              <a:clrChange>
                <a:clrFrom>
                  <a:srgbClr val="FFFFFF"/>
                </a:clrFrom>
                <a:clrTo>
                  <a:srgbClr val="FFFFFF">
                    <a:alpha val="0"/>
                  </a:srgbClr>
                </a:clrTo>
              </a:clrChange>
            </a:blip>
            <a:srcRect l="71096" t="1229" r="8967"/>
            <a:stretch>
              <a:fillRect/>
            </a:stretch>
          </p:blipFill>
          <p:spPr>
            <a:xfrm>
              <a:off x="9034230" y="305144"/>
              <a:ext cx="1410533" cy="3691171"/>
            </a:xfrm>
            <a:prstGeom prst="rect">
              <a:avLst/>
            </a:prstGeom>
          </p:spPr>
        </p:pic>
        <p:pic>
          <p:nvPicPr>
            <p:cNvPr id="12" name="Image 11" descr="Une image contenant cercle, horloge">
              <a:extLst>
                <a:ext uri="{FF2B5EF4-FFF2-40B4-BE49-F238E27FC236}">
                  <a16:creationId xmlns:a16="http://schemas.microsoft.com/office/drawing/2014/main" id="{8383D55F-0010-180E-5849-D0F5AB18D8C1}"/>
                </a:ext>
              </a:extLst>
            </p:cNvPr>
            <p:cNvPicPr>
              <a:picLocks noChangeAspect="1"/>
            </p:cNvPicPr>
            <p:nvPr/>
          </p:nvPicPr>
          <p:blipFill>
            <a:blip r:embed="rId6">
              <a:extLst>
                <a:ext uri="{28A0092B-C50C-407E-A947-70E740481C1C}">
                  <a14:useLocalDpi xmlns:a14="http://schemas.microsoft.com/office/drawing/2010/main" val="0"/>
                </a:ext>
              </a:extLst>
            </a:blip>
            <a:srcRect r="21389"/>
            <a:stretch>
              <a:fillRect/>
            </a:stretch>
          </p:blipFill>
          <p:spPr>
            <a:xfrm>
              <a:off x="4539076" y="176790"/>
              <a:ext cx="4664831" cy="3819525"/>
            </a:xfrm>
            <a:prstGeom prst="rect">
              <a:avLst/>
            </a:prstGeom>
          </p:spPr>
        </p:pic>
      </p:grpSp>
      <p:pic>
        <p:nvPicPr>
          <p:cNvPr id="13" name="Picture 12" descr="Kate Raworth: Une économie saine devrait être conçue pour l'épanouissement,  pas pour la croissance | TED Talk">
            <a:extLst>
              <a:ext uri="{FF2B5EF4-FFF2-40B4-BE49-F238E27FC236}">
                <a16:creationId xmlns:a16="http://schemas.microsoft.com/office/drawing/2014/main" id="{EB52AD4A-FE52-EB97-1563-2085F1F00CF6}"/>
              </a:ext>
            </a:extLst>
          </p:cNvPr>
          <p:cNvPicPr>
            <a:picLocks noChangeAspect="1"/>
          </p:cNvPicPr>
          <p:nvPr/>
        </p:nvPicPr>
        <p:blipFill>
          <a:blip r:embed="rId7"/>
          <a:stretch>
            <a:fillRect/>
          </a:stretch>
        </p:blipFill>
        <p:spPr>
          <a:xfrm>
            <a:off x="7307640" y="274448"/>
            <a:ext cx="3028950" cy="1514475"/>
          </a:xfrm>
          <a:prstGeom prst="rect">
            <a:avLst/>
          </a:prstGeom>
        </p:spPr>
      </p:pic>
      <p:sp>
        <p:nvSpPr>
          <p:cNvPr id="14" name="TextBox 13">
            <a:extLst>
              <a:ext uri="{FF2B5EF4-FFF2-40B4-BE49-F238E27FC236}">
                <a16:creationId xmlns:a16="http://schemas.microsoft.com/office/drawing/2014/main" id="{714F50B3-E573-22C7-DB58-EAF09EED7359}"/>
              </a:ext>
            </a:extLst>
          </p:cNvPr>
          <p:cNvSpPr txBox="1"/>
          <p:nvPr/>
        </p:nvSpPr>
        <p:spPr>
          <a:xfrm>
            <a:off x="6569020" y="1889266"/>
            <a:ext cx="40801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a:solidFill>
                  <a:schemeClr val="bg1"/>
                </a:solidFill>
                <a:latin typeface="Chewy" panose="02000000000000000000" pitchFamily="2" charset="0"/>
              </a:rPr>
              <a:t>                   Théorie de Kate RAWORTH</a:t>
            </a:r>
          </a:p>
        </p:txBody>
      </p:sp>
      <p:pic>
        <p:nvPicPr>
          <p:cNvPr id="10" name="Image 9" descr="Une image contenant croquis, dessin, noir, Graphique">
            <a:extLst>
              <a:ext uri="{FF2B5EF4-FFF2-40B4-BE49-F238E27FC236}">
                <a16:creationId xmlns:a16="http://schemas.microsoft.com/office/drawing/2014/main" id="{EC5216DF-0523-65BB-EEC5-E24419ED022F}"/>
              </a:ext>
            </a:extLst>
          </p:cNvPr>
          <p:cNvPicPr>
            <a:picLocks noChangeAspect="1"/>
          </p:cNvPicPr>
          <p:nvPr/>
        </p:nvPicPr>
        <p:blipFill>
          <a:blip r:embed="rId8">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38322223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75255-A21C-E205-E666-7DB4BCBF250D}"/>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ABF44AA2-3D20-04E0-1F8C-7ADD32AC29DA}"/>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4767C93B-4371-B94B-4631-EBCE55FDB6AA}"/>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2CC2D87C-2530-AE17-1D0B-ED1BEAAAC71E}"/>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C4D02B10-8F7A-E2DD-7C5C-C8730F8C17E1}"/>
              </a:ext>
            </a:extLst>
          </p:cNvPr>
          <p:cNvSpPr/>
          <p:nvPr/>
        </p:nvSpPr>
        <p:spPr>
          <a:xfrm>
            <a:off x="0" y="0"/>
            <a:ext cx="12192000"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EF7B9AB6-E548-3475-613B-81913A67703E}"/>
              </a:ext>
            </a:extLst>
          </p:cNvPr>
          <p:cNvSpPr>
            <a:spLocks noGrp="1"/>
          </p:cNvSpPr>
          <p:nvPr>
            <p:ph type="title"/>
          </p:nvPr>
        </p:nvSpPr>
        <p:spPr/>
        <p:txBody>
          <a:bodyPr/>
          <a:lstStyle/>
          <a:p>
            <a:r>
              <a:rPr lang="fr-FR" noProof="0">
                <a:solidFill>
                  <a:schemeClr val="bg1"/>
                </a:solidFill>
                <a:latin typeface="Chewy" panose="02000000000000000000" pitchFamily="2" charset="0"/>
              </a:rPr>
              <a:t>Optimisation du site</a:t>
            </a:r>
          </a:p>
        </p:txBody>
      </p:sp>
      <p:sp>
        <p:nvSpPr>
          <p:cNvPr id="7" name="Espace réservé du numéro de diapositive 4">
            <a:extLst>
              <a:ext uri="{FF2B5EF4-FFF2-40B4-BE49-F238E27FC236}">
                <a16:creationId xmlns:a16="http://schemas.microsoft.com/office/drawing/2014/main" id="{ACA78D5E-0593-6B9E-118C-8EF547F2ED83}"/>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18</a:t>
            </a:fld>
            <a:endParaRPr lang="fr-FR" noProof="0">
              <a:solidFill>
                <a:schemeClr val="bg1"/>
              </a:solidFill>
              <a:latin typeface="Chewy" panose="02000000000000000000" pitchFamily="2" charset="0"/>
            </a:endParaRPr>
          </a:p>
        </p:txBody>
      </p:sp>
      <p:graphicFrame>
        <p:nvGraphicFramePr>
          <p:cNvPr id="13" name="Table 8">
            <a:extLst>
              <a:ext uri="{FF2B5EF4-FFF2-40B4-BE49-F238E27FC236}">
                <a16:creationId xmlns:a16="http://schemas.microsoft.com/office/drawing/2014/main" id="{2EFB0B67-AD02-95A1-BD09-3513E0795944}"/>
              </a:ext>
            </a:extLst>
          </p:cNvPr>
          <p:cNvGraphicFramePr>
            <a:graphicFrameLocks noGrp="1"/>
          </p:cNvGraphicFramePr>
          <p:nvPr>
            <p:extLst>
              <p:ext uri="{D42A27DB-BD31-4B8C-83A1-F6EECF244321}">
                <p14:modId xmlns:p14="http://schemas.microsoft.com/office/powerpoint/2010/main" val="4000293876"/>
              </p:ext>
            </p:extLst>
          </p:nvPr>
        </p:nvGraphicFramePr>
        <p:xfrm>
          <a:off x="85290" y="2055813"/>
          <a:ext cx="5924984" cy="3720147"/>
        </p:xfrm>
        <a:graphic>
          <a:graphicData uri="http://schemas.openxmlformats.org/drawingml/2006/table">
            <a:tbl>
              <a:tblPr bandRow="1">
                <a:tableStyleId>{5C22544A-7EE6-4342-B048-85BDC9FD1C3A}</a:tableStyleId>
              </a:tblPr>
              <a:tblGrid>
                <a:gridCol w="2743200">
                  <a:extLst>
                    <a:ext uri="{9D8B030D-6E8A-4147-A177-3AD203B41FA5}">
                      <a16:colId xmlns:a16="http://schemas.microsoft.com/office/drawing/2014/main" val="3914690573"/>
                    </a:ext>
                  </a:extLst>
                </a:gridCol>
                <a:gridCol w="3181784">
                  <a:extLst>
                    <a:ext uri="{9D8B030D-6E8A-4147-A177-3AD203B41FA5}">
                      <a16:colId xmlns:a16="http://schemas.microsoft.com/office/drawing/2014/main" val="1825871617"/>
                    </a:ext>
                  </a:extLst>
                </a:gridCol>
              </a:tblGrid>
              <a:tr h="600075">
                <a:tc>
                  <a:txBody>
                    <a:bodyPr/>
                    <a:lstStyle/>
                    <a:p>
                      <a:pPr algn="ctr" fontAlgn="base">
                        <a:lnSpc>
                          <a:spcPts val="2175"/>
                        </a:lnSpc>
                        <a:buNone/>
                      </a:pPr>
                      <a:r>
                        <a:rPr lang="fr-FR" sz="2000" b="1" i="0" noProof="0">
                          <a:solidFill>
                            <a:schemeClr val="bg1"/>
                          </a:solidFill>
                          <a:effectLst/>
                          <a:latin typeface="Chewy" panose="02000000000000000000" pitchFamily="2" charset="0"/>
                        </a:rPr>
                        <a:t>Action</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47625" cap="flat" cmpd="sng" algn="ctr">
                      <a:solidFill>
                        <a:srgbClr val="FFFFFF"/>
                      </a:solidFill>
                      <a:prstDash val="solid"/>
                      <a:round/>
                      <a:headEnd type="none" w="med" len="med"/>
                      <a:tailEnd type="none" w="med" len="med"/>
                    </a:lnB>
                    <a:noFill/>
                  </a:tcPr>
                </a:tc>
                <a:tc>
                  <a:txBody>
                    <a:bodyPr/>
                    <a:lstStyle/>
                    <a:p>
                      <a:pPr algn="ctr" fontAlgn="base">
                        <a:lnSpc>
                          <a:spcPts val="2175"/>
                        </a:lnSpc>
                        <a:buNone/>
                      </a:pPr>
                      <a:r>
                        <a:rPr lang="fr-FR" sz="2000" b="1" i="0" noProof="0">
                          <a:solidFill>
                            <a:schemeClr val="bg1"/>
                          </a:solidFill>
                          <a:effectLst/>
                          <a:latin typeface="Chewy" panose="02000000000000000000" pitchFamily="2" charset="0"/>
                        </a:rPr>
                        <a:t>Impact</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476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29389576"/>
                  </a:ext>
                </a:extLst>
              </a:tr>
              <a:tr h="1227623">
                <a:tc>
                  <a:txBody>
                    <a:bodyPr/>
                    <a:lstStyle/>
                    <a:p>
                      <a:pPr algn="l" fontAlgn="base">
                        <a:lnSpc>
                          <a:spcPts val="2175"/>
                        </a:lnSpc>
                        <a:buNone/>
                      </a:pPr>
                      <a:r>
                        <a:rPr lang="fr-FR" sz="2000" b="0" i="0" noProof="0">
                          <a:solidFill>
                            <a:schemeClr val="bg1"/>
                          </a:solidFill>
                          <a:effectLst/>
                          <a:latin typeface="Chewy" panose="02000000000000000000" pitchFamily="2" charset="0"/>
                        </a:rPr>
                        <a:t>Minimisation du code (HTML/CSS/JS)</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47625"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algn="l" fontAlgn="base">
                        <a:lnSpc>
                          <a:spcPts val="2175"/>
                        </a:lnSpc>
                        <a:buNone/>
                      </a:pPr>
                      <a:r>
                        <a:rPr lang="fr-FR" sz="2000" b="0" i="0" noProof="0">
                          <a:solidFill>
                            <a:schemeClr val="bg1"/>
                          </a:solidFill>
                          <a:effectLst/>
                          <a:latin typeface="Chewy" panose="02000000000000000000" pitchFamily="2" charset="0"/>
                        </a:rPr>
                        <a:t>Page plus légère </a:t>
                      </a:r>
                    </a:p>
                    <a:p>
                      <a:pPr algn="l" fontAlgn="base">
                        <a:lnSpc>
                          <a:spcPts val="2175"/>
                        </a:lnSpc>
                        <a:buNone/>
                      </a:pPr>
                      <a:r>
                        <a:rPr lang="fr-FR" sz="2000" b="0" i="0" noProof="0">
                          <a:solidFill>
                            <a:schemeClr val="bg1"/>
                          </a:solidFill>
                          <a:effectLst/>
                          <a:latin typeface="Chewy" panose="02000000000000000000" pitchFamily="2" charset="0"/>
                        </a:rPr>
                        <a:t>(332 Ko → 1 Ko)</a:t>
                      </a:r>
                    </a:p>
                    <a:p>
                      <a:pPr algn="l" fontAlgn="base">
                        <a:lnSpc>
                          <a:spcPts val="2175"/>
                        </a:lnSpc>
                        <a:buNone/>
                      </a:pPr>
                      <a:r>
                        <a:rPr lang="fr-FR" sz="2000" b="0" i="0" noProof="0">
                          <a:solidFill>
                            <a:schemeClr val="bg1"/>
                          </a:solidFill>
                          <a:effectLst/>
                          <a:latin typeface="Chewy" panose="02000000000000000000" pitchFamily="2" charset="0"/>
                        </a:rPr>
                        <a:t>Et émettant moins</a:t>
                      </a:r>
                    </a:p>
                    <a:p>
                      <a:pPr algn="l" fontAlgn="base">
                        <a:lnSpc>
                          <a:spcPts val="2175"/>
                        </a:lnSpc>
                        <a:buNone/>
                      </a:pPr>
                      <a:r>
                        <a:rPr lang="fr-FR" sz="2000" b="0" i="0" noProof="0">
                          <a:solidFill>
                            <a:schemeClr val="bg1"/>
                          </a:solidFill>
                          <a:effectLst/>
                          <a:latin typeface="Chewy" panose="02000000000000000000" pitchFamily="2" charset="0"/>
                        </a:rPr>
                        <a:t>(0,30g → &lt;0,01g)</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47625"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99742500"/>
                  </a:ext>
                </a:extLst>
              </a:tr>
              <a:tr h="935915">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Réduction du trafic serveur</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algn="l" fontAlgn="base">
                        <a:lnSpc>
                          <a:spcPts val="2175"/>
                        </a:lnSpc>
                        <a:buNone/>
                      </a:pPr>
                      <a:r>
                        <a:rPr lang="fr-FR" sz="2000" b="0" i="0" noProof="0">
                          <a:solidFill>
                            <a:schemeClr val="bg1"/>
                          </a:solidFill>
                          <a:effectLst/>
                          <a:latin typeface="Chewy" panose="02000000000000000000" pitchFamily="2" charset="0"/>
                        </a:rPr>
                        <a:t>Moins de refroidissement</a:t>
                      </a:r>
                    </a:p>
                    <a:p>
                      <a:pPr algn="l" fontAlgn="base">
                        <a:lnSpc>
                          <a:spcPts val="2175"/>
                        </a:lnSpc>
                        <a:buNone/>
                      </a:pPr>
                      <a:r>
                        <a:rPr lang="fr-FR" sz="2000" b="0" i="0" noProof="0">
                          <a:solidFill>
                            <a:schemeClr val="bg1"/>
                          </a:solidFill>
                          <a:effectLst/>
                          <a:latin typeface="Chewy" panose="02000000000000000000" pitchFamily="2" charset="0"/>
                        </a:rPr>
                        <a:t>Moins d'énergie</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14724440"/>
                  </a:ext>
                </a:extLst>
              </a:tr>
              <a:tr h="956534">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Compression des images et ressources</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3,00g → </a:t>
                      </a:r>
                      <a:r>
                        <a:rPr lang="fr-FR" sz="2000" b="0" i="0" noProof="0">
                          <a:solidFill>
                            <a:schemeClr val="bg1"/>
                          </a:solidFill>
                          <a:effectLst/>
                          <a:latin typeface="Chewy" panose="02000000000000000000" pitchFamily="2" charset="0"/>
                          <a:sym typeface="Wingdings" panose="05000000000000000000" pitchFamily="2" charset="2"/>
                        </a:rPr>
                        <a:t>0,60g d’émission CO2</a:t>
                      </a:r>
                      <a:endParaRPr lang="fr-FR" sz="2000" b="0" i="0" noProof="0">
                        <a:solidFill>
                          <a:schemeClr val="bg1"/>
                        </a:solidFill>
                        <a:effectLst/>
                        <a:latin typeface="Chewy" panose="02000000000000000000" pitchFamily="2" charset="0"/>
                      </a:endParaRP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76451456"/>
                  </a:ext>
                </a:extLst>
              </a:tr>
            </a:tbl>
          </a:graphicData>
        </a:graphic>
      </p:graphicFrame>
      <p:graphicFrame>
        <p:nvGraphicFramePr>
          <p:cNvPr id="14" name="Table 12">
            <a:extLst>
              <a:ext uri="{FF2B5EF4-FFF2-40B4-BE49-F238E27FC236}">
                <a16:creationId xmlns:a16="http://schemas.microsoft.com/office/drawing/2014/main" id="{9C70BA21-A756-291E-A2E6-34C6FA31CCC2}"/>
              </a:ext>
            </a:extLst>
          </p:cNvPr>
          <p:cNvGraphicFramePr>
            <a:graphicFrameLocks noGrp="1"/>
          </p:cNvGraphicFramePr>
          <p:nvPr/>
        </p:nvGraphicFramePr>
        <p:xfrm>
          <a:off x="6010274" y="2055812"/>
          <a:ext cx="6096436" cy="3707004"/>
        </p:xfrm>
        <a:graphic>
          <a:graphicData uri="http://schemas.openxmlformats.org/drawingml/2006/table">
            <a:tbl>
              <a:tblPr bandRow="1">
                <a:tableStyleId>{5C22544A-7EE6-4342-B048-85BDC9FD1C3A}</a:tableStyleId>
              </a:tblPr>
              <a:tblGrid>
                <a:gridCol w="2950880">
                  <a:extLst>
                    <a:ext uri="{9D8B030D-6E8A-4147-A177-3AD203B41FA5}">
                      <a16:colId xmlns:a16="http://schemas.microsoft.com/office/drawing/2014/main" val="4230768070"/>
                    </a:ext>
                  </a:extLst>
                </a:gridCol>
                <a:gridCol w="3145556">
                  <a:extLst>
                    <a:ext uri="{9D8B030D-6E8A-4147-A177-3AD203B41FA5}">
                      <a16:colId xmlns:a16="http://schemas.microsoft.com/office/drawing/2014/main" val="2397199875"/>
                    </a:ext>
                  </a:extLst>
                </a:gridCol>
              </a:tblGrid>
              <a:tr h="604381">
                <a:tc>
                  <a:txBody>
                    <a:bodyPr/>
                    <a:lstStyle/>
                    <a:p>
                      <a:pPr algn="ctr" fontAlgn="base">
                        <a:lnSpc>
                          <a:spcPts val="2175"/>
                        </a:lnSpc>
                        <a:buNone/>
                      </a:pPr>
                      <a:r>
                        <a:rPr lang="fr-FR" sz="2000" b="1" i="0" noProof="0">
                          <a:solidFill>
                            <a:schemeClr val="bg1"/>
                          </a:solidFill>
                          <a:effectLst/>
                          <a:latin typeface="Chewy" panose="02000000000000000000" pitchFamily="2" charset="0"/>
                        </a:rPr>
                        <a:t>Effet</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47625" cap="flat" cmpd="sng" algn="ctr">
                      <a:solidFill>
                        <a:srgbClr val="FFFFFF"/>
                      </a:solidFill>
                      <a:prstDash val="solid"/>
                      <a:round/>
                      <a:headEnd type="none" w="med" len="med"/>
                      <a:tailEnd type="none" w="med" len="med"/>
                    </a:lnB>
                    <a:noFill/>
                  </a:tcPr>
                </a:tc>
                <a:tc>
                  <a:txBody>
                    <a:bodyPr/>
                    <a:lstStyle/>
                    <a:p>
                      <a:pPr algn="ctr" fontAlgn="base">
                        <a:lnSpc>
                          <a:spcPts val="2175"/>
                        </a:lnSpc>
                        <a:buNone/>
                      </a:pPr>
                      <a:r>
                        <a:rPr lang="fr-FR" sz="2000" b="1" i="0" noProof="0">
                          <a:solidFill>
                            <a:schemeClr val="bg1"/>
                          </a:solidFill>
                          <a:effectLst/>
                          <a:latin typeface="Chewy" panose="02000000000000000000" pitchFamily="2" charset="0"/>
                        </a:rPr>
                        <a:t>Bénéfice</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476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148557789"/>
                  </a:ext>
                </a:extLst>
              </a:tr>
              <a:tr h="992687">
                <a:tc>
                  <a:txBody>
                    <a:bodyPr/>
                    <a:lstStyle/>
                    <a:p>
                      <a:pPr algn="l" fontAlgn="base">
                        <a:lnSpc>
                          <a:spcPts val="2175"/>
                        </a:lnSpc>
                        <a:buNone/>
                      </a:pPr>
                      <a:r>
                        <a:rPr lang="fr-FR" sz="2000" b="0" i="0" noProof="0">
                          <a:solidFill>
                            <a:schemeClr val="bg1"/>
                          </a:solidFill>
                          <a:effectLst/>
                          <a:latin typeface="Chewy" panose="02000000000000000000" pitchFamily="2" charset="0"/>
                        </a:rPr>
                        <a:t>Temps de chargement plus court, </a:t>
                      </a:r>
                    </a:p>
                    <a:p>
                      <a:pPr algn="l" fontAlgn="base">
                        <a:lnSpc>
                          <a:spcPts val="2175"/>
                        </a:lnSpc>
                        <a:buNone/>
                      </a:pPr>
                      <a:r>
                        <a:rPr lang="fr-FR" sz="2000" b="0" i="0" noProof="0">
                          <a:solidFill>
                            <a:schemeClr val="bg1"/>
                          </a:solidFill>
                          <a:effectLst/>
                          <a:latin typeface="Chewy" panose="02000000000000000000" pitchFamily="2" charset="0"/>
                        </a:rPr>
                        <a:t>mise en avant des infos importantes</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47625"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algn="l" fontAlgn="base">
                        <a:lnSpc>
                          <a:spcPts val="2175"/>
                        </a:lnSpc>
                        <a:buNone/>
                      </a:pPr>
                      <a:r>
                        <a:rPr lang="fr-FR" sz="2000" b="0" i="0" noProof="0">
                          <a:solidFill>
                            <a:schemeClr val="bg1"/>
                          </a:solidFill>
                          <a:effectLst/>
                          <a:latin typeface="Chewy" panose="02000000000000000000" pitchFamily="2" charset="0"/>
                        </a:rPr>
                        <a:t>Accessibilité renforcée</a:t>
                      </a:r>
                    </a:p>
                    <a:p>
                      <a:pPr algn="l" fontAlgn="base">
                        <a:lnSpc>
                          <a:spcPts val="2175"/>
                        </a:lnSpc>
                        <a:buNone/>
                      </a:pPr>
                      <a:r>
                        <a:rPr lang="fr-FR" sz="2000" b="0" i="0" noProof="0">
                          <a:solidFill>
                            <a:schemeClr val="bg1"/>
                          </a:solidFill>
                          <a:effectLst/>
                          <a:latin typeface="Chewy" panose="02000000000000000000" pitchFamily="2" charset="0"/>
                        </a:rPr>
                        <a:t>Version très économe en CO2 du site</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47625"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49406462"/>
                  </a:ext>
                </a:extLst>
              </a:tr>
              <a:tr h="959751">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Ecoresponsabilité de l’hébergement</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Solution durable pour CYU, site inchangé</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160492390"/>
                  </a:ext>
                </a:extLst>
              </a:tr>
              <a:tr h="693414">
                <a:tc>
                  <a:txBody>
                    <a:bodyPr/>
                    <a:lstStyle/>
                    <a:p>
                      <a:pPr marL="0" marR="0" lvl="0" indent="0" algn="l" defTabSz="914400" rtl="0" eaLnBrk="1" fontAlgn="base" latinLnBrk="0" hangingPunct="1">
                        <a:lnSpc>
                          <a:spcPts val="2175"/>
                        </a:lnSpc>
                        <a:spcBef>
                          <a:spcPts val="0"/>
                        </a:spcBef>
                        <a:spcAft>
                          <a:spcPts val="0"/>
                        </a:spcAft>
                        <a:buClrTx/>
                        <a:buSzTx/>
                        <a:buFontTx/>
                        <a:buNone/>
                        <a:tabLst/>
                        <a:defRPr/>
                      </a:pPr>
                      <a:r>
                        <a:rPr lang="fr-FR" sz="2000" b="0" i="0" noProof="0">
                          <a:solidFill>
                            <a:schemeClr val="bg1"/>
                          </a:solidFill>
                          <a:effectLst/>
                          <a:latin typeface="Chewy" panose="02000000000000000000" pitchFamily="2" charset="0"/>
                        </a:rPr>
                        <a:t>Temps de chargement plus court, pas de changement de la page internet</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tc>
                  <a:txBody>
                    <a:bodyPr/>
                    <a:lstStyle/>
                    <a:p>
                      <a:pPr algn="l" fontAlgn="base">
                        <a:lnSpc>
                          <a:spcPts val="2175"/>
                        </a:lnSpc>
                        <a:buNone/>
                      </a:pPr>
                      <a:r>
                        <a:rPr lang="fr-FR" sz="2000" b="0" i="0" noProof="0">
                          <a:solidFill>
                            <a:schemeClr val="bg1"/>
                          </a:solidFill>
                          <a:effectLst/>
                          <a:latin typeface="Chewy" panose="02000000000000000000" pitchFamily="2" charset="0"/>
                        </a:rPr>
                        <a:t>Fonctionne même avec</a:t>
                      </a:r>
                    </a:p>
                    <a:p>
                      <a:pPr algn="l" fontAlgn="base">
                        <a:lnSpc>
                          <a:spcPts val="2175"/>
                        </a:lnSpc>
                        <a:buNone/>
                      </a:pPr>
                      <a:r>
                        <a:rPr lang="fr-FR" sz="2000" b="0" i="0" noProof="0">
                          <a:solidFill>
                            <a:schemeClr val="bg1"/>
                          </a:solidFill>
                          <a:effectLst/>
                          <a:latin typeface="Chewy" panose="02000000000000000000" pitchFamily="2" charset="0"/>
                        </a:rPr>
                        <a:t>connexions lentes, design maintenu</a:t>
                      </a:r>
                    </a:p>
                  </a:txBody>
                  <a:tcPr anchor="ctr">
                    <a:lnL w="15869" cap="flat" cmpd="sng" algn="ctr">
                      <a:solidFill>
                        <a:srgbClr val="FFFFFF"/>
                      </a:solidFill>
                      <a:prstDash val="solid"/>
                      <a:round/>
                      <a:headEnd type="none" w="med" len="med"/>
                      <a:tailEnd type="none" w="med" len="med"/>
                    </a:lnL>
                    <a:lnR w="15869" cap="flat" cmpd="sng" algn="ctr">
                      <a:solidFill>
                        <a:srgbClr val="FFFFFF"/>
                      </a:solidFill>
                      <a:prstDash val="solid"/>
                      <a:round/>
                      <a:headEnd type="none" w="med" len="med"/>
                      <a:tailEnd type="none" w="med" len="med"/>
                    </a:lnR>
                    <a:lnT w="15869" cap="flat" cmpd="sng" algn="ctr">
                      <a:solidFill>
                        <a:srgbClr val="FFFFFF"/>
                      </a:solidFill>
                      <a:prstDash val="solid"/>
                      <a:round/>
                      <a:headEnd type="none" w="med" len="med"/>
                      <a:tailEnd type="none" w="med" len="med"/>
                    </a:lnT>
                    <a:lnB w="15869"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59433880"/>
                  </a:ext>
                </a:extLst>
              </a:tr>
            </a:tbl>
          </a:graphicData>
        </a:graphic>
      </p:graphicFrame>
      <p:sp>
        <p:nvSpPr>
          <p:cNvPr id="16" name="ZoneTexte 15">
            <a:extLst>
              <a:ext uri="{FF2B5EF4-FFF2-40B4-BE49-F238E27FC236}">
                <a16:creationId xmlns:a16="http://schemas.microsoft.com/office/drawing/2014/main" id="{C4BE8439-677E-162C-23A7-34779665B186}"/>
              </a:ext>
            </a:extLst>
          </p:cNvPr>
          <p:cNvSpPr txBox="1"/>
          <p:nvPr/>
        </p:nvSpPr>
        <p:spPr>
          <a:xfrm>
            <a:off x="1110761" y="6083329"/>
            <a:ext cx="9799026" cy="461665"/>
          </a:xfrm>
          <a:prstGeom prst="rect">
            <a:avLst/>
          </a:prstGeom>
          <a:noFill/>
        </p:spPr>
        <p:txBody>
          <a:bodyPr wrap="square">
            <a:spAutoFit/>
          </a:bodyPr>
          <a:lstStyle/>
          <a:p>
            <a:pPr algn="ctr"/>
            <a:r>
              <a:rPr lang="fr-FR" sz="2400" noProof="0">
                <a:solidFill>
                  <a:schemeClr val="bg1"/>
                </a:solidFill>
                <a:latin typeface="Chewy" panose="02000000000000000000" pitchFamily="2" charset="0"/>
              </a:rPr>
              <a:t>     ✅ –80,</a:t>
            </a:r>
            <a:r>
              <a:rPr lang="fr-FR" sz="2400">
                <a:solidFill>
                  <a:schemeClr val="bg1"/>
                </a:solidFill>
                <a:latin typeface="Chewy" panose="02000000000000000000" pitchFamily="2" charset="0"/>
              </a:rPr>
              <a:t>0</a:t>
            </a:r>
            <a:r>
              <a:rPr lang="fr-FR" sz="2400" noProof="0">
                <a:solidFill>
                  <a:schemeClr val="bg1"/>
                </a:solidFill>
                <a:latin typeface="Chewy" panose="02000000000000000000" pitchFamily="2" charset="0"/>
              </a:rPr>
              <a:t> % d’émissions de CO₂ | ✅ Accessible, économique, durable </a:t>
            </a:r>
          </a:p>
        </p:txBody>
      </p:sp>
      <p:sp>
        <p:nvSpPr>
          <p:cNvPr id="3" name="Flèche : droite 2">
            <a:extLst>
              <a:ext uri="{FF2B5EF4-FFF2-40B4-BE49-F238E27FC236}">
                <a16:creationId xmlns:a16="http://schemas.microsoft.com/office/drawing/2014/main" id="{11460E39-4330-82DC-D9A3-70C344A73CED}"/>
              </a:ext>
            </a:extLst>
          </p:cNvPr>
          <p:cNvSpPr/>
          <p:nvPr/>
        </p:nvSpPr>
        <p:spPr>
          <a:xfrm>
            <a:off x="2657139" y="2194560"/>
            <a:ext cx="473336" cy="301214"/>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9" name="Flèche : droite 8">
            <a:extLst>
              <a:ext uri="{FF2B5EF4-FFF2-40B4-BE49-F238E27FC236}">
                <a16:creationId xmlns:a16="http://schemas.microsoft.com/office/drawing/2014/main" id="{CDED8EA7-370C-C40E-E80E-C7DF61669A95}"/>
              </a:ext>
            </a:extLst>
          </p:cNvPr>
          <p:cNvSpPr/>
          <p:nvPr/>
        </p:nvSpPr>
        <p:spPr>
          <a:xfrm>
            <a:off x="5808366" y="2194560"/>
            <a:ext cx="473336" cy="301214"/>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sp>
        <p:nvSpPr>
          <p:cNvPr id="10" name="Flèche : droite 9">
            <a:extLst>
              <a:ext uri="{FF2B5EF4-FFF2-40B4-BE49-F238E27FC236}">
                <a16:creationId xmlns:a16="http://schemas.microsoft.com/office/drawing/2014/main" id="{26490530-6868-A43E-C9EC-0108AD7C87B5}"/>
              </a:ext>
            </a:extLst>
          </p:cNvPr>
          <p:cNvSpPr/>
          <p:nvPr/>
        </p:nvSpPr>
        <p:spPr>
          <a:xfrm>
            <a:off x="8775207" y="2194560"/>
            <a:ext cx="473336" cy="301214"/>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p>
        </p:txBody>
      </p:sp>
      <p:pic>
        <p:nvPicPr>
          <p:cNvPr id="11" name="Image 10" descr="Une image contenant croquis, dessin, noir, Graphique">
            <a:extLst>
              <a:ext uri="{FF2B5EF4-FFF2-40B4-BE49-F238E27FC236}">
                <a16:creationId xmlns:a16="http://schemas.microsoft.com/office/drawing/2014/main" id="{A8AE7321-3B46-E189-30D6-62F5E6D660F0}"/>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1" y="11293"/>
            <a:ext cx="712608" cy="712608"/>
          </a:xfrm>
          <a:prstGeom prst="rect">
            <a:avLst/>
          </a:prstGeom>
        </p:spPr>
      </p:pic>
    </p:spTree>
    <p:extLst>
      <p:ext uri="{BB962C8B-B14F-4D97-AF65-F5344CB8AC3E}">
        <p14:creationId xmlns:p14="http://schemas.microsoft.com/office/powerpoint/2010/main" val="40484292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Une image contenant dessin, Graphique, illustration, Dessin d’enfant">
            <a:extLst>
              <a:ext uri="{FF2B5EF4-FFF2-40B4-BE49-F238E27FC236}">
                <a16:creationId xmlns:a16="http://schemas.microsoft.com/office/drawing/2014/main" id="{4A716026-3D3F-062E-D5D2-A33AD92D04DE}"/>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0F82FC74-DDF8-BDC9-8F6C-3DA8E2A870F7}"/>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D1BD0679-032D-6430-6611-C0A0801656DF}"/>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10" name="Rectangle 9">
            <a:extLst>
              <a:ext uri="{FF2B5EF4-FFF2-40B4-BE49-F238E27FC236}">
                <a16:creationId xmlns:a16="http://schemas.microsoft.com/office/drawing/2014/main" id="{A8DB0D5E-91E7-A168-C33B-A2E5B4298E1F}"/>
              </a:ext>
            </a:extLst>
          </p:cNvPr>
          <p:cNvSpPr/>
          <p:nvPr/>
        </p:nvSpPr>
        <p:spPr>
          <a:xfrm>
            <a:off x="-1" y="0"/>
            <a:ext cx="11510129"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3D52B480-FFEE-1C9B-E56F-DABF44392FB5}"/>
              </a:ext>
            </a:extLst>
          </p:cNvPr>
          <p:cNvSpPr>
            <a:spLocks noGrp="1"/>
          </p:cNvSpPr>
          <p:nvPr>
            <p:ph type="title"/>
          </p:nvPr>
        </p:nvSpPr>
        <p:spPr/>
        <p:txBody>
          <a:bodyPr/>
          <a:lstStyle/>
          <a:p>
            <a:r>
              <a:rPr lang="fr-FR" noProof="0">
                <a:solidFill>
                  <a:schemeClr val="bg1"/>
                </a:solidFill>
                <a:latin typeface="Chewy" panose="02000000000000000000" pitchFamily="2" charset="0"/>
              </a:rPr>
              <a:t>Conclusion</a:t>
            </a:r>
          </a:p>
        </p:txBody>
      </p:sp>
      <p:pic>
        <p:nvPicPr>
          <p:cNvPr id="4" name="Image 3">
            <a:extLst>
              <a:ext uri="{FF2B5EF4-FFF2-40B4-BE49-F238E27FC236}">
                <a16:creationId xmlns:a16="http://schemas.microsoft.com/office/drawing/2014/main" id="{EAA35AC4-7A37-2F6E-5A3F-AA331D6C2618}"/>
              </a:ext>
            </a:extLst>
          </p:cNvPr>
          <p:cNvPicPr>
            <a:picLocks noChangeAspect="1"/>
          </p:cNvPicPr>
          <p:nvPr/>
        </p:nvPicPr>
        <p:blipFill>
          <a:blip r:embed="rId5"/>
          <a:srcRect/>
          <a:stretch/>
        </p:blipFill>
        <p:spPr bwMode="auto">
          <a:xfrm>
            <a:off x="1590047" y="1478330"/>
            <a:ext cx="9438015" cy="5308884"/>
          </a:xfrm>
          <a:prstGeom prst="rect">
            <a:avLst/>
          </a:prstGeom>
          <a:noFill/>
          <a:ln>
            <a:noFill/>
          </a:ln>
        </p:spPr>
      </p:pic>
      <p:sp>
        <p:nvSpPr>
          <p:cNvPr id="6" name="Espace réservé du numéro de diapositive 4">
            <a:extLst>
              <a:ext uri="{FF2B5EF4-FFF2-40B4-BE49-F238E27FC236}">
                <a16:creationId xmlns:a16="http://schemas.microsoft.com/office/drawing/2014/main" id="{0BEFEFA9-50ED-3814-4DB2-8104411A1633}"/>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19</a:t>
            </a:fld>
            <a:endParaRPr lang="fr-FR" noProof="0">
              <a:solidFill>
                <a:schemeClr val="bg1"/>
              </a:solidFill>
              <a:latin typeface="Chewy" panose="02000000000000000000" pitchFamily="2" charset="0"/>
            </a:endParaRPr>
          </a:p>
        </p:txBody>
      </p:sp>
      <p:pic>
        <p:nvPicPr>
          <p:cNvPr id="12" name="Image 11" descr="Une image contenant symbole, Graphique, Police, conception">
            <a:extLst>
              <a:ext uri="{FF2B5EF4-FFF2-40B4-BE49-F238E27FC236}">
                <a16:creationId xmlns:a16="http://schemas.microsoft.com/office/drawing/2014/main" id="{BC41879A-261A-995D-B698-5624A93BB649}"/>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rcRect b="12365"/>
          <a:stretch>
            <a:fillRect/>
          </a:stretch>
        </p:blipFill>
        <p:spPr>
          <a:xfrm>
            <a:off x="-16428" y="68650"/>
            <a:ext cx="719821" cy="630812"/>
          </a:xfrm>
          <a:prstGeom prst="rect">
            <a:avLst/>
          </a:prstGeom>
        </p:spPr>
      </p:pic>
    </p:spTree>
    <p:extLst>
      <p:ext uri="{BB962C8B-B14F-4D97-AF65-F5344CB8AC3E}">
        <p14:creationId xmlns:p14="http://schemas.microsoft.com/office/powerpoint/2010/main" val="3106357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D934F-204B-B7AA-B0D2-93AEFABF4FC2}"/>
            </a:ext>
          </a:extLst>
        </p:cNvPr>
        <p:cNvGrpSpPr/>
        <p:nvPr/>
      </p:nvGrpSpPr>
      <p:grpSpPr>
        <a:xfrm>
          <a:off x="0" y="0"/>
          <a:ext cx="0" cy="0"/>
          <a:chOff x="0" y="0"/>
          <a:chExt cx="0" cy="0"/>
        </a:xfrm>
      </p:grpSpPr>
      <p:pic>
        <p:nvPicPr>
          <p:cNvPr id="6" name="Image 5" descr="Une image contenant dessin, Graphique, illustration, Dessin d’enfant">
            <a:extLst>
              <a:ext uri="{FF2B5EF4-FFF2-40B4-BE49-F238E27FC236}">
                <a16:creationId xmlns:a16="http://schemas.microsoft.com/office/drawing/2014/main" id="{1C23C07A-2D65-6B10-8D80-079B19E5A45C}"/>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E6837429-C6E7-412B-1F58-8F0D2B42F857}"/>
              </a:ext>
            </a:extLst>
          </p:cNvPr>
          <p:cNvPicPr preferRelativeResize="0"/>
          <p:nvPr/>
        </p:nvPicPr>
        <p:blipFill>
          <a:blip r:embed="rId4">
            <a:alphaModFix/>
            <a:duotone>
              <a:prstClr val="black"/>
              <a:schemeClr val="accent6">
                <a:tint val="45000"/>
                <a:satMod val="400000"/>
              </a:schemeClr>
            </a:duotone>
          </a:blip>
          <a:stretch>
            <a:fillRect/>
          </a:stretch>
        </p:blipFill>
        <p:spPr>
          <a:xfrm rot="8140713">
            <a:off x="8084267" y="3930925"/>
            <a:ext cx="6487305" cy="4879686"/>
          </a:xfrm>
          <a:prstGeom prst="rect">
            <a:avLst/>
          </a:prstGeom>
          <a:noFill/>
          <a:ln>
            <a:noFill/>
          </a:ln>
        </p:spPr>
      </p:pic>
      <p:pic>
        <p:nvPicPr>
          <p:cNvPr id="5" name="Google Shape;405;p44">
            <a:extLst>
              <a:ext uri="{FF2B5EF4-FFF2-40B4-BE49-F238E27FC236}">
                <a16:creationId xmlns:a16="http://schemas.microsoft.com/office/drawing/2014/main" id="{CEC5AACF-408C-F605-5984-0591E9AE42EB}"/>
              </a:ext>
            </a:extLst>
          </p:cNvPr>
          <p:cNvPicPr preferRelativeResize="0"/>
          <p:nvPr/>
        </p:nvPicPr>
        <p:blipFill>
          <a:blip r:embed="rId4">
            <a:alphaModFix/>
            <a:duotone>
              <a:prstClr val="black"/>
              <a:schemeClr val="accent6">
                <a:tint val="45000"/>
                <a:satMod val="400000"/>
              </a:schemeClr>
            </a:duotone>
          </a:blip>
          <a:stretch>
            <a:fillRect/>
          </a:stretch>
        </p:blipFill>
        <p:spPr>
          <a:xfrm rot="18559944">
            <a:off x="-2744964" y="-1528619"/>
            <a:ext cx="6487305" cy="4879686"/>
          </a:xfrm>
          <a:prstGeom prst="rect">
            <a:avLst/>
          </a:prstGeom>
          <a:noFill/>
          <a:ln>
            <a:noFill/>
          </a:ln>
        </p:spPr>
      </p:pic>
      <p:sp>
        <p:nvSpPr>
          <p:cNvPr id="9" name="Rectangle 8">
            <a:extLst>
              <a:ext uri="{FF2B5EF4-FFF2-40B4-BE49-F238E27FC236}">
                <a16:creationId xmlns:a16="http://schemas.microsoft.com/office/drawing/2014/main" id="{8590C616-3372-03E4-8EDF-9A74CDEA11BA}"/>
              </a:ext>
            </a:extLst>
          </p:cNvPr>
          <p:cNvSpPr/>
          <p:nvPr/>
        </p:nvSpPr>
        <p:spPr>
          <a:xfrm>
            <a:off x="0" y="0"/>
            <a:ext cx="11353800"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78C38555-4830-45C1-85DA-9D4E246E6B56}"/>
              </a:ext>
            </a:extLst>
          </p:cNvPr>
          <p:cNvSpPr>
            <a:spLocks noGrp="1"/>
          </p:cNvSpPr>
          <p:nvPr>
            <p:ph type="title"/>
          </p:nvPr>
        </p:nvSpPr>
        <p:spPr/>
        <p:txBody>
          <a:bodyPr/>
          <a:lstStyle/>
          <a:p>
            <a:r>
              <a:rPr lang="fr-FR" noProof="0">
                <a:solidFill>
                  <a:schemeClr val="bg1"/>
                </a:solidFill>
                <a:latin typeface="Chewy"/>
              </a:rPr>
              <a:t>Bibliographie</a:t>
            </a:r>
            <a:endParaRPr lang="fr-FR" noProof="0">
              <a:solidFill>
                <a:schemeClr val="bg1"/>
              </a:solidFill>
              <a:latin typeface="Chewy" panose="02000000000000000000" pitchFamily="2" charset="0"/>
            </a:endParaRPr>
          </a:p>
        </p:txBody>
      </p:sp>
      <p:sp>
        <p:nvSpPr>
          <p:cNvPr id="3" name="Espace réservé du contenu 2">
            <a:extLst>
              <a:ext uri="{FF2B5EF4-FFF2-40B4-BE49-F238E27FC236}">
                <a16:creationId xmlns:a16="http://schemas.microsoft.com/office/drawing/2014/main" id="{D0F249DB-E775-197C-C3CA-40E835444BC9}"/>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fr-FR" b="1" u="sng" noProof="0">
                <a:solidFill>
                  <a:schemeClr val="bg1"/>
                </a:solidFill>
                <a:latin typeface="Chewy" panose="02000000000000000000" pitchFamily="2" charset="0"/>
                <a:ea typeface="+mn-lt"/>
                <a:cs typeface="+mn-lt"/>
              </a:rPr>
              <a:t>- Livre :</a:t>
            </a:r>
            <a:endParaRPr lang="fr-FR" b="1" u="sng" noProof="0">
              <a:solidFill>
                <a:schemeClr val="bg1"/>
              </a:solidFill>
              <a:latin typeface="Chewy" panose="02000000000000000000" pitchFamily="2" charset="0"/>
            </a:endParaRPr>
          </a:p>
          <a:p>
            <a:pPr lvl="1"/>
            <a:r>
              <a:rPr lang="fr-FR" noProof="0">
                <a:solidFill>
                  <a:schemeClr val="bg1"/>
                </a:solidFill>
                <a:latin typeface="Chewy" panose="02000000000000000000" pitchFamily="2" charset="0"/>
                <a:ea typeface="+mn-lt"/>
                <a:cs typeface="+mn-lt"/>
              </a:rPr>
              <a:t>Greenwood, Tom, </a:t>
            </a:r>
            <a:r>
              <a:rPr lang="fr-FR" noProof="0" err="1">
                <a:solidFill>
                  <a:schemeClr val="bg1"/>
                </a:solidFill>
                <a:latin typeface="Chewy" panose="02000000000000000000" pitchFamily="2" charset="0"/>
                <a:ea typeface="+mn-lt"/>
                <a:cs typeface="+mn-lt"/>
              </a:rPr>
              <a:t>Sustainable</a:t>
            </a:r>
            <a:r>
              <a:rPr lang="fr-FR" noProof="0">
                <a:solidFill>
                  <a:schemeClr val="bg1"/>
                </a:solidFill>
                <a:latin typeface="Chewy" panose="02000000000000000000" pitchFamily="2" charset="0"/>
                <a:ea typeface="+mn-lt"/>
                <a:cs typeface="+mn-lt"/>
              </a:rPr>
              <a:t> Web Design. A Book Apart, New York, 2021.</a:t>
            </a:r>
            <a:endParaRPr lang="fr-FR" noProof="0">
              <a:solidFill>
                <a:schemeClr val="bg1"/>
              </a:solidFill>
              <a:latin typeface="Chewy" panose="02000000000000000000" pitchFamily="2" charset="0"/>
            </a:endParaRPr>
          </a:p>
          <a:p>
            <a:pPr marL="0" indent="0">
              <a:buNone/>
            </a:pPr>
            <a:r>
              <a:rPr lang="fr-FR" b="1" u="sng" noProof="0">
                <a:solidFill>
                  <a:schemeClr val="bg1"/>
                </a:solidFill>
                <a:latin typeface="Chewy" panose="02000000000000000000" pitchFamily="2" charset="0"/>
                <a:ea typeface="+mn-lt"/>
                <a:cs typeface="+mn-lt"/>
              </a:rPr>
              <a:t>- Articles scientifiques :</a:t>
            </a:r>
            <a:endParaRPr lang="fr-FR" b="1" u="sng" noProof="0">
              <a:solidFill>
                <a:schemeClr val="bg1"/>
              </a:solidFill>
              <a:latin typeface="Chewy" panose="02000000000000000000" pitchFamily="2" charset="0"/>
            </a:endParaRPr>
          </a:p>
          <a:p>
            <a:pPr lvl="1"/>
            <a:r>
              <a:rPr lang="fr-FR" noProof="0">
                <a:solidFill>
                  <a:schemeClr val="bg1"/>
                </a:solidFill>
                <a:latin typeface="Chewy" panose="02000000000000000000" pitchFamily="2" charset="0"/>
                <a:ea typeface="+mn-lt"/>
                <a:cs typeface="+mn-lt"/>
              </a:rPr>
              <a:t>ADEME, « L’éco-conception des services numériques » dans Rapport officiel de l’ADEME. ADEME, Paris, 2020.</a:t>
            </a:r>
            <a:endParaRPr lang="fr-FR" noProof="0">
              <a:solidFill>
                <a:schemeClr val="bg1"/>
              </a:solidFill>
              <a:latin typeface="Chewy" panose="02000000000000000000" pitchFamily="2" charset="0"/>
            </a:endParaRPr>
          </a:p>
          <a:p>
            <a:pPr lvl="1"/>
            <a:r>
              <a:rPr lang="fr-FR" noProof="0">
                <a:solidFill>
                  <a:schemeClr val="bg1"/>
                </a:solidFill>
                <a:latin typeface="Chewy" panose="02000000000000000000" pitchFamily="2" charset="0"/>
                <a:ea typeface="+mn-lt"/>
                <a:cs typeface="+mn-lt"/>
              </a:rPr>
              <a:t>GreenIT.fr, « Référentiel Green IT et bonnes pratiques » dans Rapport officiel de GreenIT.fr. </a:t>
            </a:r>
            <a:r>
              <a:rPr lang="fr-FR" noProof="0" err="1">
                <a:solidFill>
                  <a:schemeClr val="bg1"/>
                </a:solidFill>
                <a:latin typeface="Chewy" panose="02000000000000000000" pitchFamily="2" charset="0"/>
                <a:ea typeface="+mn-lt"/>
                <a:cs typeface="+mn-lt"/>
              </a:rPr>
              <a:t>GreenIT</a:t>
            </a:r>
            <a:r>
              <a:rPr lang="fr-FR" noProof="0">
                <a:solidFill>
                  <a:schemeClr val="bg1"/>
                </a:solidFill>
                <a:latin typeface="Chewy" panose="02000000000000000000" pitchFamily="2" charset="0"/>
                <a:ea typeface="+mn-lt"/>
                <a:cs typeface="+mn-lt"/>
              </a:rPr>
              <a:t>, Paris, 2022.</a:t>
            </a:r>
            <a:endParaRPr lang="fr-FR" noProof="0">
              <a:solidFill>
                <a:schemeClr val="bg1"/>
              </a:solidFill>
              <a:latin typeface="Chewy" panose="02000000000000000000" pitchFamily="2" charset="0"/>
            </a:endParaRPr>
          </a:p>
          <a:p>
            <a:pPr marL="0" indent="0">
              <a:buNone/>
            </a:pPr>
            <a:r>
              <a:rPr lang="fr-FR" b="1" u="sng" noProof="0">
                <a:solidFill>
                  <a:schemeClr val="bg1"/>
                </a:solidFill>
                <a:latin typeface="Chewy" panose="02000000000000000000" pitchFamily="2" charset="0"/>
                <a:ea typeface="+mn-lt"/>
                <a:cs typeface="+mn-lt"/>
              </a:rPr>
              <a:t>- Articles en ligne:</a:t>
            </a:r>
            <a:endParaRPr lang="fr-FR" b="1" u="sng" noProof="0">
              <a:solidFill>
                <a:schemeClr val="bg1"/>
              </a:solidFill>
              <a:latin typeface="Chewy" panose="02000000000000000000" pitchFamily="2" charset="0"/>
            </a:endParaRPr>
          </a:p>
          <a:p>
            <a:pPr lvl="1"/>
            <a:r>
              <a:rPr lang="fr-FR" noProof="0" err="1">
                <a:solidFill>
                  <a:schemeClr val="bg1"/>
                </a:solidFill>
                <a:latin typeface="Chewy" panose="02000000000000000000" pitchFamily="2" charset="0"/>
                <a:ea typeface="+mn-lt"/>
                <a:cs typeface="+mn-lt"/>
              </a:rPr>
              <a:t>GTmetrix</a:t>
            </a:r>
            <a:r>
              <a:rPr lang="fr-FR" noProof="0">
                <a:solidFill>
                  <a:schemeClr val="bg1"/>
                </a:solidFill>
                <a:latin typeface="Chewy" panose="02000000000000000000" pitchFamily="2" charset="0"/>
                <a:ea typeface="+mn-lt"/>
                <a:cs typeface="+mn-lt"/>
              </a:rPr>
              <a:t>, « Rapport de performance du site CYU » Rapport </a:t>
            </a:r>
            <a:r>
              <a:rPr lang="fr-FR" noProof="0" err="1">
                <a:solidFill>
                  <a:schemeClr val="bg1"/>
                </a:solidFill>
                <a:latin typeface="Chewy" panose="02000000000000000000" pitchFamily="2" charset="0"/>
                <a:ea typeface="+mn-lt"/>
                <a:cs typeface="+mn-lt"/>
              </a:rPr>
              <a:t>GTmetrix</a:t>
            </a:r>
            <a:r>
              <a:rPr lang="fr-FR" noProof="0">
                <a:solidFill>
                  <a:schemeClr val="bg1"/>
                </a:solidFill>
                <a:latin typeface="Chewy" panose="02000000000000000000" pitchFamily="2" charset="0"/>
                <a:ea typeface="+mn-lt"/>
                <a:cs typeface="+mn-lt"/>
              </a:rPr>
              <a:t> pour le site CYU, 2024, </a:t>
            </a:r>
            <a:r>
              <a:rPr lang="fr-FR" noProof="0" err="1">
                <a:solidFill>
                  <a:schemeClr val="bg1"/>
                </a:solidFill>
                <a:latin typeface="Chewy" panose="02000000000000000000" pitchFamily="2" charset="0"/>
                <a:ea typeface="+mn-lt"/>
                <a:cs typeface="+mn-lt"/>
              </a:rPr>
              <a:t>GTmetrix</a:t>
            </a:r>
            <a:r>
              <a:rPr lang="fr-FR" noProof="0">
                <a:solidFill>
                  <a:schemeClr val="bg1"/>
                </a:solidFill>
                <a:latin typeface="Chewy" panose="02000000000000000000" pitchFamily="2" charset="0"/>
                <a:ea typeface="+mn-lt"/>
                <a:cs typeface="+mn-lt"/>
              </a:rPr>
              <a:t>.</a:t>
            </a:r>
            <a:endParaRPr lang="fr-FR" noProof="0">
              <a:solidFill>
                <a:schemeClr val="bg1"/>
              </a:solidFill>
              <a:latin typeface="Chewy" panose="02000000000000000000" pitchFamily="2" charset="0"/>
            </a:endParaRPr>
          </a:p>
          <a:p>
            <a:pPr lvl="1"/>
            <a:r>
              <a:rPr lang="fr-FR" noProof="0" err="1">
                <a:solidFill>
                  <a:schemeClr val="bg1"/>
                </a:solidFill>
                <a:latin typeface="Chewy" panose="02000000000000000000" pitchFamily="2" charset="0"/>
                <a:ea typeface="+mn-lt"/>
                <a:cs typeface="+mn-lt"/>
              </a:rPr>
              <a:t>GTmetrix</a:t>
            </a:r>
            <a:r>
              <a:rPr lang="fr-FR" noProof="0">
                <a:solidFill>
                  <a:schemeClr val="bg1"/>
                </a:solidFill>
                <a:latin typeface="Chewy" panose="02000000000000000000" pitchFamily="2" charset="0"/>
                <a:ea typeface="+mn-lt"/>
                <a:cs typeface="+mn-lt"/>
              </a:rPr>
              <a:t>, « Servir des ressources statiques avec une politique de cache efficace » , 2024, </a:t>
            </a:r>
            <a:r>
              <a:rPr lang="fr-FR" noProof="0" err="1">
                <a:solidFill>
                  <a:schemeClr val="bg1"/>
                </a:solidFill>
                <a:latin typeface="Chewy" panose="02000000000000000000" pitchFamily="2" charset="0"/>
                <a:ea typeface="+mn-lt"/>
                <a:cs typeface="+mn-lt"/>
              </a:rPr>
              <a:t>GTmetrix</a:t>
            </a:r>
            <a:r>
              <a:rPr lang="fr-FR" noProof="0">
                <a:solidFill>
                  <a:schemeClr val="bg1"/>
                </a:solidFill>
                <a:latin typeface="Chewy" panose="02000000000000000000" pitchFamily="2" charset="0"/>
                <a:ea typeface="+mn-lt"/>
                <a:cs typeface="+mn-lt"/>
              </a:rPr>
              <a:t>.</a:t>
            </a:r>
            <a:endParaRPr lang="fr-FR" noProof="0">
              <a:solidFill>
                <a:schemeClr val="bg1"/>
              </a:solidFill>
              <a:latin typeface="Chewy" panose="02000000000000000000" pitchFamily="2" charset="0"/>
            </a:endParaRPr>
          </a:p>
          <a:p>
            <a:pPr marL="0" indent="0">
              <a:buNone/>
            </a:pPr>
            <a:endParaRPr lang="fr-FR" noProof="0">
              <a:solidFill>
                <a:schemeClr val="bg1"/>
              </a:solidFill>
              <a:latin typeface="Chewy" panose="02000000000000000000" pitchFamily="2" charset="0"/>
            </a:endParaRPr>
          </a:p>
          <a:p>
            <a:pPr marL="0" indent="0">
              <a:buNone/>
            </a:pPr>
            <a:endParaRPr lang="fr-FR" noProof="0">
              <a:solidFill>
                <a:schemeClr val="bg1"/>
              </a:solidFill>
              <a:latin typeface="Chewy" panose="02000000000000000000" pitchFamily="2" charset="0"/>
            </a:endParaRPr>
          </a:p>
        </p:txBody>
      </p:sp>
      <p:sp>
        <p:nvSpPr>
          <p:cNvPr id="7" name="Espace réservé du numéro de diapositive 4">
            <a:extLst>
              <a:ext uri="{FF2B5EF4-FFF2-40B4-BE49-F238E27FC236}">
                <a16:creationId xmlns:a16="http://schemas.microsoft.com/office/drawing/2014/main" id="{DB918036-4DD0-2F0E-82E2-96AB0F992EA1}"/>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20</a:t>
            </a:fld>
            <a:endParaRPr lang="fr-FR" noProof="0">
              <a:solidFill>
                <a:schemeClr val="bg1"/>
              </a:solidFill>
              <a:latin typeface="Chewy" panose="02000000000000000000" pitchFamily="2" charset="0"/>
            </a:endParaRPr>
          </a:p>
        </p:txBody>
      </p:sp>
      <p:pic>
        <p:nvPicPr>
          <p:cNvPr id="8" name="Image 7" descr="Une image contenant symbole, Graphique, Police, conception">
            <a:extLst>
              <a:ext uri="{FF2B5EF4-FFF2-40B4-BE49-F238E27FC236}">
                <a16:creationId xmlns:a16="http://schemas.microsoft.com/office/drawing/2014/main" id="{8A710BD2-AF1D-59B1-5868-B31B4EF5360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rcRect b="12365"/>
          <a:stretch>
            <a:fillRect/>
          </a:stretch>
        </p:blipFill>
        <p:spPr>
          <a:xfrm>
            <a:off x="-16428" y="68650"/>
            <a:ext cx="719821" cy="630812"/>
          </a:xfrm>
          <a:prstGeom prst="rect">
            <a:avLst/>
          </a:prstGeom>
        </p:spPr>
      </p:pic>
    </p:spTree>
    <p:extLst>
      <p:ext uri="{BB962C8B-B14F-4D97-AF65-F5344CB8AC3E}">
        <p14:creationId xmlns:p14="http://schemas.microsoft.com/office/powerpoint/2010/main" val="15159670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6E8CE-AD0E-AC3C-6304-35579203D636}"/>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ADFCDF61-89F9-655A-8A2D-C4D860F8DD95}"/>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6BA500FB-599D-6979-4ED4-264827F2B22A}"/>
              </a:ext>
            </a:extLst>
          </p:cNvPr>
          <p:cNvPicPr preferRelativeResize="0"/>
          <p:nvPr/>
        </p:nvPicPr>
        <p:blipFill>
          <a:blip r:embed="rId4">
            <a:alphaModFix/>
            <a:duotone>
              <a:prstClr val="black"/>
              <a:schemeClr val="accent3">
                <a:tint val="45000"/>
                <a:satMod val="400000"/>
              </a:schemeClr>
            </a:duotone>
          </a:blip>
          <a:stretch>
            <a:fillRect/>
          </a:stretch>
        </p:blipFill>
        <p:spPr>
          <a:xfrm rot="8140713">
            <a:off x="8084267" y="3930925"/>
            <a:ext cx="6487305" cy="4879686"/>
          </a:xfrm>
          <a:prstGeom prst="rect">
            <a:avLst/>
          </a:prstGeom>
          <a:noFill/>
          <a:ln>
            <a:noFill/>
          </a:ln>
        </p:spPr>
      </p:pic>
      <p:pic>
        <p:nvPicPr>
          <p:cNvPr id="4" name="Google Shape;405;p44">
            <a:extLst>
              <a:ext uri="{FF2B5EF4-FFF2-40B4-BE49-F238E27FC236}">
                <a16:creationId xmlns:a16="http://schemas.microsoft.com/office/drawing/2014/main" id="{81A9F19A-F737-89F1-08B4-6EDBA6110253}"/>
              </a:ext>
            </a:extLst>
          </p:cNvPr>
          <p:cNvPicPr preferRelativeResize="0"/>
          <p:nvPr/>
        </p:nvPicPr>
        <p:blipFill>
          <a:blip r:embed="rId4">
            <a:alphaModFix/>
            <a:duotone>
              <a:prstClr val="black"/>
              <a:schemeClr val="accent3">
                <a:tint val="45000"/>
                <a:satMod val="400000"/>
              </a:schemeClr>
            </a:duotone>
          </a:blip>
          <a:stretch>
            <a:fillRect/>
          </a:stretch>
        </p:blipFill>
        <p:spPr>
          <a:xfrm rot="18559944">
            <a:off x="-2744964" y="-1528619"/>
            <a:ext cx="6487305" cy="4879686"/>
          </a:xfrm>
          <a:prstGeom prst="rect">
            <a:avLst/>
          </a:prstGeom>
          <a:noFill/>
          <a:ln>
            <a:noFill/>
          </a:ln>
        </p:spPr>
      </p:pic>
      <p:sp>
        <p:nvSpPr>
          <p:cNvPr id="8" name="Rectangle 7">
            <a:extLst>
              <a:ext uri="{FF2B5EF4-FFF2-40B4-BE49-F238E27FC236}">
                <a16:creationId xmlns:a16="http://schemas.microsoft.com/office/drawing/2014/main" id="{07C71363-B1EF-EBA6-F2C9-3851444E63B1}"/>
              </a:ext>
            </a:extLst>
          </p:cNvPr>
          <p:cNvSpPr/>
          <p:nvPr/>
        </p:nvSpPr>
        <p:spPr>
          <a:xfrm>
            <a:off x="0" y="0"/>
            <a:ext cx="11831216"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BD4780B7-2C94-1AE2-589C-7745BBB1C1F0}"/>
              </a:ext>
            </a:extLst>
          </p:cNvPr>
          <p:cNvSpPr>
            <a:spLocks noGrp="1"/>
          </p:cNvSpPr>
          <p:nvPr>
            <p:ph type="title"/>
          </p:nvPr>
        </p:nvSpPr>
        <p:spPr/>
        <p:txBody>
          <a:bodyPr/>
          <a:lstStyle/>
          <a:p>
            <a:r>
              <a:rPr lang="fr-FR" noProof="0">
                <a:solidFill>
                  <a:schemeClr val="bg1"/>
                </a:solidFill>
                <a:latin typeface="Chewy" panose="02000000000000000000" pitchFamily="2" charset="0"/>
              </a:rPr>
              <a:t>Interaction et Coopération</a:t>
            </a:r>
          </a:p>
        </p:txBody>
      </p:sp>
      <p:pic>
        <p:nvPicPr>
          <p:cNvPr id="10" name="Image 9">
            <a:extLst>
              <a:ext uri="{FF2B5EF4-FFF2-40B4-BE49-F238E27FC236}">
                <a16:creationId xmlns:a16="http://schemas.microsoft.com/office/drawing/2014/main" id="{1E42669D-1343-DD91-584A-6E02ADC05F3B}"/>
              </a:ext>
            </a:extLst>
          </p:cNvPr>
          <p:cNvPicPr>
            <a:picLocks noChangeAspect="1"/>
          </p:cNvPicPr>
          <p:nvPr/>
        </p:nvPicPr>
        <p:blipFill>
          <a:blip r:embed="rId5">
            <a:clrChange>
              <a:clrFrom>
                <a:srgbClr val="FF9821"/>
              </a:clrFrom>
              <a:clrTo>
                <a:srgbClr val="FF9821">
                  <a:alpha val="0"/>
                </a:srgbClr>
              </a:clrTo>
            </a:clrChange>
            <a:extLst>
              <a:ext uri="{BEBA8EAE-BF5A-486C-A8C5-ECC9F3942E4B}">
                <a14:imgProps xmlns:a14="http://schemas.microsoft.com/office/drawing/2010/main">
                  <a14:imgLayer r:embed="rId6">
                    <a14:imgEffect>
                      <a14:brightnessContrast bright="40000"/>
                    </a14:imgEffect>
                  </a14:imgLayer>
                </a14:imgProps>
              </a:ext>
              <a:ext uri="{28A0092B-C50C-407E-A947-70E740481C1C}">
                <a14:useLocalDpi xmlns:a14="http://schemas.microsoft.com/office/drawing/2010/main" val="0"/>
              </a:ext>
            </a:extLst>
          </a:blip>
          <a:srcRect l="7812" r="7812"/>
          <a:stretch/>
        </p:blipFill>
        <p:spPr>
          <a:xfrm>
            <a:off x="-2" y="1806575"/>
            <a:ext cx="6392717" cy="4261811"/>
          </a:xfrm>
          <a:prstGeom prst="rect">
            <a:avLst/>
          </a:prstGeom>
        </p:spPr>
      </p:pic>
      <p:sp>
        <p:nvSpPr>
          <p:cNvPr id="11" name="Espace réservé du contenu 2">
            <a:extLst>
              <a:ext uri="{FF2B5EF4-FFF2-40B4-BE49-F238E27FC236}">
                <a16:creationId xmlns:a16="http://schemas.microsoft.com/office/drawing/2014/main" id="{B29354C5-9530-AFEB-894E-056BE9D31DBB}"/>
              </a:ext>
            </a:extLst>
          </p:cNvPr>
          <p:cNvSpPr>
            <a:spLocks noGrp="1"/>
          </p:cNvSpPr>
          <p:nvPr>
            <p:ph idx="1"/>
          </p:nvPr>
        </p:nvSpPr>
        <p:spPr>
          <a:xfrm>
            <a:off x="6565900" y="1806575"/>
            <a:ext cx="5626100" cy="3223473"/>
          </a:xfrm>
        </p:spPr>
        <p:txBody>
          <a:bodyPr>
            <a:normAutofit/>
          </a:bodyPr>
          <a:lstStyle/>
          <a:p>
            <a:r>
              <a:rPr lang="fr-FR" noProof="0">
                <a:solidFill>
                  <a:schemeClr val="bg1"/>
                </a:solidFill>
                <a:latin typeface="Chewy" panose="02000000000000000000" pitchFamily="2" charset="0"/>
              </a:rPr>
              <a:t>Les quatre piliers</a:t>
            </a:r>
          </a:p>
          <a:p>
            <a:r>
              <a:rPr lang="fr-FR" noProof="0">
                <a:solidFill>
                  <a:schemeClr val="bg1"/>
                </a:solidFill>
                <a:latin typeface="Chewy" panose="02000000000000000000" pitchFamily="2" charset="0"/>
              </a:rPr>
              <a:t>Communication</a:t>
            </a:r>
          </a:p>
          <a:p>
            <a:r>
              <a:rPr lang="fr-FR" noProof="0">
                <a:solidFill>
                  <a:schemeClr val="bg1"/>
                </a:solidFill>
                <a:latin typeface="Chewy" panose="02000000000000000000" pitchFamily="2" charset="0"/>
              </a:rPr>
              <a:t>Relations interpersonnelles</a:t>
            </a:r>
          </a:p>
          <a:p>
            <a:r>
              <a:rPr lang="fr-FR" noProof="0">
                <a:solidFill>
                  <a:schemeClr val="bg1"/>
                </a:solidFill>
                <a:latin typeface="Chewy" panose="02000000000000000000" pitchFamily="2" charset="0"/>
              </a:rPr>
              <a:t>Modèles énergétiques</a:t>
            </a:r>
          </a:p>
          <a:p>
            <a:endParaRPr lang="fr-FR" noProof="0">
              <a:solidFill>
                <a:schemeClr val="bg1"/>
              </a:solidFill>
              <a:latin typeface="Chewy" panose="02000000000000000000" pitchFamily="2" charset="0"/>
            </a:endParaRPr>
          </a:p>
        </p:txBody>
      </p:sp>
      <p:sp>
        <p:nvSpPr>
          <p:cNvPr id="6" name="Espace réservé du numéro de diapositive 4">
            <a:extLst>
              <a:ext uri="{FF2B5EF4-FFF2-40B4-BE49-F238E27FC236}">
                <a16:creationId xmlns:a16="http://schemas.microsoft.com/office/drawing/2014/main" id="{C22697A7-341B-BDC5-8611-EF1474B5680C}"/>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21</a:t>
            </a:fld>
            <a:endParaRPr lang="fr-FR" noProof="0">
              <a:solidFill>
                <a:schemeClr val="bg1"/>
              </a:solidFill>
              <a:latin typeface="Chewy" panose="02000000000000000000" pitchFamily="2" charset="0"/>
            </a:endParaRPr>
          </a:p>
        </p:txBody>
      </p:sp>
      <p:pic>
        <p:nvPicPr>
          <p:cNvPr id="7" name="Image 6" descr="Une image contenant dessin, croquis, Graphique, noir">
            <a:extLst>
              <a:ext uri="{FF2B5EF4-FFF2-40B4-BE49-F238E27FC236}">
                <a16:creationId xmlns:a16="http://schemas.microsoft.com/office/drawing/2014/main" id="{DFE3839D-A70F-AFBF-0826-50D8376F9DE5}"/>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28075" y="68649"/>
            <a:ext cx="630813" cy="630813"/>
          </a:xfrm>
          <a:prstGeom prst="rect">
            <a:avLst/>
          </a:prstGeom>
        </p:spPr>
      </p:pic>
    </p:spTree>
    <p:extLst>
      <p:ext uri="{BB962C8B-B14F-4D97-AF65-F5344CB8AC3E}">
        <p14:creationId xmlns:p14="http://schemas.microsoft.com/office/powerpoint/2010/main" val="3581169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B9C13-97C1-9C7D-B85D-4FE355E537CB}"/>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EA6A732B-248E-B4A6-E96B-55C77192E472}"/>
              </a:ext>
            </a:extLst>
          </p:cNvPr>
          <p:cNvPicPr>
            <a:picLocks noChangeAspect="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70109E25-30AF-B2E1-B7EB-B7EC7EF580A9}"/>
              </a:ext>
            </a:extLst>
          </p:cNvPr>
          <p:cNvPicPr preferRelativeResize="0"/>
          <p:nvPr/>
        </p:nvPicPr>
        <p:blipFill>
          <a:blip r:embed="rId4">
            <a:alphaModFix/>
            <a:duotone>
              <a:prstClr val="black"/>
              <a:schemeClr val="accent3">
                <a:tint val="45000"/>
                <a:satMod val="400000"/>
              </a:schemeClr>
            </a:duotone>
          </a:blip>
          <a:stretch>
            <a:fillRect/>
          </a:stretch>
        </p:blipFill>
        <p:spPr>
          <a:xfrm rot="8140713">
            <a:off x="8084267" y="3930925"/>
            <a:ext cx="6487305" cy="4879686"/>
          </a:xfrm>
          <a:prstGeom prst="rect">
            <a:avLst/>
          </a:prstGeom>
          <a:noFill/>
          <a:ln>
            <a:noFill/>
          </a:ln>
        </p:spPr>
      </p:pic>
      <p:pic>
        <p:nvPicPr>
          <p:cNvPr id="4" name="Google Shape;405;p44">
            <a:extLst>
              <a:ext uri="{FF2B5EF4-FFF2-40B4-BE49-F238E27FC236}">
                <a16:creationId xmlns:a16="http://schemas.microsoft.com/office/drawing/2014/main" id="{8D3B8B98-1B00-CD6D-8C0F-76AA34619678}"/>
              </a:ext>
            </a:extLst>
          </p:cNvPr>
          <p:cNvPicPr preferRelativeResize="0"/>
          <p:nvPr/>
        </p:nvPicPr>
        <p:blipFill>
          <a:blip r:embed="rId4">
            <a:alphaModFix/>
            <a:duotone>
              <a:prstClr val="black"/>
              <a:schemeClr val="accent3">
                <a:tint val="45000"/>
                <a:satMod val="400000"/>
              </a:schemeClr>
            </a:duotone>
          </a:blip>
          <a:stretch>
            <a:fillRect/>
          </a:stretch>
        </p:blipFill>
        <p:spPr>
          <a:xfrm rot="18559944">
            <a:off x="-2744964" y="-1528619"/>
            <a:ext cx="6487305" cy="4879686"/>
          </a:xfrm>
          <a:prstGeom prst="rect">
            <a:avLst/>
          </a:prstGeom>
          <a:noFill/>
          <a:ln>
            <a:noFill/>
          </a:ln>
        </p:spPr>
      </p:pic>
      <p:sp>
        <p:nvSpPr>
          <p:cNvPr id="7" name="Rectangle 6">
            <a:extLst>
              <a:ext uri="{FF2B5EF4-FFF2-40B4-BE49-F238E27FC236}">
                <a16:creationId xmlns:a16="http://schemas.microsoft.com/office/drawing/2014/main" id="{425BF1EC-9D19-E477-4D8E-52AA5084C772}"/>
              </a:ext>
            </a:extLst>
          </p:cNvPr>
          <p:cNvSpPr/>
          <p:nvPr/>
        </p:nvSpPr>
        <p:spPr>
          <a:xfrm>
            <a:off x="-1" y="0"/>
            <a:ext cx="10682377"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12CE6A17-344E-887B-4FF8-0AA7D968E28C}"/>
              </a:ext>
            </a:extLst>
          </p:cNvPr>
          <p:cNvSpPr>
            <a:spLocks noGrp="1"/>
          </p:cNvSpPr>
          <p:nvPr>
            <p:ph type="title"/>
          </p:nvPr>
        </p:nvSpPr>
        <p:spPr/>
        <p:txBody>
          <a:bodyPr/>
          <a:lstStyle/>
          <a:p>
            <a:r>
              <a:rPr lang="fr-FR" noProof="0">
                <a:solidFill>
                  <a:schemeClr val="bg1"/>
                </a:solidFill>
                <a:latin typeface="Chewy" panose="02000000000000000000" pitchFamily="2" charset="0"/>
              </a:rPr>
              <a:t>Dynamique Groupale</a:t>
            </a:r>
          </a:p>
        </p:txBody>
      </p:sp>
      <p:sp>
        <p:nvSpPr>
          <p:cNvPr id="6" name="Espace réservé du numéro de diapositive 4">
            <a:extLst>
              <a:ext uri="{FF2B5EF4-FFF2-40B4-BE49-F238E27FC236}">
                <a16:creationId xmlns:a16="http://schemas.microsoft.com/office/drawing/2014/main" id="{E9E7BA5B-D719-9989-1968-97A0001095D7}"/>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22</a:t>
            </a:fld>
            <a:endParaRPr lang="fr-FR" noProof="0">
              <a:solidFill>
                <a:schemeClr val="bg1"/>
              </a:solidFill>
              <a:latin typeface="Chewy" panose="02000000000000000000" pitchFamily="2" charset="0"/>
            </a:endParaRPr>
          </a:p>
        </p:txBody>
      </p:sp>
      <p:pic>
        <p:nvPicPr>
          <p:cNvPr id="8" name="Picture 2">
            <a:extLst>
              <a:ext uri="{FF2B5EF4-FFF2-40B4-BE49-F238E27FC236}">
                <a16:creationId xmlns:a16="http://schemas.microsoft.com/office/drawing/2014/main" id="{68C8F2A8-51B6-9212-7A4F-1B298F53A1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1381394" y="1781667"/>
            <a:ext cx="8540941" cy="454787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descr="Une image contenant dessin, croquis, Graphique, noir">
            <a:extLst>
              <a:ext uri="{FF2B5EF4-FFF2-40B4-BE49-F238E27FC236}">
                <a16:creationId xmlns:a16="http://schemas.microsoft.com/office/drawing/2014/main" id="{6EC3EC7C-7B25-A623-7F38-AC815AFE9528}"/>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28075" y="68649"/>
            <a:ext cx="630813" cy="630813"/>
          </a:xfrm>
          <a:prstGeom prst="rect">
            <a:avLst/>
          </a:prstGeom>
        </p:spPr>
      </p:pic>
    </p:spTree>
    <p:extLst>
      <p:ext uri="{BB962C8B-B14F-4D97-AF65-F5344CB8AC3E}">
        <p14:creationId xmlns:p14="http://schemas.microsoft.com/office/powerpoint/2010/main" val="129918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462DB-F5B9-E48F-071E-AC0E6A04D2D6}"/>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25A595D1-B46A-EA4B-E82A-4434B262EC90}"/>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C192E39E-DBDC-9DC9-0ACC-A7235F886A30}"/>
              </a:ext>
            </a:extLst>
          </p:cNvPr>
          <p:cNvPicPr preferRelativeResize="0"/>
          <p:nvPr/>
        </p:nvPicPr>
        <p:blipFill>
          <a:blip r:embed="rId3">
            <a:alphaModFix/>
            <a:duotone>
              <a:prstClr val="black"/>
              <a:schemeClr val="accent3">
                <a:tint val="45000"/>
                <a:satMod val="400000"/>
              </a:schemeClr>
            </a:duotone>
          </a:blip>
          <a:stretch>
            <a:fillRect/>
          </a:stretch>
        </p:blipFill>
        <p:spPr>
          <a:xfrm rot="8140713">
            <a:off x="8084267" y="3930925"/>
            <a:ext cx="6487305" cy="4879686"/>
          </a:xfrm>
          <a:prstGeom prst="rect">
            <a:avLst/>
          </a:prstGeom>
          <a:noFill/>
          <a:ln>
            <a:noFill/>
          </a:ln>
        </p:spPr>
      </p:pic>
      <p:pic>
        <p:nvPicPr>
          <p:cNvPr id="4" name="Google Shape;405;p44">
            <a:extLst>
              <a:ext uri="{FF2B5EF4-FFF2-40B4-BE49-F238E27FC236}">
                <a16:creationId xmlns:a16="http://schemas.microsoft.com/office/drawing/2014/main" id="{BABF8209-E387-C7EA-9D12-D26EB6AFA699}"/>
              </a:ext>
            </a:extLst>
          </p:cNvPr>
          <p:cNvPicPr preferRelativeResize="0"/>
          <p:nvPr/>
        </p:nvPicPr>
        <p:blipFill>
          <a:blip r:embed="rId3">
            <a:alphaModFix/>
            <a:duotone>
              <a:prstClr val="black"/>
              <a:schemeClr val="accent3">
                <a:tint val="45000"/>
                <a:satMod val="400000"/>
              </a:schemeClr>
            </a:duotone>
          </a:blip>
          <a:stretch>
            <a:fillRect/>
          </a:stretch>
        </p:blipFill>
        <p:spPr>
          <a:xfrm rot="18559944">
            <a:off x="-2744964" y="-1528619"/>
            <a:ext cx="6487305" cy="4879686"/>
          </a:xfrm>
          <a:prstGeom prst="rect">
            <a:avLst/>
          </a:prstGeom>
          <a:noFill/>
          <a:ln>
            <a:noFill/>
          </a:ln>
        </p:spPr>
      </p:pic>
      <p:sp>
        <p:nvSpPr>
          <p:cNvPr id="7" name="Rectangle 6">
            <a:extLst>
              <a:ext uri="{FF2B5EF4-FFF2-40B4-BE49-F238E27FC236}">
                <a16:creationId xmlns:a16="http://schemas.microsoft.com/office/drawing/2014/main" id="{2CA40830-ADC2-E498-E9E9-DF6DB5B35FC5}"/>
              </a:ext>
            </a:extLst>
          </p:cNvPr>
          <p:cNvSpPr/>
          <p:nvPr/>
        </p:nvSpPr>
        <p:spPr>
          <a:xfrm>
            <a:off x="-1" y="0"/>
            <a:ext cx="11140751" cy="685800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46BFE5DF-44ED-F202-583A-86E2DC7481EA}"/>
              </a:ext>
            </a:extLst>
          </p:cNvPr>
          <p:cNvSpPr>
            <a:spLocks noGrp="1"/>
          </p:cNvSpPr>
          <p:nvPr>
            <p:ph type="title"/>
          </p:nvPr>
        </p:nvSpPr>
        <p:spPr/>
        <p:txBody>
          <a:bodyPr/>
          <a:lstStyle/>
          <a:p>
            <a:r>
              <a:rPr lang="fr-FR" noProof="0">
                <a:solidFill>
                  <a:schemeClr val="bg1"/>
                </a:solidFill>
                <a:latin typeface="Chewy"/>
              </a:rPr>
              <a:t>Moment significatif</a:t>
            </a:r>
          </a:p>
        </p:txBody>
      </p:sp>
      <p:sp>
        <p:nvSpPr>
          <p:cNvPr id="6" name="Espace réservé du numéro de diapositive 4">
            <a:extLst>
              <a:ext uri="{FF2B5EF4-FFF2-40B4-BE49-F238E27FC236}">
                <a16:creationId xmlns:a16="http://schemas.microsoft.com/office/drawing/2014/main" id="{9E7D2A87-D42C-1387-4B15-EDBA93DB95DA}"/>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23</a:t>
            </a:fld>
            <a:endParaRPr lang="fr-FR" noProof="0">
              <a:solidFill>
                <a:schemeClr val="bg1"/>
              </a:solidFill>
              <a:latin typeface="Chewy" panose="02000000000000000000" pitchFamily="2" charset="0"/>
            </a:endParaRPr>
          </a:p>
        </p:txBody>
      </p:sp>
      <p:pic>
        <p:nvPicPr>
          <p:cNvPr id="11" name="Content Placeholder 10">
            <a:extLst>
              <a:ext uri="{FF2B5EF4-FFF2-40B4-BE49-F238E27FC236}">
                <a16:creationId xmlns:a16="http://schemas.microsoft.com/office/drawing/2014/main" id="{67B9E532-FDF4-D8BE-589F-9659D867B6D2}"/>
              </a:ext>
            </a:extLst>
          </p:cNvPr>
          <p:cNvPicPr>
            <a:picLocks noGrp="1" noChangeAspect="1"/>
          </p:cNvPicPr>
          <p:nvPr>
            <p:ph idx="1"/>
          </p:nvPr>
        </p:nvPicPr>
        <p:blipFill>
          <a:blip r:embed="rId4"/>
          <a:srcRect l="23529" t="12812" r="11638" b="19579"/>
          <a:stretch>
            <a:fillRect/>
          </a:stretch>
        </p:blipFill>
        <p:spPr>
          <a:xfrm>
            <a:off x="1054676" y="1719277"/>
            <a:ext cx="3031233" cy="4383895"/>
          </a:xfrm>
        </p:spPr>
      </p:pic>
      <p:pic>
        <p:nvPicPr>
          <p:cNvPr id="13" name="Picture 12">
            <a:extLst>
              <a:ext uri="{FF2B5EF4-FFF2-40B4-BE49-F238E27FC236}">
                <a16:creationId xmlns:a16="http://schemas.microsoft.com/office/drawing/2014/main" id="{478D6DB1-9A6C-F202-20BA-48A6E00E0377}"/>
              </a:ext>
            </a:extLst>
          </p:cNvPr>
          <p:cNvPicPr>
            <a:picLocks noChangeAspect="1"/>
          </p:cNvPicPr>
          <p:nvPr/>
        </p:nvPicPr>
        <p:blipFill>
          <a:blip r:embed="rId5"/>
          <a:srcRect l="10280" t="7578" r="17991" b="2452"/>
          <a:stretch>
            <a:fillRect/>
          </a:stretch>
        </p:blipFill>
        <p:spPr>
          <a:xfrm>
            <a:off x="7126433" y="1649303"/>
            <a:ext cx="2970073" cy="4388695"/>
          </a:xfrm>
          <a:prstGeom prst="rect">
            <a:avLst/>
          </a:prstGeom>
        </p:spPr>
      </p:pic>
      <p:sp>
        <p:nvSpPr>
          <p:cNvPr id="15" name="TextBox 14">
            <a:extLst>
              <a:ext uri="{FF2B5EF4-FFF2-40B4-BE49-F238E27FC236}">
                <a16:creationId xmlns:a16="http://schemas.microsoft.com/office/drawing/2014/main" id="{5B7EA904-FB3F-DAD7-6972-8C2B8C5ECC20}"/>
              </a:ext>
            </a:extLst>
          </p:cNvPr>
          <p:cNvSpPr txBox="1"/>
          <p:nvPr/>
        </p:nvSpPr>
        <p:spPr>
          <a:xfrm>
            <a:off x="1055370" y="6105954"/>
            <a:ext cx="3030855" cy="523220"/>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fr-FR" sz="2800" noProof="0">
                <a:solidFill>
                  <a:schemeClr val="bg1"/>
                </a:solidFill>
                <a:latin typeface="Chewy" panose="02000000000000000000" pitchFamily="2" charset="0"/>
              </a:rPr>
              <a:t>AVANT</a:t>
            </a:r>
          </a:p>
        </p:txBody>
      </p:sp>
      <p:sp>
        <p:nvSpPr>
          <p:cNvPr id="17" name="TextBox 16">
            <a:extLst>
              <a:ext uri="{FF2B5EF4-FFF2-40B4-BE49-F238E27FC236}">
                <a16:creationId xmlns:a16="http://schemas.microsoft.com/office/drawing/2014/main" id="{010BEB76-9582-275B-59AF-3AFACCB52D99}"/>
              </a:ext>
            </a:extLst>
          </p:cNvPr>
          <p:cNvSpPr txBox="1"/>
          <p:nvPr/>
        </p:nvSpPr>
        <p:spPr>
          <a:xfrm>
            <a:off x="7124700" y="6053358"/>
            <a:ext cx="297942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2800" noProof="0">
                <a:solidFill>
                  <a:schemeClr val="bg1"/>
                </a:solidFill>
                <a:latin typeface="Chewy" panose="02000000000000000000" pitchFamily="2" charset="0"/>
              </a:rPr>
              <a:t>APRES</a:t>
            </a:r>
            <a:endParaRPr lang="fr-FR" noProof="0">
              <a:latin typeface="Chewy" panose="02000000000000000000" pitchFamily="2" charset="0"/>
            </a:endParaRPr>
          </a:p>
        </p:txBody>
      </p:sp>
      <p:sp>
        <p:nvSpPr>
          <p:cNvPr id="18" name="Arrow: Right 17">
            <a:extLst>
              <a:ext uri="{FF2B5EF4-FFF2-40B4-BE49-F238E27FC236}">
                <a16:creationId xmlns:a16="http://schemas.microsoft.com/office/drawing/2014/main" id="{867213F3-6D40-8947-0E91-183D8F81FEB3}"/>
              </a:ext>
            </a:extLst>
          </p:cNvPr>
          <p:cNvSpPr/>
          <p:nvPr/>
        </p:nvSpPr>
        <p:spPr>
          <a:xfrm>
            <a:off x="4728010" y="3279770"/>
            <a:ext cx="2042160" cy="1127760"/>
          </a:xfrm>
          <a:prstGeom prst="rightArrow">
            <a:avLst/>
          </a:prstGeom>
          <a:solidFill>
            <a:schemeClr val="bg1"/>
          </a:solidFill>
          <a:ln>
            <a:solidFill>
              <a:srgbClr val="3399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noProof="0">
                <a:solidFill>
                  <a:srgbClr val="FFFFFF"/>
                </a:solidFill>
                <a:latin typeface="Chewy" panose="02000000000000000000" pitchFamily="2" charset="0"/>
              </a:rPr>
              <a:t>Les problèmes</a:t>
            </a:r>
          </a:p>
        </p:txBody>
      </p:sp>
      <p:pic>
        <p:nvPicPr>
          <p:cNvPr id="8" name="Image 7" descr="Une image contenant dessin, croquis, Graphique, noir">
            <a:extLst>
              <a:ext uri="{FF2B5EF4-FFF2-40B4-BE49-F238E27FC236}">
                <a16:creationId xmlns:a16="http://schemas.microsoft.com/office/drawing/2014/main" id="{631C2B4D-33E4-C479-9973-F8E11E2F24B4}"/>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28075" y="68649"/>
            <a:ext cx="630813" cy="630813"/>
          </a:xfrm>
          <a:prstGeom prst="rect">
            <a:avLst/>
          </a:prstGeom>
        </p:spPr>
      </p:pic>
    </p:spTree>
    <p:extLst>
      <p:ext uri="{BB962C8B-B14F-4D97-AF65-F5344CB8AC3E}">
        <p14:creationId xmlns:p14="http://schemas.microsoft.com/office/powerpoint/2010/main" val="15193783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B1E76-F6C7-4E2A-C777-B7B666B73FDE}"/>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B77BAA74-969E-5010-24F9-87E82F295238}"/>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3" name="Google Shape;405;p44">
            <a:extLst>
              <a:ext uri="{FF2B5EF4-FFF2-40B4-BE49-F238E27FC236}">
                <a16:creationId xmlns:a16="http://schemas.microsoft.com/office/drawing/2014/main" id="{C826BAB3-5C97-6D0F-FA87-D16E0BD7D2B1}"/>
              </a:ext>
            </a:extLst>
          </p:cNvPr>
          <p:cNvPicPr preferRelativeResize="0"/>
          <p:nvPr/>
        </p:nvPicPr>
        <p:blipFill>
          <a:blip r:embed="rId3">
            <a:alphaModFix/>
            <a:duotone>
              <a:prstClr val="black"/>
              <a:schemeClr val="accent3">
                <a:tint val="45000"/>
                <a:satMod val="400000"/>
              </a:schemeClr>
            </a:duotone>
          </a:blip>
          <a:stretch>
            <a:fillRect/>
          </a:stretch>
        </p:blipFill>
        <p:spPr>
          <a:xfrm rot="8140713">
            <a:off x="8084267" y="3930925"/>
            <a:ext cx="6487305" cy="4879686"/>
          </a:xfrm>
          <a:prstGeom prst="rect">
            <a:avLst/>
          </a:prstGeom>
          <a:noFill/>
          <a:ln>
            <a:noFill/>
          </a:ln>
        </p:spPr>
      </p:pic>
      <p:pic>
        <p:nvPicPr>
          <p:cNvPr id="4" name="Google Shape;405;p44">
            <a:extLst>
              <a:ext uri="{FF2B5EF4-FFF2-40B4-BE49-F238E27FC236}">
                <a16:creationId xmlns:a16="http://schemas.microsoft.com/office/drawing/2014/main" id="{2C82BF07-7B84-2DEF-D1F2-1C35944D9886}"/>
              </a:ext>
            </a:extLst>
          </p:cNvPr>
          <p:cNvPicPr preferRelativeResize="0"/>
          <p:nvPr/>
        </p:nvPicPr>
        <p:blipFill>
          <a:blip r:embed="rId3">
            <a:alphaModFix/>
            <a:duotone>
              <a:prstClr val="black"/>
              <a:schemeClr val="accent3">
                <a:tint val="45000"/>
                <a:satMod val="400000"/>
              </a:schemeClr>
            </a:duotone>
          </a:blip>
          <a:stretch>
            <a:fillRect/>
          </a:stretch>
        </p:blipFill>
        <p:spPr>
          <a:xfrm rot="18559944">
            <a:off x="-2744964" y="-1528619"/>
            <a:ext cx="6487305" cy="4879686"/>
          </a:xfrm>
          <a:prstGeom prst="rect">
            <a:avLst/>
          </a:prstGeom>
          <a:noFill/>
          <a:ln>
            <a:noFill/>
          </a:ln>
        </p:spPr>
      </p:pic>
      <p:sp>
        <p:nvSpPr>
          <p:cNvPr id="7" name="Rectangle 6">
            <a:extLst>
              <a:ext uri="{FF2B5EF4-FFF2-40B4-BE49-F238E27FC236}">
                <a16:creationId xmlns:a16="http://schemas.microsoft.com/office/drawing/2014/main" id="{E530B043-C964-BDF6-D94A-1E98A5AFA511}"/>
              </a:ext>
            </a:extLst>
          </p:cNvPr>
          <p:cNvSpPr/>
          <p:nvPr/>
        </p:nvSpPr>
        <p:spPr>
          <a:xfrm>
            <a:off x="2917370" y="2358942"/>
            <a:ext cx="6357258" cy="191447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2" name="Titre 1">
            <a:extLst>
              <a:ext uri="{FF2B5EF4-FFF2-40B4-BE49-F238E27FC236}">
                <a16:creationId xmlns:a16="http://schemas.microsoft.com/office/drawing/2014/main" id="{44E7FC00-D7C9-4366-FB89-C3BCF0D70E12}"/>
              </a:ext>
            </a:extLst>
          </p:cNvPr>
          <p:cNvSpPr>
            <a:spLocks noGrp="1"/>
          </p:cNvSpPr>
          <p:nvPr>
            <p:ph type="title"/>
          </p:nvPr>
        </p:nvSpPr>
        <p:spPr>
          <a:xfrm>
            <a:off x="838200" y="2766219"/>
            <a:ext cx="10515600" cy="1325563"/>
          </a:xfrm>
        </p:spPr>
        <p:txBody>
          <a:bodyPr>
            <a:normAutofit/>
          </a:bodyPr>
          <a:lstStyle/>
          <a:p>
            <a:pPr algn="ctr"/>
            <a:r>
              <a:rPr lang="fr-FR" sz="8800" noProof="0">
                <a:solidFill>
                  <a:schemeClr val="bg1"/>
                </a:solidFill>
                <a:latin typeface="Chewy" panose="02000000000000000000" pitchFamily="2" charset="0"/>
              </a:rPr>
              <a:t>Merci</a:t>
            </a:r>
          </a:p>
        </p:txBody>
      </p:sp>
      <p:sp>
        <p:nvSpPr>
          <p:cNvPr id="6" name="Espace réservé du numéro de diapositive 4">
            <a:extLst>
              <a:ext uri="{FF2B5EF4-FFF2-40B4-BE49-F238E27FC236}">
                <a16:creationId xmlns:a16="http://schemas.microsoft.com/office/drawing/2014/main" id="{1EAC39D4-5ACA-48F5-264C-5E4991FB6204}"/>
              </a:ext>
            </a:extLst>
          </p:cNvPr>
          <p:cNvSpPr>
            <a:spLocks noGrp="1"/>
          </p:cNvSpPr>
          <p:nvPr>
            <p:ph type="sldNum" sz="quarter" idx="12"/>
          </p:nvPr>
        </p:nvSpPr>
        <p:spPr>
          <a:xfrm>
            <a:off x="11510129" y="147578"/>
            <a:ext cx="457004" cy="365125"/>
          </a:xfrm>
        </p:spPr>
        <p:txBody>
          <a:bodyPr/>
          <a:lstStyle/>
          <a:p>
            <a:pPr algn="ctr"/>
            <a:fld id="{27C6CCC6-2BE5-4E42-96A4-D1E8E81A3D8E}" type="slidenum">
              <a:rPr lang="fr-FR" noProof="0" smtClean="0">
                <a:solidFill>
                  <a:schemeClr val="bg1"/>
                </a:solidFill>
                <a:latin typeface="Chewy" panose="02000000000000000000" pitchFamily="2" charset="0"/>
              </a:rPr>
              <a:pPr algn="ctr"/>
              <a:t>24</a:t>
            </a:fld>
            <a:endParaRPr lang="fr-FR" noProof="0">
              <a:solidFill>
                <a:schemeClr val="bg1"/>
              </a:solidFill>
              <a:latin typeface="Chewy" panose="02000000000000000000" pitchFamily="2" charset="0"/>
            </a:endParaRPr>
          </a:p>
        </p:txBody>
      </p:sp>
    </p:spTree>
    <p:extLst>
      <p:ext uri="{BB962C8B-B14F-4D97-AF65-F5344CB8AC3E}">
        <p14:creationId xmlns:p14="http://schemas.microsoft.com/office/powerpoint/2010/main" val="39516666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CBF24-34CB-85D3-F137-2917E58D1DDA}"/>
            </a:ext>
          </a:extLst>
        </p:cNvPr>
        <p:cNvGrpSpPr/>
        <p:nvPr/>
      </p:nvGrpSpPr>
      <p:grpSpPr>
        <a:xfrm>
          <a:off x="0" y="0"/>
          <a:ext cx="0" cy="0"/>
          <a:chOff x="0" y="0"/>
          <a:chExt cx="0" cy="0"/>
        </a:xfrm>
      </p:grpSpPr>
      <p:pic>
        <p:nvPicPr>
          <p:cNvPr id="5" name="Image 4" descr="Une image contenant dessin, Graphique, illustration, Dessin d’enfant">
            <a:extLst>
              <a:ext uri="{FF2B5EF4-FFF2-40B4-BE49-F238E27FC236}">
                <a16:creationId xmlns:a16="http://schemas.microsoft.com/office/drawing/2014/main" id="{7B35CCCB-BF2C-F70B-49C6-6BA2036F0CC6}"/>
              </a:ext>
            </a:extLst>
          </p:cNvPr>
          <p:cNvPicPr>
            <a:picLocks noChangeAspect="1"/>
          </p:cNvPicPr>
          <p:nvPr/>
        </p:nvPicPr>
        <p:blipFill>
          <a:blip r:embed="rId2">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pic>
        <p:nvPicPr>
          <p:cNvPr id="4" name="Google Shape;405;p44">
            <a:extLst>
              <a:ext uri="{FF2B5EF4-FFF2-40B4-BE49-F238E27FC236}">
                <a16:creationId xmlns:a16="http://schemas.microsoft.com/office/drawing/2014/main" id="{AFFDD90A-9439-28C1-DB69-EF87A1D170FA}"/>
              </a:ext>
            </a:extLst>
          </p:cNvPr>
          <p:cNvPicPr preferRelativeResize="0"/>
          <p:nvPr/>
        </p:nvPicPr>
        <p:blipFill>
          <a:blip r:embed="rId3">
            <a:alphaModFix/>
            <a:duotone>
              <a:prstClr val="black"/>
              <a:schemeClr val="tx1">
                <a:tint val="45000"/>
                <a:satMod val="400000"/>
              </a:schemeClr>
            </a:duotone>
          </a:blip>
          <a:stretch>
            <a:fillRect/>
          </a:stretch>
        </p:blipFill>
        <p:spPr>
          <a:xfrm rot="19694938">
            <a:off x="-3433714" y="-4146694"/>
            <a:ext cx="15094066" cy="8631016"/>
          </a:xfrm>
          <a:prstGeom prst="rect">
            <a:avLst/>
          </a:prstGeom>
          <a:noFill/>
          <a:ln>
            <a:noFill/>
          </a:ln>
        </p:spPr>
      </p:pic>
      <p:pic>
        <p:nvPicPr>
          <p:cNvPr id="9" name="Google Shape;405;p44">
            <a:extLst>
              <a:ext uri="{FF2B5EF4-FFF2-40B4-BE49-F238E27FC236}">
                <a16:creationId xmlns:a16="http://schemas.microsoft.com/office/drawing/2014/main" id="{3A258B14-CBEE-C59C-7129-142A9291470C}"/>
              </a:ext>
            </a:extLst>
          </p:cNvPr>
          <p:cNvPicPr preferRelativeResize="0"/>
          <p:nvPr/>
        </p:nvPicPr>
        <p:blipFill>
          <a:blip r:embed="rId3">
            <a:alphaModFix/>
            <a:duotone>
              <a:prstClr val="black"/>
              <a:schemeClr val="tx1">
                <a:tint val="45000"/>
                <a:satMod val="400000"/>
              </a:schemeClr>
            </a:duotone>
          </a:blip>
          <a:stretch>
            <a:fillRect/>
          </a:stretch>
        </p:blipFill>
        <p:spPr>
          <a:xfrm rot="8875451">
            <a:off x="477885" y="1971077"/>
            <a:ext cx="15094066" cy="8631016"/>
          </a:xfrm>
          <a:prstGeom prst="rect">
            <a:avLst/>
          </a:prstGeom>
          <a:noFill/>
          <a:ln>
            <a:noFill/>
          </a:ln>
        </p:spPr>
      </p:pic>
      <p:sp>
        <p:nvSpPr>
          <p:cNvPr id="10" name="Rectangle 9">
            <a:extLst>
              <a:ext uri="{FF2B5EF4-FFF2-40B4-BE49-F238E27FC236}">
                <a16:creationId xmlns:a16="http://schemas.microsoft.com/office/drawing/2014/main" id="{A11BE4D9-2490-EFBC-7842-6BCAC8563F32}"/>
              </a:ext>
            </a:extLst>
          </p:cNvPr>
          <p:cNvSpPr/>
          <p:nvPr/>
        </p:nvSpPr>
        <p:spPr>
          <a:xfrm>
            <a:off x="2917370" y="2358942"/>
            <a:ext cx="6357258" cy="191447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noProof="0"/>
          </a:p>
        </p:txBody>
      </p:sp>
      <p:sp>
        <p:nvSpPr>
          <p:cNvPr id="11" name="Titre 1">
            <a:extLst>
              <a:ext uri="{FF2B5EF4-FFF2-40B4-BE49-F238E27FC236}">
                <a16:creationId xmlns:a16="http://schemas.microsoft.com/office/drawing/2014/main" id="{157E226E-D6F6-EF88-18C6-0589661F23AB}"/>
              </a:ext>
            </a:extLst>
          </p:cNvPr>
          <p:cNvSpPr>
            <a:spLocks noGrp="1"/>
          </p:cNvSpPr>
          <p:nvPr>
            <p:ph type="title"/>
          </p:nvPr>
        </p:nvSpPr>
        <p:spPr>
          <a:xfrm>
            <a:off x="838200" y="2766219"/>
            <a:ext cx="10515600" cy="1325563"/>
          </a:xfrm>
        </p:spPr>
        <p:txBody>
          <a:bodyPr>
            <a:normAutofit/>
          </a:bodyPr>
          <a:lstStyle/>
          <a:p>
            <a:pPr algn="ctr"/>
            <a:r>
              <a:rPr lang="fr-FR" sz="7200" noProof="0">
                <a:solidFill>
                  <a:schemeClr val="bg1"/>
                </a:solidFill>
                <a:latin typeface="Chewy" panose="02000000000000000000" pitchFamily="2" charset="0"/>
              </a:rPr>
              <a:t>Groupe MI3-5</a:t>
            </a:r>
          </a:p>
        </p:txBody>
      </p:sp>
    </p:spTree>
    <p:extLst>
      <p:ext uri="{BB962C8B-B14F-4D97-AF65-F5344CB8AC3E}">
        <p14:creationId xmlns:p14="http://schemas.microsoft.com/office/powerpoint/2010/main" val="10854053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7E5A215D4A6D4CAD0196F692687CF9" ma:contentTypeVersion="4" ma:contentTypeDescription="Crée un document." ma:contentTypeScope="" ma:versionID="0b6ad048be37adb582c4f2a638d4398d">
  <xsd:schema xmlns:xsd="http://www.w3.org/2001/XMLSchema" xmlns:xs="http://www.w3.org/2001/XMLSchema" xmlns:p="http://schemas.microsoft.com/office/2006/metadata/properties" xmlns:ns2="99e3d174-727a-459a-a496-c7d4bcf163ff" targetNamespace="http://schemas.microsoft.com/office/2006/metadata/properties" ma:root="true" ma:fieldsID="2393639501b36b34301b55eb9ee4b8c4" ns2:_="">
    <xsd:import namespace="99e3d174-727a-459a-a496-c7d4bcf163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e3d174-727a-459a-a496-c7d4bcf163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1D1D34B-0792-41D6-B8C1-F7EB74BC636E}">
  <ds:schemaRefs>
    <ds:schemaRef ds:uri="99e3d174-727a-459a-a496-c7d4bcf163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F5B2E679-F0C3-4804-80BC-1C0DFCACD610}">
  <ds:schemaRefs>
    <ds:schemaRef ds:uri="http://schemas.microsoft.com/sharepoint/v3/contenttype/forms"/>
  </ds:schemaRefs>
</ds:datastoreItem>
</file>

<file path=customXml/itemProps3.xml><?xml version="1.0" encoding="utf-8"?>
<ds:datastoreItem xmlns:ds="http://schemas.openxmlformats.org/officeDocument/2006/customXml" ds:itemID="{66AB3A8E-1020-412A-A732-83851F5130DD}">
  <ds:schemaRefs>
    <ds:schemaRef ds:uri="99e3d174-727a-459a-a496-c7d4bcf163f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20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Thème Office</vt:lpstr>
      <vt:lpstr>Eco-Conception Web</vt:lpstr>
      <vt:lpstr>Sommaire</vt:lpstr>
      <vt:lpstr>Introduction</vt:lpstr>
      <vt:lpstr>Mindmap</vt:lpstr>
      <vt:lpstr>Moodboard</vt:lpstr>
      <vt:lpstr>PowerPoint Presentation</vt:lpstr>
      <vt:lpstr>Solutions existantes</vt:lpstr>
      <vt:lpstr>Statistiques – Code HTML</vt:lpstr>
      <vt:lpstr>Problématique affinée</vt:lpstr>
      <vt:lpstr>SMART – C’est quoi ?</vt:lpstr>
      <vt:lpstr>Piste de résolution 1</vt:lpstr>
      <vt:lpstr>Piste de résolution 2</vt:lpstr>
      <vt:lpstr>Code HTML classique VS écologique</vt:lpstr>
      <vt:lpstr>Piste de résolution 3</vt:lpstr>
      <vt:lpstr>PowerPoint Presentation</vt:lpstr>
      <vt:lpstr>Cahier de conception</vt:lpstr>
      <vt:lpstr>Notre solution</vt:lpstr>
      <vt:lpstr>Optimisation du site</vt:lpstr>
      <vt:lpstr>Conclusion</vt:lpstr>
      <vt:lpstr>Bibliographie</vt:lpstr>
      <vt:lpstr>Interaction et Coopération</vt:lpstr>
      <vt:lpstr>Dynamique Groupale</vt:lpstr>
      <vt:lpstr>Moment significatif</vt:lpstr>
      <vt:lpstr>Merci</vt:lpstr>
      <vt:lpstr>Groupe MI3-5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Eco-Conception Web</dc:title>
  <dc:creator/>
  <cp:revision>1</cp:revision>
  <dcterms:created xsi:type="dcterms:W3CDTF">2025-03-18T11:34:00Z</dcterms:created>
  <dcterms:modified xsi:type="dcterms:W3CDTF">2025-06-10T21:00:46Z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0x010100037E5A215D4A6D4CAD0196F692687CF9</vt:lpwstr>
  </property>
</Properties>
</file>